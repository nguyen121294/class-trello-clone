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7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Rokkitt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9" roundtripDataSignature="AMtx7mjT/wmqErVgu9uMaT9jjWinweIj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22EC7D-AF41-4482-A6BA-B7239E43DE7C}">
  <a:tblStyle styleId="{D422EC7D-AF41-4482-A6BA-B7239E43DE7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kkitt-regular.fntdata"/><Relationship Id="rId16" Type="http://schemas.openxmlformats.org/officeDocument/2006/relationships/slide" Target="slides/slide10.xml"/><Relationship Id="rId19" Type="http://customschemas.google.com/relationships/presentationmetadata" Target="metadata"/><Relationship Id="rId18" Type="http://schemas.openxmlformats.org/officeDocument/2006/relationships/font" Target="fonts/Rokkit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greenfeedgroup.sharepoint.com/:x:/r/sites/TSMFood/_layouts/15/Doc.aspx?sourcedoc=%7B0C769C68-D9DA-4FCB-A990-52E74F169B8E%7D&amp;file=Foodlog%20TMS%20Implemetation%20Timeline%20Ver%205.5.2022.xlsx&amp;action=default&amp;mobileredirect=true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greenfeedgroup.sharepoint.com/:x:/r/sites/TSMFood/_layouts/15/Doc.aspx?sourcedoc=%7BAEB81E45-22FC-422B-A295-B47D13E210B5%7D&amp;file=Foodlog%20_%20Check%20list%20Go-live%20du%CC%9B%CC%A3%20a%CC%81n%20TMS.xlsx&amp;action=default&amp;mobileredirect=true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6" name="Google Shape;102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12709bdffa8_0_27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2" name="Google Shape;1032;g12709bdffa8_0_27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12709bdffa8_0_28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Chi tiết lộ trình :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https://greenfeedgroup.sharepoint.com/:x:/r/sites/TSMFood/_layouts/15/Doc.aspx?sourcedoc=%7B0C769C68-D9DA-4FCB-A990-52E74F169B8E%7D&amp;file=Foodlog%20TMS%20Implemetation%20Timeline%20Ver%205.5.2022.xlsx&amp;action=default&amp;mobileredirect=true</a:t>
            </a:r>
            <a:br>
              <a:rPr lang="en-US"/>
            </a:b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Bám sát và Commit time line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Thành vẫn theo sát dự án để đảm bảo các commit theo time line</a:t>
            </a:r>
            <a:endParaRPr/>
          </a:p>
        </p:txBody>
      </p:sp>
      <p:sp>
        <p:nvSpPr>
          <p:cNvPr id="1074" name="Google Shape;1074;g12709bdffa8_0_28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1379eda3081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Checklist golive 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https://greenfeedgroup.sharepoint.com/:x:/r/sites/TSMFood/_layouts/15/Doc.aspx?sourcedoc=%7BAEB81E45-22FC-422B-A295-B47D13E210B5%7D&amp;file=Foodlog%20_%20Check%20list%20Go-live%20du%CC%9B%CC%A3%20a%CC%81n%20TMS.xlsx&amp;action=default&amp;mobileredirect=true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1" name="Google Shape;1121;g1379eda3081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13a2f2f8aa2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Checklist golive 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https://greenfeedgroup.sharepoint.com/:x:/r/sites/TSMFood/_layouts/15/Doc.aspx?sourcedoc=%7BAEB81E45-22FC-422B-A295-B47D13E210B5%7D&amp;file=Foodlog%20_%20Check%20list%20Go-live%20du%CC%9B%CC%A3%20a%CC%81n%20TMS.xlsx&amp;action=default&amp;mobileredirect=true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7" name="Google Shape;1127;g13a2f2f8aa2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122f0e6ea2f_2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Checklist golive 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u="sng">
                <a:solidFill>
                  <a:schemeClr val="hlink"/>
                </a:solidFill>
                <a:hlinkClick r:id="rId2"/>
              </a:rPr>
              <a:t>https://greenfeedgroup.sharepoint.com/:x:/r/sites/TSMFood/_layouts/15/Doc.aspx?sourcedoc=%7BAEB81E45-22FC-422B-A295-B47D13E210B5%7D&amp;file=Foodlog%20_%20Check%20list%20Go-live%20du%CC%9B%CC%A3%20a%CC%81n%20TMS.xlsx&amp;action=default&amp;mobileredirect=true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CMS: Đơn hàng, Cancel đơn hàng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SAP : Đơn hàng: Hàng bán + Hàng Return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GPS 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3" name="Google Shape;1133;g122f0e6ea2f_2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1148dada526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Checklist golive 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https://greenfeedgroup.sharepoint.com/:x:/r/sites/TSMFood/_layouts/15/Doc.aspx?sourcedoc=%7BAEB81E45-22FC-422B-A295-B47D13E210B5%7D&amp;file=Foodlog%20_%20Check%20list%20Go-live%20du%CC%9B%CC%A3%20a%CC%81n%20TMS.xlsx&amp;action=default&amp;mobileredirect=true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9" name="Google Shape;1139;g1148dada526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5" name="Google Shape;114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6" name="Google Shape;114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13a2f2f8aa2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2" name="Google Shape;1152;g13a2f2f8aa2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g13a2f2f8aa2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13a2f2f8aa2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13a2f2f8aa2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g13a2f2f8aa2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4.png"/><Relationship Id="rId4" Type="http://schemas.openxmlformats.org/officeDocument/2006/relationships/hyperlink" Target="https://gosmartlog.com/" TargetMode="External"/><Relationship Id="rId5" Type="http://schemas.openxmlformats.org/officeDocument/2006/relationships/image" Target="../media/image1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4.png"/><Relationship Id="rId4" Type="http://schemas.openxmlformats.org/officeDocument/2006/relationships/hyperlink" Target="https://gosmartlog.com/" TargetMode="External"/><Relationship Id="rId5" Type="http://schemas.openxmlformats.org/officeDocument/2006/relationships/image" Target="../media/image15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4.png"/><Relationship Id="rId4" Type="http://schemas.openxmlformats.org/officeDocument/2006/relationships/hyperlink" Target="https://gosmartlog.com/" TargetMode="External"/><Relationship Id="rId5" Type="http://schemas.openxmlformats.org/officeDocument/2006/relationships/image" Target="../media/image1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4.png"/><Relationship Id="rId4" Type="http://schemas.openxmlformats.org/officeDocument/2006/relationships/hyperlink" Target="https://gosmartlog.com/" TargetMode="External"/><Relationship Id="rId5" Type="http://schemas.openxmlformats.org/officeDocument/2006/relationships/image" Target="../media/image1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8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8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5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6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7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4.png"/><Relationship Id="rId4" Type="http://schemas.openxmlformats.org/officeDocument/2006/relationships/hyperlink" Target="https://gosmartlog.com/" TargetMode="External"/><Relationship Id="rId5" Type="http://schemas.openxmlformats.org/officeDocument/2006/relationships/image" Target="../media/image15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4.png"/><Relationship Id="rId4" Type="http://schemas.openxmlformats.org/officeDocument/2006/relationships/hyperlink" Target="https://gosmartlog.com/" TargetMode="External"/><Relationship Id="rId5" Type="http://schemas.openxmlformats.org/officeDocument/2006/relationships/image" Target="../media/image15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4.png"/><Relationship Id="rId4" Type="http://schemas.openxmlformats.org/officeDocument/2006/relationships/hyperlink" Target="https://gosmartlog.com/" TargetMode="External"/><Relationship Id="rId5" Type="http://schemas.openxmlformats.org/officeDocument/2006/relationships/image" Target="../media/image15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4.png"/><Relationship Id="rId4" Type="http://schemas.openxmlformats.org/officeDocument/2006/relationships/hyperlink" Target="https://gosmartlog.com/" TargetMode="External"/><Relationship Id="rId5" Type="http://schemas.openxmlformats.org/officeDocument/2006/relationships/image" Target="../media/image15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4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--ALL">
  <p:cSld name="Background--ALL">
    <p:bg>
      <p:bgPr>
        <a:solidFill>
          <a:srgbClr val="1E4B7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2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3007268" y="-1"/>
            <a:ext cx="9184732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22"/>
          <p:cNvGrpSpPr/>
          <p:nvPr/>
        </p:nvGrpSpPr>
        <p:grpSpPr>
          <a:xfrm>
            <a:off x="300959" y="308426"/>
            <a:ext cx="2013104" cy="571854"/>
            <a:chOff x="338666" y="4303183"/>
            <a:chExt cx="7340599" cy="2085212"/>
          </a:xfrm>
        </p:grpSpPr>
        <p:sp>
          <p:nvSpPr>
            <p:cNvPr id="18" name="Google Shape;18;p22"/>
            <p:cNvSpPr/>
            <p:nvPr/>
          </p:nvSpPr>
          <p:spPr>
            <a:xfrm>
              <a:off x="338666" y="4817769"/>
              <a:ext cx="931067" cy="1085156"/>
            </a:xfrm>
            <a:custGeom>
              <a:rect b="b" l="l" r="r" t="t"/>
              <a:pathLst>
                <a:path extrusionOk="0" h="1085156" w="931067">
                  <a:moveTo>
                    <a:pt x="266668" y="724502"/>
                  </a:moveTo>
                  <a:lnTo>
                    <a:pt x="0" y="724502"/>
                  </a:lnTo>
                  <a:cubicBezTo>
                    <a:pt x="0" y="847803"/>
                    <a:pt x="39462" y="937691"/>
                    <a:pt x="117749" y="995117"/>
                  </a:cubicBezTo>
                  <a:cubicBezTo>
                    <a:pt x="188382" y="1054534"/>
                    <a:pt x="298318" y="1085157"/>
                    <a:pt x="451383" y="1085157"/>
                  </a:cubicBezTo>
                  <a:cubicBezTo>
                    <a:pt x="735511" y="1085157"/>
                    <a:pt x="931068" y="993278"/>
                    <a:pt x="931068" y="736551"/>
                  </a:cubicBezTo>
                  <a:cubicBezTo>
                    <a:pt x="931068" y="663885"/>
                    <a:pt x="908108" y="599124"/>
                    <a:pt x="860036" y="546727"/>
                  </a:cubicBezTo>
                  <a:cubicBezTo>
                    <a:pt x="804550" y="492016"/>
                    <a:pt x="691505" y="445600"/>
                    <a:pt x="507268" y="409227"/>
                  </a:cubicBezTo>
                  <a:cubicBezTo>
                    <a:pt x="364487" y="382909"/>
                    <a:pt x="294252" y="340558"/>
                    <a:pt x="294252" y="285925"/>
                  </a:cubicBezTo>
                  <a:cubicBezTo>
                    <a:pt x="294252" y="231452"/>
                    <a:pt x="348064" y="203059"/>
                    <a:pt x="455529" y="203059"/>
                  </a:cubicBezTo>
                  <a:cubicBezTo>
                    <a:pt x="546571" y="203059"/>
                    <a:pt x="602376" y="229378"/>
                    <a:pt x="621111" y="275875"/>
                  </a:cubicBezTo>
                  <a:cubicBezTo>
                    <a:pt x="637534" y="318386"/>
                    <a:pt x="678032" y="340558"/>
                    <a:pt x="737424" y="342631"/>
                  </a:cubicBezTo>
                  <a:lnTo>
                    <a:pt x="898542" y="342631"/>
                  </a:lnTo>
                  <a:cubicBezTo>
                    <a:pt x="892802" y="231452"/>
                    <a:pt x="852463" y="146910"/>
                    <a:pt x="777764" y="86934"/>
                  </a:cubicBezTo>
                  <a:cubicBezTo>
                    <a:pt x="701151" y="28951"/>
                    <a:pt x="592251" y="0"/>
                    <a:pt x="451543" y="0"/>
                  </a:cubicBezTo>
                  <a:cubicBezTo>
                    <a:pt x="206080" y="3908"/>
                    <a:pt x="29577" y="108388"/>
                    <a:pt x="29577" y="334417"/>
                  </a:cubicBezTo>
                  <a:cubicBezTo>
                    <a:pt x="31649" y="502141"/>
                    <a:pt x="149159" y="607421"/>
                    <a:pt x="383141" y="649693"/>
                  </a:cubicBezTo>
                  <a:cubicBezTo>
                    <a:pt x="571284" y="682230"/>
                    <a:pt x="666472" y="726578"/>
                    <a:pt x="666472" y="781214"/>
                  </a:cubicBezTo>
                  <a:cubicBezTo>
                    <a:pt x="666472" y="849880"/>
                    <a:pt x="608515" y="882103"/>
                    <a:pt x="492679" y="882103"/>
                  </a:cubicBezTo>
                  <a:cubicBezTo>
                    <a:pt x="358348" y="882103"/>
                    <a:pt x="272648" y="841907"/>
                    <a:pt x="266668" y="7245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2"/>
            <p:cNvSpPr/>
            <p:nvPr/>
          </p:nvSpPr>
          <p:spPr>
            <a:xfrm>
              <a:off x="1374890" y="4819443"/>
              <a:ext cx="1517750" cy="1067689"/>
            </a:xfrm>
            <a:custGeom>
              <a:rect b="b" l="l" r="r" t="t"/>
              <a:pathLst>
                <a:path extrusionOk="0" h="1067689" w="1517750">
                  <a:moveTo>
                    <a:pt x="448672" y="223396"/>
                  </a:moveTo>
                  <a:cubicBezTo>
                    <a:pt x="569444" y="223396"/>
                    <a:pt x="630673" y="277471"/>
                    <a:pt x="636890" y="387375"/>
                  </a:cubicBezTo>
                  <a:lnTo>
                    <a:pt x="636890" y="1063784"/>
                  </a:lnTo>
                  <a:lnTo>
                    <a:pt x="880920" y="1063784"/>
                  </a:lnTo>
                  <a:lnTo>
                    <a:pt x="880920" y="391522"/>
                  </a:lnTo>
                  <a:cubicBezTo>
                    <a:pt x="882995" y="281379"/>
                    <a:pt x="944138" y="227305"/>
                    <a:pt x="1064996" y="227305"/>
                  </a:cubicBezTo>
                  <a:cubicBezTo>
                    <a:pt x="1185778" y="227305"/>
                    <a:pt x="1246998" y="281379"/>
                    <a:pt x="1253139" y="391522"/>
                  </a:cubicBezTo>
                  <a:lnTo>
                    <a:pt x="1253139" y="935778"/>
                  </a:lnTo>
                  <a:cubicBezTo>
                    <a:pt x="1253139" y="1019760"/>
                    <a:pt x="1296268" y="1061794"/>
                    <a:pt x="1382527" y="1067690"/>
                  </a:cubicBezTo>
                  <a:lnTo>
                    <a:pt x="1517733" y="1067690"/>
                  </a:lnTo>
                  <a:lnTo>
                    <a:pt x="1517733" y="445517"/>
                  </a:lnTo>
                  <a:cubicBezTo>
                    <a:pt x="1519571" y="146911"/>
                    <a:pt x="1372645" y="3669"/>
                    <a:pt x="1069062" y="3669"/>
                  </a:cubicBezTo>
                  <a:cubicBezTo>
                    <a:pt x="930028" y="3669"/>
                    <a:pt x="829973" y="30387"/>
                    <a:pt x="760699" y="85897"/>
                  </a:cubicBezTo>
                  <a:cubicBezTo>
                    <a:pt x="691502" y="28553"/>
                    <a:pt x="591847" y="0"/>
                    <a:pt x="452737" y="0"/>
                  </a:cubicBezTo>
                  <a:cubicBezTo>
                    <a:pt x="148992" y="0"/>
                    <a:pt x="0" y="143242"/>
                    <a:pt x="0" y="441449"/>
                  </a:cubicBezTo>
                  <a:lnTo>
                    <a:pt x="0" y="1063784"/>
                  </a:lnTo>
                  <a:lnTo>
                    <a:pt x="264509" y="1063784"/>
                  </a:lnTo>
                  <a:lnTo>
                    <a:pt x="264509" y="387375"/>
                  </a:lnTo>
                  <a:cubicBezTo>
                    <a:pt x="266747" y="277471"/>
                    <a:pt x="327890" y="223396"/>
                    <a:pt x="448672" y="2233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2"/>
            <p:cNvSpPr/>
            <p:nvPr/>
          </p:nvSpPr>
          <p:spPr>
            <a:xfrm>
              <a:off x="3018422" y="4817769"/>
              <a:ext cx="880929" cy="1069283"/>
            </a:xfrm>
            <a:custGeom>
              <a:rect b="b" l="l" r="r" t="t"/>
              <a:pathLst>
                <a:path extrusionOk="0" h="1069283" w="880929">
                  <a:moveTo>
                    <a:pt x="450909" y="203059"/>
                  </a:moveTo>
                  <a:cubicBezTo>
                    <a:pt x="567140" y="203059"/>
                    <a:pt x="626293" y="232648"/>
                    <a:pt x="632672" y="291907"/>
                  </a:cubicBezTo>
                  <a:cubicBezTo>
                    <a:pt x="632672" y="349012"/>
                    <a:pt x="571443" y="382510"/>
                    <a:pt x="450909" y="396308"/>
                  </a:cubicBezTo>
                  <a:cubicBezTo>
                    <a:pt x="176822" y="421989"/>
                    <a:pt x="5503" y="489301"/>
                    <a:pt x="0" y="739732"/>
                  </a:cubicBezTo>
                  <a:cubicBezTo>
                    <a:pt x="0" y="970552"/>
                    <a:pt x="163912" y="1086833"/>
                    <a:pt x="421566" y="1067135"/>
                  </a:cubicBezTo>
                  <a:cubicBezTo>
                    <a:pt x="714466" y="1047438"/>
                    <a:pt x="880929" y="919183"/>
                    <a:pt x="880929" y="631186"/>
                  </a:cubicBezTo>
                  <a:lnTo>
                    <a:pt x="880929" y="276035"/>
                  </a:lnTo>
                  <a:cubicBezTo>
                    <a:pt x="875188" y="89406"/>
                    <a:pt x="735279" y="0"/>
                    <a:pt x="438475" y="0"/>
                  </a:cubicBezTo>
                  <a:cubicBezTo>
                    <a:pt x="188228" y="0"/>
                    <a:pt x="59639" y="89406"/>
                    <a:pt x="29819" y="276035"/>
                  </a:cubicBezTo>
                  <a:lnTo>
                    <a:pt x="282056" y="276035"/>
                  </a:lnTo>
                  <a:cubicBezTo>
                    <a:pt x="296804" y="226746"/>
                    <a:pt x="351730" y="203059"/>
                    <a:pt x="450909" y="203059"/>
                  </a:cubicBezTo>
                  <a:close/>
                  <a:moveTo>
                    <a:pt x="385615" y="854023"/>
                  </a:moveTo>
                  <a:cubicBezTo>
                    <a:pt x="296804" y="854023"/>
                    <a:pt x="250409" y="814551"/>
                    <a:pt x="244030" y="731760"/>
                  </a:cubicBezTo>
                  <a:cubicBezTo>
                    <a:pt x="244030" y="654874"/>
                    <a:pt x="300955" y="605582"/>
                    <a:pt x="412959" y="585808"/>
                  </a:cubicBezTo>
                  <a:cubicBezTo>
                    <a:pt x="495314" y="570016"/>
                    <a:pt x="571529" y="548404"/>
                    <a:pt x="636899" y="522724"/>
                  </a:cubicBezTo>
                  <a:lnTo>
                    <a:pt x="636899" y="619308"/>
                  </a:lnTo>
                  <a:cubicBezTo>
                    <a:pt x="636814" y="767250"/>
                    <a:pt x="541872" y="854023"/>
                    <a:pt x="385615" y="8540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2"/>
            <p:cNvSpPr/>
            <p:nvPr/>
          </p:nvSpPr>
          <p:spPr>
            <a:xfrm>
              <a:off x="5216460" y="4303183"/>
              <a:ext cx="408455" cy="1583837"/>
            </a:xfrm>
            <a:custGeom>
              <a:rect b="b" l="l" r="r" t="t"/>
              <a:pathLst>
                <a:path extrusionOk="0" h="1583837" w="408455">
                  <a:moveTo>
                    <a:pt x="244078" y="292465"/>
                  </a:moveTo>
                  <a:lnTo>
                    <a:pt x="244078" y="129683"/>
                  </a:lnTo>
                  <a:cubicBezTo>
                    <a:pt x="244078" y="62050"/>
                    <a:pt x="190904" y="0"/>
                    <a:pt x="126647" y="0"/>
                  </a:cubicBezTo>
                  <a:lnTo>
                    <a:pt x="48" y="0"/>
                  </a:lnTo>
                  <a:lnTo>
                    <a:pt x="48" y="1388707"/>
                  </a:lnTo>
                  <a:cubicBezTo>
                    <a:pt x="-1704" y="1505236"/>
                    <a:pt x="44215" y="1566253"/>
                    <a:pt x="139958" y="1576140"/>
                  </a:cubicBezTo>
                  <a:cubicBezTo>
                    <a:pt x="235938" y="1586027"/>
                    <a:pt x="325872" y="1586027"/>
                    <a:pt x="408456" y="1578216"/>
                  </a:cubicBezTo>
                  <a:lnTo>
                    <a:pt x="408456" y="1378820"/>
                  </a:lnTo>
                  <a:lnTo>
                    <a:pt x="329776" y="1378820"/>
                  </a:lnTo>
                  <a:cubicBezTo>
                    <a:pt x="269747" y="1378820"/>
                    <a:pt x="244078" y="1354017"/>
                    <a:pt x="244078" y="1308402"/>
                  </a:cubicBezTo>
                  <a:lnTo>
                    <a:pt x="244078" y="700816"/>
                  </a:lnTo>
                  <a:lnTo>
                    <a:pt x="244078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2"/>
            <p:cNvSpPr/>
            <p:nvPr/>
          </p:nvSpPr>
          <p:spPr>
            <a:xfrm>
              <a:off x="5647957" y="4819443"/>
              <a:ext cx="942548" cy="1081815"/>
            </a:xfrm>
            <a:custGeom>
              <a:rect b="b" l="l" r="r" t="t"/>
              <a:pathLst>
                <a:path extrusionOk="0" h="1081815" w="942548">
                  <a:moveTo>
                    <a:pt x="474350" y="223396"/>
                  </a:moveTo>
                  <a:cubicBezTo>
                    <a:pt x="610108" y="223396"/>
                    <a:pt x="677954" y="326920"/>
                    <a:pt x="677954" y="535718"/>
                  </a:cubicBezTo>
                  <a:cubicBezTo>
                    <a:pt x="676040" y="748907"/>
                    <a:pt x="608042" y="858416"/>
                    <a:pt x="472274" y="858416"/>
                  </a:cubicBezTo>
                  <a:cubicBezTo>
                    <a:pt x="336507" y="858416"/>
                    <a:pt x="266432" y="752822"/>
                    <a:pt x="264595" y="544015"/>
                  </a:cubicBezTo>
                  <a:cubicBezTo>
                    <a:pt x="264681" y="330908"/>
                    <a:pt x="334431" y="223396"/>
                    <a:pt x="474350" y="223396"/>
                  </a:cubicBezTo>
                  <a:close/>
                  <a:moveTo>
                    <a:pt x="474350" y="0"/>
                  </a:moveTo>
                  <a:cubicBezTo>
                    <a:pt x="156733" y="0"/>
                    <a:pt x="0" y="173868"/>
                    <a:pt x="0" y="544015"/>
                  </a:cubicBezTo>
                  <a:cubicBezTo>
                    <a:pt x="0" y="908984"/>
                    <a:pt x="156733" y="1081815"/>
                    <a:pt x="474350" y="1081815"/>
                  </a:cubicBezTo>
                  <a:cubicBezTo>
                    <a:pt x="788206" y="1081815"/>
                    <a:pt x="942549" y="908898"/>
                    <a:pt x="942549" y="544015"/>
                  </a:cubicBezTo>
                  <a:cubicBezTo>
                    <a:pt x="942549" y="173947"/>
                    <a:pt x="788206" y="0"/>
                    <a:pt x="474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2"/>
            <p:cNvSpPr/>
            <p:nvPr/>
          </p:nvSpPr>
          <p:spPr>
            <a:xfrm>
              <a:off x="6716152" y="4817830"/>
              <a:ext cx="963113" cy="1497041"/>
            </a:xfrm>
            <a:custGeom>
              <a:rect b="b" l="l" r="r" t="t"/>
              <a:pathLst>
                <a:path extrusionOk="0" h="1497041" w="963113">
                  <a:moveTo>
                    <a:pt x="414073" y="1083504"/>
                  </a:moveTo>
                  <a:cubicBezTo>
                    <a:pt x="547365" y="1083504"/>
                    <a:pt x="650524" y="1033974"/>
                    <a:pt x="719084" y="934438"/>
                  </a:cubicBezTo>
                  <a:lnTo>
                    <a:pt x="719084" y="1037641"/>
                  </a:lnTo>
                  <a:cubicBezTo>
                    <a:pt x="719084" y="1206805"/>
                    <a:pt x="646382" y="1293978"/>
                    <a:pt x="505036" y="1293978"/>
                  </a:cubicBezTo>
                  <a:cubicBezTo>
                    <a:pt x="393898" y="1293978"/>
                    <a:pt x="331156" y="1255697"/>
                    <a:pt x="313142" y="1174983"/>
                  </a:cubicBezTo>
                  <a:lnTo>
                    <a:pt x="27183" y="1174983"/>
                  </a:lnTo>
                  <a:cubicBezTo>
                    <a:pt x="86973" y="1395505"/>
                    <a:pt x="233585" y="1497042"/>
                    <a:pt x="474578" y="1497042"/>
                  </a:cubicBezTo>
                  <a:cubicBezTo>
                    <a:pt x="807733" y="1491536"/>
                    <a:pt x="963114" y="1370226"/>
                    <a:pt x="963114" y="1100649"/>
                  </a:cubicBezTo>
                  <a:lnTo>
                    <a:pt x="963114" y="465398"/>
                  </a:lnTo>
                  <a:cubicBezTo>
                    <a:pt x="963114" y="140866"/>
                    <a:pt x="809732" y="-1817"/>
                    <a:pt x="484861" y="17"/>
                  </a:cubicBezTo>
                  <a:cubicBezTo>
                    <a:pt x="158485" y="5601"/>
                    <a:pt x="0" y="166548"/>
                    <a:pt x="0" y="530559"/>
                  </a:cubicBezTo>
                  <a:cubicBezTo>
                    <a:pt x="76" y="907720"/>
                    <a:pt x="135283" y="1083504"/>
                    <a:pt x="414073" y="1083504"/>
                  </a:cubicBezTo>
                  <a:close/>
                  <a:moveTo>
                    <a:pt x="488850" y="860105"/>
                  </a:moveTo>
                  <a:cubicBezTo>
                    <a:pt x="343437" y="860105"/>
                    <a:pt x="270650" y="753073"/>
                    <a:pt x="264671" y="538846"/>
                  </a:cubicBezTo>
                  <a:cubicBezTo>
                    <a:pt x="264671" y="314177"/>
                    <a:pt x="339448" y="202997"/>
                    <a:pt x="492915" y="202997"/>
                  </a:cubicBezTo>
                  <a:cubicBezTo>
                    <a:pt x="646382" y="202997"/>
                    <a:pt x="720922" y="314177"/>
                    <a:pt x="719084" y="538846"/>
                  </a:cubicBezTo>
                  <a:cubicBezTo>
                    <a:pt x="711115" y="753073"/>
                    <a:pt x="634263" y="860105"/>
                    <a:pt x="488850" y="8601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2"/>
            <p:cNvSpPr/>
            <p:nvPr/>
          </p:nvSpPr>
          <p:spPr>
            <a:xfrm>
              <a:off x="4661889" y="4843290"/>
              <a:ext cx="419889" cy="1039937"/>
            </a:xfrm>
            <a:custGeom>
              <a:rect b="b" l="l" r="r" t="t"/>
              <a:pathLst>
                <a:path extrusionOk="0" h="1039937" w="419889">
                  <a:moveTo>
                    <a:pt x="0" y="1039938"/>
                  </a:moveTo>
                  <a:lnTo>
                    <a:pt x="264595" y="1039938"/>
                  </a:lnTo>
                  <a:lnTo>
                    <a:pt x="264595" y="492412"/>
                  </a:lnTo>
                  <a:cubicBezTo>
                    <a:pt x="264595" y="363368"/>
                    <a:pt x="316331" y="20497"/>
                    <a:pt x="419890" y="0"/>
                  </a:cubicBezTo>
                  <a:cubicBezTo>
                    <a:pt x="146841" y="33737"/>
                    <a:pt x="6931" y="198992"/>
                    <a:pt x="0" y="496403"/>
                  </a:cubicBezTo>
                  <a:lnTo>
                    <a:pt x="0" y="10399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2"/>
            <p:cNvSpPr/>
            <p:nvPr/>
          </p:nvSpPr>
          <p:spPr>
            <a:xfrm>
              <a:off x="4661889" y="4488137"/>
              <a:ext cx="244020" cy="471437"/>
            </a:xfrm>
            <a:custGeom>
              <a:rect b="b" l="l" r="r" t="t"/>
              <a:pathLst>
                <a:path extrusionOk="0" h="471437" w="244020">
                  <a:moveTo>
                    <a:pt x="244020" y="292465"/>
                  </a:moveTo>
                  <a:lnTo>
                    <a:pt x="244020" y="129683"/>
                  </a:lnTo>
                  <a:cubicBezTo>
                    <a:pt x="244020" y="62050"/>
                    <a:pt x="190846" y="0"/>
                    <a:pt x="126513" y="0"/>
                  </a:cubicBezTo>
                  <a:lnTo>
                    <a:pt x="0" y="0"/>
                  </a:lnTo>
                  <a:lnTo>
                    <a:pt x="152" y="471438"/>
                  </a:lnTo>
                  <a:lnTo>
                    <a:pt x="244020" y="471438"/>
                  </a:lnTo>
                  <a:lnTo>
                    <a:pt x="244020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2"/>
            <p:cNvSpPr/>
            <p:nvPr/>
          </p:nvSpPr>
          <p:spPr>
            <a:xfrm>
              <a:off x="4025065" y="4842652"/>
              <a:ext cx="522658" cy="1040575"/>
            </a:xfrm>
            <a:custGeom>
              <a:rect b="b" l="l" r="r" t="t"/>
              <a:pathLst>
                <a:path extrusionOk="0" h="1040575" w="522658">
                  <a:moveTo>
                    <a:pt x="0" y="1040576"/>
                  </a:moveTo>
                  <a:lnTo>
                    <a:pt x="264604" y="1040576"/>
                  </a:lnTo>
                  <a:lnTo>
                    <a:pt x="264604" y="493050"/>
                  </a:lnTo>
                  <a:cubicBezTo>
                    <a:pt x="264604" y="339762"/>
                    <a:pt x="337544" y="262078"/>
                    <a:pt x="483356" y="262078"/>
                  </a:cubicBezTo>
                  <a:lnTo>
                    <a:pt x="522658" y="262078"/>
                  </a:lnTo>
                  <a:lnTo>
                    <a:pt x="522658" y="0"/>
                  </a:lnTo>
                  <a:cubicBezTo>
                    <a:pt x="214534" y="21774"/>
                    <a:pt x="7417" y="184795"/>
                    <a:pt x="86" y="496955"/>
                  </a:cubicBezTo>
                  <a:lnTo>
                    <a:pt x="86" y="1040576"/>
                  </a:lnTo>
                  <a:lnTo>
                    <a:pt x="0" y="10405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2"/>
            <p:cNvSpPr/>
            <p:nvPr/>
          </p:nvSpPr>
          <p:spPr>
            <a:xfrm>
              <a:off x="356946" y="6029112"/>
              <a:ext cx="1060969" cy="277368"/>
            </a:xfrm>
            <a:custGeom>
              <a:rect b="b" l="l" r="r" t="t"/>
              <a:pathLst>
                <a:path extrusionOk="0" h="277368" w="1060969">
                  <a:moveTo>
                    <a:pt x="101302" y="277368"/>
                  </a:moveTo>
                  <a:cubicBezTo>
                    <a:pt x="87338" y="277368"/>
                    <a:pt x="74263" y="276225"/>
                    <a:pt x="62076" y="273939"/>
                  </a:cubicBezTo>
                  <a:cubicBezTo>
                    <a:pt x="49889" y="271396"/>
                    <a:pt x="38591" y="267586"/>
                    <a:pt x="28182" y="262509"/>
                  </a:cubicBezTo>
                  <a:cubicBezTo>
                    <a:pt x="17772" y="257175"/>
                    <a:pt x="8378" y="250698"/>
                    <a:pt x="0" y="243078"/>
                  </a:cubicBezTo>
                  <a:lnTo>
                    <a:pt x="11806" y="219075"/>
                  </a:lnTo>
                  <a:cubicBezTo>
                    <a:pt x="25516" y="230505"/>
                    <a:pt x="39226" y="238630"/>
                    <a:pt x="52936" y="243459"/>
                  </a:cubicBezTo>
                  <a:cubicBezTo>
                    <a:pt x="66900" y="248288"/>
                    <a:pt x="83149" y="250698"/>
                    <a:pt x="101683" y="250698"/>
                  </a:cubicBezTo>
                  <a:cubicBezTo>
                    <a:pt x="123264" y="250698"/>
                    <a:pt x="140021" y="246507"/>
                    <a:pt x="151953" y="238125"/>
                  </a:cubicBezTo>
                  <a:cubicBezTo>
                    <a:pt x="163886" y="229486"/>
                    <a:pt x="169853" y="217427"/>
                    <a:pt x="169853" y="201930"/>
                  </a:cubicBezTo>
                  <a:cubicBezTo>
                    <a:pt x="169853" y="192529"/>
                    <a:pt x="166806" y="185042"/>
                    <a:pt x="160712" y="179451"/>
                  </a:cubicBezTo>
                  <a:cubicBezTo>
                    <a:pt x="154873" y="173612"/>
                    <a:pt x="146748" y="169040"/>
                    <a:pt x="136339" y="165735"/>
                  </a:cubicBezTo>
                  <a:cubicBezTo>
                    <a:pt x="126183" y="162182"/>
                    <a:pt x="114631" y="158877"/>
                    <a:pt x="101683" y="155829"/>
                  </a:cubicBezTo>
                  <a:cubicBezTo>
                    <a:pt x="88735" y="153038"/>
                    <a:pt x="76421" y="149857"/>
                    <a:pt x="64742" y="146304"/>
                  </a:cubicBezTo>
                  <a:cubicBezTo>
                    <a:pt x="53063" y="142494"/>
                    <a:pt x="42654" y="137798"/>
                    <a:pt x="33514" y="132207"/>
                  </a:cubicBezTo>
                  <a:cubicBezTo>
                    <a:pt x="24627" y="126616"/>
                    <a:pt x="17645" y="119510"/>
                    <a:pt x="12568" y="110871"/>
                  </a:cubicBezTo>
                  <a:cubicBezTo>
                    <a:pt x="7490" y="102232"/>
                    <a:pt x="4951" y="91440"/>
                    <a:pt x="4951" y="78486"/>
                  </a:cubicBezTo>
                  <a:cubicBezTo>
                    <a:pt x="4951" y="62989"/>
                    <a:pt x="9013" y="49406"/>
                    <a:pt x="17138" y="37719"/>
                  </a:cubicBezTo>
                  <a:cubicBezTo>
                    <a:pt x="25262" y="25784"/>
                    <a:pt x="36687" y="16507"/>
                    <a:pt x="51413" y="9906"/>
                  </a:cubicBezTo>
                  <a:cubicBezTo>
                    <a:pt x="66138" y="3305"/>
                    <a:pt x="83530" y="0"/>
                    <a:pt x="103587" y="0"/>
                  </a:cubicBezTo>
                  <a:cubicBezTo>
                    <a:pt x="116028" y="0"/>
                    <a:pt x="127961" y="1400"/>
                    <a:pt x="139386" y="4191"/>
                  </a:cubicBezTo>
                  <a:cubicBezTo>
                    <a:pt x="150811" y="6734"/>
                    <a:pt x="161348" y="10544"/>
                    <a:pt x="170995" y="15621"/>
                  </a:cubicBezTo>
                  <a:cubicBezTo>
                    <a:pt x="180897" y="20698"/>
                    <a:pt x="189656" y="26927"/>
                    <a:pt x="197273" y="34290"/>
                  </a:cubicBezTo>
                  <a:lnTo>
                    <a:pt x="185086" y="58293"/>
                  </a:lnTo>
                  <a:cubicBezTo>
                    <a:pt x="172645" y="47368"/>
                    <a:pt x="159824" y="39367"/>
                    <a:pt x="146622" y="34290"/>
                  </a:cubicBezTo>
                  <a:cubicBezTo>
                    <a:pt x="133419" y="29213"/>
                    <a:pt x="119075" y="26670"/>
                    <a:pt x="103587" y="26670"/>
                  </a:cubicBezTo>
                  <a:cubicBezTo>
                    <a:pt x="82515" y="26670"/>
                    <a:pt x="66011" y="31118"/>
                    <a:pt x="54079" y="40005"/>
                  </a:cubicBezTo>
                  <a:cubicBezTo>
                    <a:pt x="42146" y="48892"/>
                    <a:pt x="36179" y="61341"/>
                    <a:pt x="36179" y="77343"/>
                  </a:cubicBezTo>
                  <a:cubicBezTo>
                    <a:pt x="36179" y="87249"/>
                    <a:pt x="38845" y="95250"/>
                    <a:pt x="44177" y="101346"/>
                  </a:cubicBezTo>
                  <a:cubicBezTo>
                    <a:pt x="49509" y="107442"/>
                    <a:pt x="56998" y="112395"/>
                    <a:pt x="66646" y="116205"/>
                  </a:cubicBezTo>
                  <a:cubicBezTo>
                    <a:pt x="76294" y="119758"/>
                    <a:pt x="87338" y="123063"/>
                    <a:pt x="99779" y="126111"/>
                  </a:cubicBezTo>
                  <a:cubicBezTo>
                    <a:pt x="112981" y="129159"/>
                    <a:pt x="125676" y="132464"/>
                    <a:pt x="137862" y="136017"/>
                  </a:cubicBezTo>
                  <a:cubicBezTo>
                    <a:pt x="150049" y="139570"/>
                    <a:pt x="160839" y="144018"/>
                    <a:pt x="170233" y="149352"/>
                  </a:cubicBezTo>
                  <a:cubicBezTo>
                    <a:pt x="179881" y="154429"/>
                    <a:pt x="187498" y="161163"/>
                    <a:pt x="193084" y="169545"/>
                  </a:cubicBezTo>
                  <a:cubicBezTo>
                    <a:pt x="198669" y="177670"/>
                    <a:pt x="201462" y="188090"/>
                    <a:pt x="201462" y="200787"/>
                  </a:cubicBezTo>
                  <a:cubicBezTo>
                    <a:pt x="201462" y="216284"/>
                    <a:pt x="197399" y="229743"/>
                    <a:pt x="189275" y="241173"/>
                  </a:cubicBezTo>
                  <a:cubicBezTo>
                    <a:pt x="181151" y="252603"/>
                    <a:pt x="169598" y="261490"/>
                    <a:pt x="154619" y="267843"/>
                  </a:cubicBezTo>
                  <a:cubicBezTo>
                    <a:pt x="139640" y="274196"/>
                    <a:pt x="121867" y="277368"/>
                    <a:pt x="101302" y="277368"/>
                  </a:cubicBezTo>
                  <a:close/>
                  <a:moveTo>
                    <a:pt x="248704" y="274320"/>
                  </a:moveTo>
                  <a:lnTo>
                    <a:pt x="248704" y="136398"/>
                  </a:lnTo>
                  <a:cubicBezTo>
                    <a:pt x="248704" y="127511"/>
                    <a:pt x="248449" y="118615"/>
                    <a:pt x="247942" y="109728"/>
                  </a:cubicBezTo>
                  <a:cubicBezTo>
                    <a:pt x="247688" y="100584"/>
                    <a:pt x="246926" y="91564"/>
                    <a:pt x="245657" y="82677"/>
                  </a:cubicBezTo>
                  <a:lnTo>
                    <a:pt x="274981" y="82677"/>
                  </a:lnTo>
                  <a:lnTo>
                    <a:pt x="278409" y="122301"/>
                  </a:lnTo>
                  <a:lnTo>
                    <a:pt x="274600" y="124968"/>
                  </a:lnTo>
                  <a:cubicBezTo>
                    <a:pt x="279170" y="109985"/>
                    <a:pt x="287040" y="98422"/>
                    <a:pt x="298212" y="90297"/>
                  </a:cubicBezTo>
                  <a:cubicBezTo>
                    <a:pt x="309637" y="82172"/>
                    <a:pt x="323093" y="78105"/>
                    <a:pt x="338581" y="78105"/>
                  </a:cubicBezTo>
                  <a:cubicBezTo>
                    <a:pt x="357114" y="78105"/>
                    <a:pt x="371459" y="82677"/>
                    <a:pt x="381615" y="91821"/>
                  </a:cubicBezTo>
                  <a:cubicBezTo>
                    <a:pt x="392024" y="100965"/>
                    <a:pt x="398625" y="114938"/>
                    <a:pt x="401419" y="133731"/>
                  </a:cubicBezTo>
                  <a:lnTo>
                    <a:pt x="392278" y="128778"/>
                  </a:lnTo>
                  <a:cubicBezTo>
                    <a:pt x="396340" y="113281"/>
                    <a:pt x="404465" y="100965"/>
                    <a:pt x="416652" y="91821"/>
                  </a:cubicBezTo>
                  <a:cubicBezTo>
                    <a:pt x="429092" y="82677"/>
                    <a:pt x="443944" y="78105"/>
                    <a:pt x="461210" y="78105"/>
                  </a:cubicBezTo>
                  <a:cubicBezTo>
                    <a:pt x="482282" y="78105"/>
                    <a:pt x="498151" y="84458"/>
                    <a:pt x="508814" y="97155"/>
                  </a:cubicBezTo>
                  <a:cubicBezTo>
                    <a:pt x="519477" y="109604"/>
                    <a:pt x="524809" y="128521"/>
                    <a:pt x="524809" y="153924"/>
                  </a:cubicBezTo>
                  <a:lnTo>
                    <a:pt x="524809" y="274320"/>
                  </a:lnTo>
                  <a:lnTo>
                    <a:pt x="493961" y="274320"/>
                  </a:lnTo>
                  <a:lnTo>
                    <a:pt x="493961" y="155448"/>
                  </a:lnTo>
                  <a:cubicBezTo>
                    <a:pt x="493961" y="137665"/>
                    <a:pt x="490787" y="124711"/>
                    <a:pt x="484441" y="116586"/>
                  </a:cubicBezTo>
                  <a:cubicBezTo>
                    <a:pt x="478093" y="108204"/>
                    <a:pt x="468065" y="104013"/>
                    <a:pt x="454355" y="104013"/>
                  </a:cubicBezTo>
                  <a:cubicBezTo>
                    <a:pt x="438360" y="104013"/>
                    <a:pt x="425664" y="109471"/>
                    <a:pt x="416271" y="120396"/>
                  </a:cubicBezTo>
                  <a:cubicBezTo>
                    <a:pt x="407131" y="131321"/>
                    <a:pt x="402561" y="146180"/>
                    <a:pt x="402561" y="164973"/>
                  </a:cubicBezTo>
                  <a:lnTo>
                    <a:pt x="402561" y="274320"/>
                  </a:lnTo>
                  <a:lnTo>
                    <a:pt x="371713" y="274320"/>
                  </a:lnTo>
                  <a:lnTo>
                    <a:pt x="371713" y="155448"/>
                  </a:lnTo>
                  <a:cubicBezTo>
                    <a:pt x="371713" y="137665"/>
                    <a:pt x="368412" y="124711"/>
                    <a:pt x="361812" y="116586"/>
                  </a:cubicBezTo>
                  <a:cubicBezTo>
                    <a:pt x="355464" y="108204"/>
                    <a:pt x="345436" y="104013"/>
                    <a:pt x="331726" y="104013"/>
                  </a:cubicBezTo>
                  <a:cubicBezTo>
                    <a:pt x="315476" y="104013"/>
                    <a:pt x="302655" y="109471"/>
                    <a:pt x="293261" y="120396"/>
                  </a:cubicBezTo>
                  <a:cubicBezTo>
                    <a:pt x="284121" y="131321"/>
                    <a:pt x="279551" y="146180"/>
                    <a:pt x="279551" y="164973"/>
                  </a:cubicBezTo>
                  <a:lnTo>
                    <a:pt x="279551" y="274320"/>
                  </a:lnTo>
                  <a:lnTo>
                    <a:pt x="248704" y="274320"/>
                  </a:lnTo>
                  <a:close/>
                  <a:moveTo>
                    <a:pt x="656923" y="276987"/>
                  </a:moveTo>
                  <a:cubicBezTo>
                    <a:pt x="639913" y="276987"/>
                    <a:pt x="624933" y="273053"/>
                    <a:pt x="611984" y="265176"/>
                  </a:cubicBezTo>
                  <a:cubicBezTo>
                    <a:pt x="599290" y="257051"/>
                    <a:pt x="589388" y="245621"/>
                    <a:pt x="582279" y="230886"/>
                  </a:cubicBezTo>
                  <a:cubicBezTo>
                    <a:pt x="575424" y="215903"/>
                    <a:pt x="571997" y="198377"/>
                    <a:pt x="571997" y="178308"/>
                  </a:cubicBezTo>
                  <a:cubicBezTo>
                    <a:pt x="571997" y="158239"/>
                    <a:pt x="575552" y="140713"/>
                    <a:pt x="582660" y="125730"/>
                  </a:cubicBezTo>
                  <a:cubicBezTo>
                    <a:pt x="589769" y="110747"/>
                    <a:pt x="599671" y="99060"/>
                    <a:pt x="612365" y="90678"/>
                  </a:cubicBezTo>
                  <a:cubicBezTo>
                    <a:pt x="625313" y="82296"/>
                    <a:pt x="640166" y="78105"/>
                    <a:pt x="656923" y="78105"/>
                  </a:cubicBezTo>
                  <a:cubicBezTo>
                    <a:pt x="674441" y="78105"/>
                    <a:pt x="689294" y="82420"/>
                    <a:pt x="701481" y="91059"/>
                  </a:cubicBezTo>
                  <a:cubicBezTo>
                    <a:pt x="713667" y="99698"/>
                    <a:pt x="721919" y="112014"/>
                    <a:pt x="726235" y="128016"/>
                  </a:cubicBezTo>
                  <a:lnTo>
                    <a:pt x="721665" y="131064"/>
                  </a:lnTo>
                  <a:lnTo>
                    <a:pt x="721665" y="82677"/>
                  </a:lnTo>
                  <a:lnTo>
                    <a:pt x="752132" y="82677"/>
                  </a:lnTo>
                  <a:lnTo>
                    <a:pt x="752132" y="274320"/>
                  </a:lnTo>
                  <a:lnTo>
                    <a:pt x="721665" y="274320"/>
                  </a:lnTo>
                  <a:lnTo>
                    <a:pt x="721665" y="224790"/>
                  </a:lnTo>
                  <a:lnTo>
                    <a:pt x="726235" y="227076"/>
                  </a:lnTo>
                  <a:cubicBezTo>
                    <a:pt x="721919" y="243078"/>
                    <a:pt x="713667" y="255394"/>
                    <a:pt x="701481" y="264033"/>
                  </a:cubicBezTo>
                  <a:cubicBezTo>
                    <a:pt x="689294" y="272672"/>
                    <a:pt x="674441" y="276987"/>
                    <a:pt x="656923" y="276987"/>
                  </a:cubicBezTo>
                  <a:close/>
                  <a:moveTo>
                    <a:pt x="663016" y="251460"/>
                  </a:moveTo>
                  <a:cubicBezTo>
                    <a:pt x="681805" y="251460"/>
                    <a:pt x="696276" y="245107"/>
                    <a:pt x="706431" y="232410"/>
                  </a:cubicBezTo>
                  <a:cubicBezTo>
                    <a:pt x="716587" y="219456"/>
                    <a:pt x="721665" y="201168"/>
                    <a:pt x="721665" y="177546"/>
                  </a:cubicBezTo>
                  <a:cubicBezTo>
                    <a:pt x="721665" y="153924"/>
                    <a:pt x="716461" y="135760"/>
                    <a:pt x="706051" y="123063"/>
                  </a:cubicBezTo>
                  <a:cubicBezTo>
                    <a:pt x="695896" y="110366"/>
                    <a:pt x="681550" y="104013"/>
                    <a:pt x="663016" y="104013"/>
                  </a:cubicBezTo>
                  <a:cubicBezTo>
                    <a:pt x="644229" y="104013"/>
                    <a:pt x="629503" y="110614"/>
                    <a:pt x="618839" y="123825"/>
                  </a:cubicBezTo>
                  <a:cubicBezTo>
                    <a:pt x="608430" y="136779"/>
                    <a:pt x="603225" y="154943"/>
                    <a:pt x="603225" y="178308"/>
                  </a:cubicBezTo>
                  <a:cubicBezTo>
                    <a:pt x="603225" y="201673"/>
                    <a:pt x="608430" y="219713"/>
                    <a:pt x="618839" y="232410"/>
                  </a:cubicBezTo>
                  <a:cubicBezTo>
                    <a:pt x="629503" y="245107"/>
                    <a:pt x="644229" y="251460"/>
                    <a:pt x="663016" y="251460"/>
                  </a:cubicBezTo>
                  <a:close/>
                  <a:moveTo>
                    <a:pt x="811774" y="274320"/>
                  </a:moveTo>
                  <a:lnTo>
                    <a:pt x="811774" y="136398"/>
                  </a:lnTo>
                  <a:cubicBezTo>
                    <a:pt x="811774" y="127511"/>
                    <a:pt x="811520" y="118615"/>
                    <a:pt x="811013" y="109728"/>
                  </a:cubicBezTo>
                  <a:cubicBezTo>
                    <a:pt x="810758" y="100584"/>
                    <a:pt x="809997" y="91564"/>
                    <a:pt x="808728" y="82677"/>
                  </a:cubicBezTo>
                  <a:lnTo>
                    <a:pt x="838052" y="82677"/>
                  </a:lnTo>
                  <a:lnTo>
                    <a:pt x="842241" y="129921"/>
                  </a:lnTo>
                  <a:lnTo>
                    <a:pt x="838052" y="128778"/>
                  </a:lnTo>
                  <a:cubicBezTo>
                    <a:pt x="841606" y="112014"/>
                    <a:pt x="849223" y="99441"/>
                    <a:pt x="860902" y="91059"/>
                  </a:cubicBezTo>
                  <a:cubicBezTo>
                    <a:pt x="872835" y="82420"/>
                    <a:pt x="886164" y="78105"/>
                    <a:pt x="900890" y="78105"/>
                  </a:cubicBezTo>
                  <a:cubicBezTo>
                    <a:pt x="904191" y="78105"/>
                    <a:pt x="907237" y="78362"/>
                    <a:pt x="910030" y="78867"/>
                  </a:cubicBezTo>
                  <a:cubicBezTo>
                    <a:pt x="913076" y="79124"/>
                    <a:pt x="915869" y="79629"/>
                    <a:pt x="918408" y="80391"/>
                  </a:cubicBezTo>
                  <a:lnTo>
                    <a:pt x="917646" y="108585"/>
                  </a:lnTo>
                  <a:cubicBezTo>
                    <a:pt x="911807" y="106556"/>
                    <a:pt x="905079" y="105537"/>
                    <a:pt x="897462" y="105537"/>
                  </a:cubicBezTo>
                  <a:cubicBezTo>
                    <a:pt x="884260" y="105537"/>
                    <a:pt x="873596" y="108461"/>
                    <a:pt x="865472" y="114300"/>
                  </a:cubicBezTo>
                  <a:cubicBezTo>
                    <a:pt x="857601" y="120139"/>
                    <a:pt x="851762" y="127635"/>
                    <a:pt x="847954" y="136779"/>
                  </a:cubicBezTo>
                  <a:cubicBezTo>
                    <a:pt x="844399" y="145666"/>
                    <a:pt x="842622" y="155067"/>
                    <a:pt x="842622" y="164973"/>
                  </a:cubicBezTo>
                  <a:lnTo>
                    <a:pt x="842622" y="274320"/>
                  </a:lnTo>
                  <a:lnTo>
                    <a:pt x="811774" y="274320"/>
                  </a:lnTo>
                  <a:close/>
                  <a:moveTo>
                    <a:pt x="937959" y="107061"/>
                  </a:moveTo>
                  <a:lnTo>
                    <a:pt x="937959" y="82677"/>
                  </a:lnTo>
                  <a:lnTo>
                    <a:pt x="1060969" y="82677"/>
                  </a:lnTo>
                  <a:lnTo>
                    <a:pt x="1060969" y="107061"/>
                  </a:lnTo>
                  <a:lnTo>
                    <a:pt x="937959" y="107061"/>
                  </a:lnTo>
                  <a:close/>
                  <a:moveTo>
                    <a:pt x="1060207" y="246888"/>
                  </a:moveTo>
                  <a:lnTo>
                    <a:pt x="1060207" y="273177"/>
                  </a:lnTo>
                  <a:cubicBezTo>
                    <a:pt x="1055894" y="274444"/>
                    <a:pt x="1051582" y="275339"/>
                    <a:pt x="1047259" y="275844"/>
                  </a:cubicBezTo>
                  <a:cubicBezTo>
                    <a:pt x="1043203" y="276606"/>
                    <a:pt x="1038633" y="276987"/>
                    <a:pt x="1033549" y="276987"/>
                  </a:cubicBezTo>
                  <a:cubicBezTo>
                    <a:pt x="1015783" y="276987"/>
                    <a:pt x="1001559" y="271910"/>
                    <a:pt x="990895" y="261747"/>
                  </a:cubicBezTo>
                  <a:cubicBezTo>
                    <a:pt x="980489" y="251584"/>
                    <a:pt x="975281" y="236344"/>
                    <a:pt x="975281" y="216027"/>
                  </a:cubicBezTo>
                  <a:lnTo>
                    <a:pt x="975281" y="33528"/>
                  </a:lnTo>
                  <a:lnTo>
                    <a:pt x="1006129" y="22479"/>
                  </a:lnTo>
                  <a:lnTo>
                    <a:pt x="1006129" y="211836"/>
                  </a:lnTo>
                  <a:cubicBezTo>
                    <a:pt x="1006129" y="221999"/>
                    <a:pt x="1007528" y="229867"/>
                    <a:pt x="1010318" y="235458"/>
                  </a:cubicBezTo>
                  <a:cubicBezTo>
                    <a:pt x="1013365" y="241049"/>
                    <a:pt x="1017430" y="244983"/>
                    <a:pt x="1022505" y="247269"/>
                  </a:cubicBezTo>
                  <a:cubicBezTo>
                    <a:pt x="1027589" y="249298"/>
                    <a:pt x="1033301" y="250317"/>
                    <a:pt x="1039642" y="250317"/>
                  </a:cubicBezTo>
                  <a:cubicBezTo>
                    <a:pt x="1043451" y="250317"/>
                    <a:pt x="1046878" y="250060"/>
                    <a:pt x="1049925" y="249555"/>
                  </a:cubicBezTo>
                  <a:cubicBezTo>
                    <a:pt x="1052972" y="249050"/>
                    <a:pt x="1056399" y="248155"/>
                    <a:pt x="1060207" y="2468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2"/>
            <p:cNvSpPr/>
            <p:nvPr/>
          </p:nvSpPr>
          <p:spPr>
            <a:xfrm>
              <a:off x="2533419" y="6030637"/>
              <a:ext cx="1481153" cy="357758"/>
            </a:xfrm>
            <a:custGeom>
              <a:rect b="b" l="l" r="r" t="t"/>
              <a:pathLst>
                <a:path extrusionOk="0" h="357758" w="1481153">
                  <a:moveTo>
                    <a:pt x="0" y="272796"/>
                  </a:moveTo>
                  <a:lnTo>
                    <a:pt x="0" y="1524"/>
                  </a:lnTo>
                  <a:lnTo>
                    <a:pt x="31228" y="1524"/>
                  </a:lnTo>
                  <a:lnTo>
                    <a:pt x="31228" y="246126"/>
                  </a:lnTo>
                  <a:lnTo>
                    <a:pt x="167187" y="246126"/>
                  </a:lnTo>
                  <a:lnTo>
                    <a:pt x="167187" y="272796"/>
                  </a:lnTo>
                  <a:lnTo>
                    <a:pt x="0" y="272796"/>
                  </a:lnTo>
                  <a:close/>
                  <a:moveTo>
                    <a:pt x="282561" y="275463"/>
                  </a:moveTo>
                  <a:cubicBezTo>
                    <a:pt x="264281" y="275463"/>
                    <a:pt x="248285" y="271396"/>
                    <a:pt x="234576" y="263271"/>
                  </a:cubicBezTo>
                  <a:cubicBezTo>
                    <a:pt x="221113" y="255146"/>
                    <a:pt x="210583" y="243716"/>
                    <a:pt x="202966" y="228981"/>
                  </a:cubicBezTo>
                  <a:cubicBezTo>
                    <a:pt x="195597" y="213998"/>
                    <a:pt x="191922" y="196339"/>
                    <a:pt x="191922" y="176022"/>
                  </a:cubicBezTo>
                  <a:cubicBezTo>
                    <a:pt x="191922" y="155953"/>
                    <a:pt x="195597" y="138427"/>
                    <a:pt x="202966" y="123444"/>
                  </a:cubicBezTo>
                  <a:cubicBezTo>
                    <a:pt x="210583" y="108461"/>
                    <a:pt x="221113" y="96898"/>
                    <a:pt x="234576" y="88773"/>
                  </a:cubicBezTo>
                  <a:cubicBezTo>
                    <a:pt x="248285" y="80648"/>
                    <a:pt x="264281" y="76581"/>
                    <a:pt x="282561" y="76581"/>
                  </a:cubicBezTo>
                  <a:cubicBezTo>
                    <a:pt x="300841" y="76581"/>
                    <a:pt x="316703" y="80648"/>
                    <a:pt x="330165" y="88773"/>
                  </a:cubicBezTo>
                  <a:cubicBezTo>
                    <a:pt x="343875" y="96898"/>
                    <a:pt x="354405" y="108461"/>
                    <a:pt x="361774" y="123444"/>
                  </a:cubicBezTo>
                  <a:cubicBezTo>
                    <a:pt x="369391" y="138427"/>
                    <a:pt x="373199" y="155953"/>
                    <a:pt x="373199" y="176022"/>
                  </a:cubicBezTo>
                  <a:cubicBezTo>
                    <a:pt x="373199" y="196339"/>
                    <a:pt x="369391" y="213998"/>
                    <a:pt x="361774" y="228981"/>
                  </a:cubicBezTo>
                  <a:cubicBezTo>
                    <a:pt x="354405" y="243716"/>
                    <a:pt x="343875" y="255146"/>
                    <a:pt x="330165" y="263271"/>
                  </a:cubicBezTo>
                  <a:cubicBezTo>
                    <a:pt x="316703" y="271396"/>
                    <a:pt x="300841" y="275463"/>
                    <a:pt x="282561" y="275463"/>
                  </a:cubicBezTo>
                  <a:close/>
                  <a:moveTo>
                    <a:pt x="282561" y="249936"/>
                  </a:moveTo>
                  <a:cubicBezTo>
                    <a:pt x="301345" y="249936"/>
                    <a:pt x="315817" y="243716"/>
                    <a:pt x="325976" y="231267"/>
                  </a:cubicBezTo>
                  <a:cubicBezTo>
                    <a:pt x="336382" y="218570"/>
                    <a:pt x="341590" y="200149"/>
                    <a:pt x="341590" y="176022"/>
                  </a:cubicBezTo>
                  <a:cubicBezTo>
                    <a:pt x="341590" y="152400"/>
                    <a:pt x="336382" y="134236"/>
                    <a:pt x="325976" y="121539"/>
                  </a:cubicBezTo>
                  <a:cubicBezTo>
                    <a:pt x="315560" y="108842"/>
                    <a:pt x="301088" y="102489"/>
                    <a:pt x="282561" y="102489"/>
                  </a:cubicBezTo>
                  <a:cubicBezTo>
                    <a:pt x="264024" y="102489"/>
                    <a:pt x="249428" y="108842"/>
                    <a:pt x="238765" y="121539"/>
                  </a:cubicBezTo>
                  <a:cubicBezTo>
                    <a:pt x="228349" y="134236"/>
                    <a:pt x="223150" y="152400"/>
                    <a:pt x="223150" y="176022"/>
                  </a:cubicBezTo>
                  <a:cubicBezTo>
                    <a:pt x="223150" y="200149"/>
                    <a:pt x="228225" y="218570"/>
                    <a:pt x="238384" y="231267"/>
                  </a:cubicBezTo>
                  <a:cubicBezTo>
                    <a:pt x="248790" y="243716"/>
                    <a:pt x="263519" y="249936"/>
                    <a:pt x="282561" y="249936"/>
                  </a:cubicBezTo>
                  <a:close/>
                  <a:moveTo>
                    <a:pt x="505445" y="357759"/>
                  </a:moveTo>
                  <a:cubicBezTo>
                    <a:pt x="476501" y="357759"/>
                    <a:pt x="451366" y="351158"/>
                    <a:pt x="430039" y="337947"/>
                  </a:cubicBezTo>
                  <a:lnTo>
                    <a:pt x="435371" y="312801"/>
                  </a:lnTo>
                  <a:cubicBezTo>
                    <a:pt x="447310" y="319659"/>
                    <a:pt x="458602" y="324612"/>
                    <a:pt x="469265" y="327660"/>
                  </a:cubicBezTo>
                  <a:cubicBezTo>
                    <a:pt x="479929" y="330708"/>
                    <a:pt x="491992" y="332232"/>
                    <a:pt x="505445" y="332232"/>
                  </a:cubicBezTo>
                  <a:cubicBezTo>
                    <a:pt x="523725" y="332232"/>
                    <a:pt x="537568" y="327279"/>
                    <a:pt x="546955" y="317373"/>
                  </a:cubicBezTo>
                  <a:cubicBezTo>
                    <a:pt x="556610" y="307724"/>
                    <a:pt x="561427" y="293246"/>
                    <a:pt x="561427" y="273939"/>
                  </a:cubicBezTo>
                  <a:lnTo>
                    <a:pt x="561427" y="222123"/>
                  </a:lnTo>
                  <a:lnTo>
                    <a:pt x="565617" y="217170"/>
                  </a:lnTo>
                  <a:cubicBezTo>
                    <a:pt x="562570" y="227333"/>
                    <a:pt x="557752" y="236220"/>
                    <a:pt x="551145" y="243840"/>
                  </a:cubicBezTo>
                  <a:cubicBezTo>
                    <a:pt x="544804" y="251203"/>
                    <a:pt x="536930" y="256918"/>
                    <a:pt x="527533" y="260985"/>
                  </a:cubicBezTo>
                  <a:cubicBezTo>
                    <a:pt x="518145" y="265052"/>
                    <a:pt x="507482" y="267081"/>
                    <a:pt x="495543" y="267081"/>
                  </a:cubicBezTo>
                  <a:cubicBezTo>
                    <a:pt x="478539" y="267081"/>
                    <a:pt x="463553" y="263147"/>
                    <a:pt x="450604" y="255270"/>
                  </a:cubicBezTo>
                  <a:cubicBezTo>
                    <a:pt x="437913" y="247145"/>
                    <a:pt x="427888" y="235963"/>
                    <a:pt x="420518" y="221742"/>
                  </a:cubicBezTo>
                  <a:cubicBezTo>
                    <a:pt x="413416" y="207521"/>
                    <a:pt x="409855" y="190881"/>
                    <a:pt x="409855" y="171831"/>
                  </a:cubicBezTo>
                  <a:cubicBezTo>
                    <a:pt x="409855" y="152781"/>
                    <a:pt x="413416" y="136141"/>
                    <a:pt x="420518" y="121920"/>
                  </a:cubicBezTo>
                  <a:cubicBezTo>
                    <a:pt x="427888" y="107699"/>
                    <a:pt x="437913" y="96650"/>
                    <a:pt x="450604" y="88773"/>
                  </a:cubicBezTo>
                  <a:cubicBezTo>
                    <a:pt x="463553" y="80648"/>
                    <a:pt x="478539" y="76581"/>
                    <a:pt x="495543" y="76581"/>
                  </a:cubicBezTo>
                  <a:cubicBezTo>
                    <a:pt x="513318" y="76581"/>
                    <a:pt x="528295" y="81029"/>
                    <a:pt x="540481" y="89916"/>
                  </a:cubicBezTo>
                  <a:cubicBezTo>
                    <a:pt x="552925" y="98555"/>
                    <a:pt x="561304" y="110747"/>
                    <a:pt x="565617" y="126492"/>
                  </a:cubicBezTo>
                  <a:lnTo>
                    <a:pt x="561047" y="122301"/>
                  </a:lnTo>
                  <a:lnTo>
                    <a:pt x="561047" y="81153"/>
                  </a:lnTo>
                  <a:lnTo>
                    <a:pt x="591894" y="81153"/>
                  </a:lnTo>
                  <a:lnTo>
                    <a:pt x="591894" y="271272"/>
                  </a:lnTo>
                  <a:cubicBezTo>
                    <a:pt x="591894" y="299971"/>
                    <a:pt x="584535" y="321564"/>
                    <a:pt x="569806" y="336042"/>
                  </a:cubicBezTo>
                  <a:cubicBezTo>
                    <a:pt x="555334" y="350520"/>
                    <a:pt x="533883" y="357759"/>
                    <a:pt x="505445" y="357759"/>
                  </a:cubicBezTo>
                  <a:close/>
                  <a:moveTo>
                    <a:pt x="501636" y="241173"/>
                  </a:moveTo>
                  <a:cubicBezTo>
                    <a:pt x="520173" y="241173"/>
                    <a:pt x="534645" y="235077"/>
                    <a:pt x="545051" y="222885"/>
                  </a:cubicBezTo>
                  <a:cubicBezTo>
                    <a:pt x="555715" y="210436"/>
                    <a:pt x="561047" y="193424"/>
                    <a:pt x="561047" y="171831"/>
                  </a:cubicBezTo>
                  <a:cubicBezTo>
                    <a:pt x="561047" y="150238"/>
                    <a:pt x="555715" y="133350"/>
                    <a:pt x="545051" y="121158"/>
                  </a:cubicBezTo>
                  <a:cubicBezTo>
                    <a:pt x="534645" y="108709"/>
                    <a:pt x="520173" y="102489"/>
                    <a:pt x="501636" y="102489"/>
                  </a:cubicBezTo>
                  <a:cubicBezTo>
                    <a:pt x="482851" y="102489"/>
                    <a:pt x="467999" y="108709"/>
                    <a:pt x="457079" y="121158"/>
                  </a:cubicBezTo>
                  <a:cubicBezTo>
                    <a:pt x="446415" y="133350"/>
                    <a:pt x="441083" y="150238"/>
                    <a:pt x="441083" y="171831"/>
                  </a:cubicBezTo>
                  <a:cubicBezTo>
                    <a:pt x="441083" y="193672"/>
                    <a:pt x="446415" y="210693"/>
                    <a:pt x="457079" y="222885"/>
                  </a:cubicBezTo>
                  <a:cubicBezTo>
                    <a:pt x="467999" y="235077"/>
                    <a:pt x="482851" y="241173"/>
                    <a:pt x="501636" y="241173"/>
                  </a:cubicBezTo>
                  <a:close/>
                  <a:moveTo>
                    <a:pt x="651124" y="272796"/>
                  </a:moveTo>
                  <a:lnTo>
                    <a:pt x="651124" y="81153"/>
                  </a:lnTo>
                  <a:lnTo>
                    <a:pt x="681971" y="81153"/>
                  </a:lnTo>
                  <a:lnTo>
                    <a:pt x="681971" y="272796"/>
                  </a:lnTo>
                  <a:lnTo>
                    <a:pt x="651124" y="272796"/>
                  </a:lnTo>
                  <a:close/>
                  <a:moveTo>
                    <a:pt x="648077" y="0"/>
                  </a:moveTo>
                  <a:lnTo>
                    <a:pt x="685780" y="0"/>
                  </a:lnTo>
                  <a:lnTo>
                    <a:pt x="685780" y="35052"/>
                  </a:lnTo>
                  <a:lnTo>
                    <a:pt x="648077" y="35052"/>
                  </a:lnTo>
                  <a:lnTo>
                    <a:pt x="648077" y="0"/>
                  </a:lnTo>
                  <a:close/>
                  <a:moveTo>
                    <a:pt x="806609" y="275463"/>
                  </a:moveTo>
                  <a:cubicBezTo>
                    <a:pt x="774371" y="275463"/>
                    <a:pt x="748856" y="267205"/>
                    <a:pt x="730061" y="250698"/>
                  </a:cubicBezTo>
                  <a:lnTo>
                    <a:pt x="740344" y="227838"/>
                  </a:lnTo>
                  <a:cubicBezTo>
                    <a:pt x="750502" y="235715"/>
                    <a:pt x="760909" y="241554"/>
                    <a:pt x="771572" y="245364"/>
                  </a:cubicBezTo>
                  <a:cubicBezTo>
                    <a:pt x="782493" y="248917"/>
                    <a:pt x="794556" y="250698"/>
                    <a:pt x="807751" y="250698"/>
                  </a:cubicBezTo>
                  <a:cubicBezTo>
                    <a:pt x="822223" y="250698"/>
                    <a:pt x="833144" y="248288"/>
                    <a:pt x="840503" y="243459"/>
                  </a:cubicBezTo>
                  <a:cubicBezTo>
                    <a:pt x="848120" y="238382"/>
                    <a:pt x="851929" y="231143"/>
                    <a:pt x="851929" y="221742"/>
                  </a:cubicBezTo>
                  <a:cubicBezTo>
                    <a:pt x="851929" y="214122"/>
                    <a:pt x="849396" y="208150"/>
                    <a:pt x="844312" y="203835"/>
                  </a:cubicBezTo>
                  <a:cubicBezTo>
                    <a:pt x="839237" y="199263"/>
                    <a:pt x="830859" y="195577"/>
                    <a:pt x="819177" y="192786"/>
                  </a:cubicBezTo>
                  <a:lnTo>
                    <a:pt x="786806" y="185166"/>
                  </a:lnTo>
                  <a:cubicBezTo>
                    <a:pt x="770811" y="181613"/>
                    <a:pt x="758376" y="175260"/>
                    <a:pt x="749484" y="166116"/>
                  </a:cubicBezTo>
                  <a:cubicBezTo>
                    <a:pt x="740858" y="156972"/>
                    <a:pt x="736535" y="146047"/>
                    <a:pt x="736535" y="133350"/>
                  </a:cubicBezTo>
                  <a:cubicBezTo>
                    <a:pt x="736535" y="122177"/>
                    <a:pt x="739582" y="112395"/>
                    <a:pt x="745675" y="104013"/>
                  </a:cubicBezTo>
                  <a:cubicBezTo>
                    <a:pt x="751769" y="95374"/>
                    <a:pt x="760280" y="88649"/>
                    <a:pt x="771191" y="83820"/>
                  </a:cubicBezTo>
                  <a:cubicBezTo>
                    <a:pt x="782112" y="78991"/>
                    <a:pt x="795060" y="76581"/>
                    <a:pt x="810037" y="76581"/>
                  </a:cubicBezTo>
                  <a:cubicBezTo>
                    <a:pt x="823499" y="76581"/>
                    <a:pt x="836190" y="78743"/>
                    <a:pt x="848120" y="83058"/>
                  </a:cubicBezTo>
                  <a:cubicBezTo>
                    <a:pt x="860059" y="87373"/>
                    <a:pt x="870085" y="93602"/>
                    <a:pt x="878206" y="101727"/>
                  </a:cubicBezTo>
                  <a:lnTo>
                    <a:pt x="867924" y="124206"/>
                  </a:lnTo>
                  <a:cubicBezTo>
                    <a:pt x="858784" y="116586"/>
                    <a:pt x="849396" y="110995"/>
                    <a:pt x="839742" y="107442"/>
                  </a:cubicBezTo>
                  <a:cubicBezTo>
                    <a:pt x="830354" y="103632"/>
                    <a:pt x="820452" y="101727"/>
                    <a:pt x="810037" y="101727"/>
                  </a:cubicBezTo>
                  <a:cubicBezTo>
                    <a:pt x="796327" y="101727"/>
                    <a:pt x="785663" y="104394"/>
                    <a:pt x="778046" y="109728"/>
                  </a:cubicBezTo>
                  <a:cubicBezTo>
                    <a:pt x="770687" y="115062"/>
                    <a:pt x="767002" y="122301"/>
                    <a:pt x="767002" y="131445"/>
                  </a:cubicBezTo>
                  <a:cubicBezTo>
                    <a:pt x="767002" y="139322"/>
                    <a:pt x="769287" y="145542"/>
                    <a:pt x="773857" y="150114"/>
                  </a:cubicBezTo>
                  <a:cubicBezTo>
                    <a:pt x="778684" y="154686"/>
                    <a:pt x="786301" y="158239"/>
                    <a:pt x="796708" y="160782"/>
                  </a:cubicBezTo>
                  <a:lnTo>
                    <a:pt x="829078" y="168783"/>
                  </a:lnTo>
                  <a:cubicBezTo>
                    <a:pt x="847111" y="172593"/>
                    <a:pt x="860307" y="178946"/>
                    <a:pt x="868685" y="187833"/>
                  </a:cubicBezTo>
                  <a:cubicBezTo>
                    <a:pt x="877321" y="196472"/>
                    <a:pt x="881634" y="207521"/>
                    <a:pt x="881634" y="220980"/>
                  </a:cubicBezTo>
                  <a:cubicBezTo>
                    <a:pt x="881634" y="237487"/>
                    <a:pt x="874912" y="250698"/>
                    <a:pt x="861449" y="260604"/>
                  </a:cubicBezTo>
                  <a:cubicBezTo>
                    <a:pt x="847996" y="270510"/>
                    <a:pt x="829716" y="275463"/>
                    <a:pt x="806609" y="275463"/>
                  </a:cubicBezTo>
                  <a:close/>
                  <a:moveTo>
                    <a:pt x="901904" y="105537"/>
                  </a:moveTo>
                  <a:lnTo>
                    <a:pt x="901904" y="81153"/>
                  </a:lnTo>
                  <a:lnTo>
                    <a:pt x="1024913" y="81153"/>
                  </a:lnTo>
                  <a:lnTo>
                    <a:pt x="1024913" y="105537"/>
                  </a:lnTo>
                  <a:lnTo>
                    <a:pt x="901904" y="105537"/>
                  </a:lnTo>
                  <a:close/>
                  <a:moveTo>
                    <a:pt x="1024152" y="245364"/>
                  </a:moveTo>
                  <a:lnTo>
                    <a:pt x="1024152" y="271653"/>
                  </a:lnTo>
                  <a:cubicBezTo>
                    <a:pt x="1019829" y="272920"/>
                    <a:pt x="1015516" y="273815"/>
                    <a:pt x="1011203" y="274320"/>
                  </a:cubicBezTo>
                  <a:cubicBezTo>
                    <a:pt x="1007138" y="275082"/>
                    <a:pt x="1002568" y="275463"/>
                    <a:pt x="997493" y="275463"/>
                  </a:cubicBezTo>
                  <a:cubicBezTo>
                    <a:pt x="979718" y="275463"/>
                    <a:pt x="965503" y="270386"/>
                    <a:pt x="954840" y="260223"/>
                  </a:cubicBezTo>
                  <a:cubicBezTo>
                    <a:pt x="944424" y="250060"/>
                    <a:pt x="939226" y="234820"/>
                    <a:pt x="939226" y="214503"/>
                  </a:cubicBezTo>
                  <a:lnTo>
                    <a:pt x="939226" y="32004"/>
                  </a:lnTo>
                  <a:lnTo>
                    <a:pt x="970073" y="20955"/>
                  </a:lnTo>
                  <a:lnTo>
                    <a:pt x="970073" y="210312"/>
                  </a:lnTo>
                  <a:cubicBezTo>
                    <a:pt x="970073" y="220475"/>
                    <a:pt x="971463" y="228343"/>
                    <a:pt x="974262" y="233934"/>
                  </a:cubicBezTo>
                  <a:cubicBezTo>
                    <a:pt x="977309" y="239525"/>
                    <a:pt x="981365" y="243459"/>
                    <a:pt x="986449" y="245745"/>
                  </a:cubicBezTo>
                  <a:cubicBezTo>
                    <a:pt x="991524" y="247774"/>
                    <a:pt x="997236" y="248793"/>
                    <a:pt x="1003587" y="248793"/>
                  </a:cubicBezTo>
                  <a:cubicBezTo>
                    <a:pt x="1007395" y="248793"/>
                    <a:pt x="1010822" y="248536"/>
                    <a:pt x="1013869" y="248031"/>
                  </a:cubicBezTo>
                  <a:cubicBezTo>
                    <a:pt x="1016916" y="247526"/>
                    <a:pt x="1020343" y="246631"/>
                    <a:pt x="1024152" y="245364"/>
                  </a:cubicBezTo>
                  <a:close/>
                  <a:moveTo>
                    <a:pt x="1062083" y="272796"/>
                  </a:moveTo>
                  <a:lnTo>
                    <a:pt x="1062083" y="81153"/>
                  </a:lnTo>
                  <a:lnTo>
                    <a:pt x="1092931" y="81153"/>
                  </a:lnTo>
                  <a:lnTo>
                    <a:pt x="1092931" y="272796"/>
                  </a:lnTo>
                  <a:lnTo>
                    <a:pt x="1062083" y="272796"/>
                  </a:lnTo>
                  <a:close/>
                  <a:moveTo>
                    <a:pt x="1059036" y="0"/>
                  </a:moveTo>
                  <a:lnTo>
                    <a:pt x="1096739" y="0"/>
                  </a:lnTo>
                  <a:lnTo>
                    <a:pt x="1096739" y="35052"/>
                  </a:lnTo>
                  <a:lnTo>
                    <a:pt x="1059036" y="35052"/>
                  </a:lnTo>
                  <a:lnTo>
                    <a:pt x="1059036" y="0"/>
                  </a:lnTo>
                  <a:close/>
                  <a:moveTo>
                    <a:pt x="1233183" y="275463"/>
                  </a:moveTo>
                  <a:cubicBezTo>
                    <a:pt x="1214398" y="275463"/>
                    <a:pt x="1198146" y="271396"/>
                    <a:pt x="1184436" y="263271"/>
                  </a:cubicBezTo>
                  <a:cubicBezTo>
                    <a:pt x="1170726" y="255146"/>
                    <a:pt x="1160062" y="243716"/>
                    <a:pt x="1152446" y="228981"/>
                  </a:cubicBezTo>
                  <a:cubicBezTo>
                    <a:pt x="1145086" y="214246"/>
                    <a:pt x="1141401" y="196853"/>
                    <a:pt x="1141401" y="176784"/>
                  </a:cubicBezTo>
                  <a:cubicBezTo>
                    <a:pt x="1141401" y="156972"/>
                    <a:pt x="1145210" y="139570"/>
                    <a:pt x="1152827" y="124587"/>
                  </a:cubicBezTo>
                  <a:cubicBezTo>
                    <a:pt x="1160443" y="109347"/>
                    <a:pt x="1171240" y="97536"/>
                    <a:pt x="1185197" y="89154"/>
                  </a:cubicBezTo>
                  <a:cubicBezTo>
                    <a:pt x="1199165" y="80772"/>
                    <a:pt x="1215664" y="76581"/>
                    <a:pt x="1234706" y="76581"/>
                  </a:cubicBezTo>
                  <a:cubicBezTo>
                    <a:pt x="1247654" y="76581"/>
                    <a:pt x="1260098" y="78867"/>
                    <a:pt x="1272028" y="83439"/>
                  </a:cubicBezTo>
                  <a:cubicBezTo>
                    <a:pt x="1284215" y="87754"/>
                    <a:pt x="1294250" y="93850"/>
                    <a:pt x="1302114" y="101727"/>
                  </a:cubicBezTo>
                  <a:lnTo>
                    <a:pt x="1291831" y="124587"/>
                  </a:lnTo>
                  <a:cubicBezTo>
                    <a:pt x="1282444" y="117224"/>
                    <a:pt x="1273170" y="111757"/>
                    <a:pt x="1264030" y="108204"/>
                  </a:cubicBezTo>
                  <a:cubicBezTo>
                    <a:pt x="1255148" y="104394"/>
                    <a:pt x="1245884" y="102489"/>
                    <a:pt x="1236230" y="102489"/>
                  </a:cubicBezTo>
                  <a:cubicBezTo>
                    <a:pt x="1216940" y="102489"/>
                    <a:pt x="1201573" y="108966"/>
                    <a:pt x="1190148" y="121920"/>
                  </a:cubicBezTo>
                  <a:cubicBezTo>
                    <a:pt x="1178980" y="134874"/>
                    <a:pt x="1173392" y="153162"/>
                    <a:pt x="1173392" y="176784"/>
                  </a:cubicBezTo>
                  <a:cubicBezTo>
                    <a:pt x="1173392" y="200149"/>
                    <a:pt x="1178980" y="218189"/>
                    <a:pt x="1190148" y="230886"/>
                  </a:cubicBezTo>
                  <a:cubicBezTo>
                    <a:pt x="1201326" y="243583"/>
                    <a:pt x="1216683" y="249936"/>
                    <a:pt x="1236230" y="249936"/>
                  </a:cubicBezTo>
                  <a:cubicBezTo>
                    <a:pt x="1245627" y="249936"/>
                    <a:pt x="1254890" y="248155"/>
                    <a:pt x="1264030" y="244602"/>
                  </a:cubicBezTo>
                  <a:cubicBezTo>
                    <a:pt x="1273170" y="240792"/>
                    <a:pt x="1282444" y="235201"/>
                    <a:pt x="1291831" y="227838"/>
                  </a:cubicBezTo>
                  <a:lnTo>
                    <a:pt x="1302114" y="250698"/>
                  </a:lnTo>
                  <a:cubicBezTo>
                    <a:pt x="1293993" y="258318"/>
                    <a:pt x="1283710" y="264414"/>
                    <a:pt x="1271266" y="268986"/>
                  </a:cubicBezTo>
                  <a:cubicBezTo>
                    <a:pt x="1259080" y="273301"/>
                    <a:pt x="1246388" y="275463"/>
                    <a:pt x="1233183" y="275463"/>
                  </a:cubicBezTo>
                  <a:close/>
                  <a:moveTo>
                    <a:pt x="1406130" y="275463"/>
                  </a:moveTo>
                  <a:cubicBezTo>
                    <a:pt x="1373882" y="275463"/>
                    <a:pt x="1348366" y="267205"/>
                    <a:pt x="1329582" y="250698"/>
                  </a:cubicBezTo>
                  <a:lnTo>
                    <a:pt x="1339864" y="227838"/>
                  </a:lnTo>
                  <a:cubicBezTo>
                    <a:pt x="1350023" y="235715"/>
                    <a:pt x="1360429" y="241554"/>
                    <a:pt x="1371093" y="245364"/>
                  </a:cubicBezTo>
                  <a:cubicBezTo>
                    <a:pt x="1382013" y="248917"/>
                    <a:pt x="1394066" y="250698"/>
                    <a:pt x="1407272" y="250698"/>
                  </a:cubicBezTo>
                  <a:cubicBezTo>
                    <a:pt x="1421744" y="250698"/>
                    <a:pt x="1432664" y="248288"/>
                    <a:pt x="1440024" y="243459"/>
                  </a:cubicBezTo>
                  <a:cubicBezTo>
                    <a:pt x="1447641" y="238382"/>
                    <a:pt x="1451449" y="231143"/>
                    <a:pt x="1451449" y="221742"/>
                  </a:cubicBezTo>
                  <a:cubicBezTo>
                    <a:pt x="1451449" y="214122"/>
                    <a:pt x="1448907" y="208150"/>
                    <a:pt x="1443832" y="203835"/>
                  </a:cubicBezTo>
                  <a:cubicBezTo>
                    <a:pt x="1438757" y="199263"/>
                    <a:pt x="1430379" y="195577"/>
                    <a:pt x="1418697" y="192786"/>
                  </a:cubicBezTo>
                  <a:lnTo>
                    <a:pt x="1386326" y="185166"/>
                  </a:lnTo>
                  <a:cubicBezTo>
                    <a:pt x="1370331" y="181613"/>
                    <a:pt x="1357887" y="175260"/>
                    <a:pt x="1349004" y="166116"/>
                  </a:cubicBezTo>
                  <a:cubicBezTo>
                    <a:pt x="1340369" y="156972"/>
                    <a:pt x="1336056" y="146047"/>
                    <a:pt x="1336056" y="133350"/>
                  </a:cubicBezTo>
                  <a:cubicBezTo>
                    <a:pt x="1336056" y="122177"/>
                    <a:pt x="1339103" y="112395"/>
                    <a:pt x="1345196" y="104013"/>
                  </a:cubicBezTo>
                  <a:cubicBezTo>
                    <a:pt x="1351289" y="95374"/>
                    <a:pt x="1359792" y="88649"/>
                    <a:pt x="1370712" y="83820"/>
                  </a:cubicBezTo>
                  <a:cubicBezTo>
                    <a:pt x="1381632" y="78991"/>
                    <a:pt x="1394581" y="76581"/>
                    <a:pt x="1409557" y="76581"/>
                  </a:cubicBezTo>
                  <a:cubicBezTo>
                    <a:pt x="1423010" y="76581"/>
                    <a:pt x="1435711" y="78743"/>
                    <a:pt x="1447641" y="83058"/>
                  </a:cubicBezTo>
                  <a:cubicBezTo>
                    <a:pt x="1459570" y="87373"/>
                    <a:pt x="1469605" y="93602"/>
                    <a:pt x="1477727" y="101727"/>
                  </a:cubicBezTo>
                  <a:lnTo>
                    <a:pt x="1467444" y="124206"/>
                  </a:lnTo>
                  <a:cubicBezTo>
                    <a:pt x="1458304" y="116586"/>
                    <a:pt x="1448907" y="110995"/>
                    <a:pt x="1439262" y="107442"/>
                  </a:cubicBezTo>
                  <a:cubicBezTo>
                    <a:pt x="1429865" y="103632"/>
                    <a:pt x="1419963" y="101727"/>
                    <a:pt x="1409557" y="101727"/>
                  </a:cubicBezTo>
                  <a:cubicBezTo>
                    <a:pt x="1395847" y="101727"/>
                    <a:pt x="1385184" y="104394"/>
                    <a:pt x="1377567" y="109728"/>
                  </a:cubicBezTo>
                  <a:cubicBezTo>
                    <a:pt x="1370207" y="115062"/>
                    <a:pt x="1366523" y="122301"/>
                    <a:pt x="1366523" y="131445"/>
                  </a:cubicBezTo>
                  <a:cubicBezTo>
                    <a:pt x="1366523" y="139322"/>
                    <a:pt x="1368808" y="145542"/>
                    <a:pt x="1373378" y="150114"/>
                  </a:cubicBezTo>
                  <a:cubicBezTo>
                    <a:pt x="1378205" y="154686"/>
                    <a:pt x="1385821" y="158239"/>
                    <a:pt x="1396228" y="160782"/>
                  </a:cubicBezTo>
                  <a:lnTo>
                    <a:pt x="1428599" y="168783"/>
                  </a:lnTo>
                  <a:cubicBezTo>
                    <a:pt x="1446622" y="172593"/>
                    <a:pt x="1459827" y="178946"/>
                    <a:pt x="1468206" y="187833"/>
                  </a:cubicBezTo>
                  <a:cubicBezTo>
                    <a:pt x="1476841" y="196472"/>
                    <a:pt x="1481154" y="207521"/>
                    <a:pt x="1481154" y="220980"/>
                  </a:cubicBezTo>
                  <a:cubicBezTo>
                    <a:pt x="1481154" y="237487"/>
                    <a:pt x="1474423" y="250698"/>
                    <a:pt x="1460970" y="260604"/>
                  </a:cubicBezTo>
                  <a:cubicBezTo>
                    <a:pt x="1447517" y="270510"/>
                    <a:pt x="1429237" y="275463"/>
                    <a:pt x="1406130" y="2754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2"/>
            <p:cNvSpPr/>
            <p:nvPr/>
          </p:nvSpPr>
          <p:spPr>
            <a:xfrm>
              <a:off x="5142141" y="6021492"/>
              <a:ext cx="1459056" cy="284607"/>
            </a:xfrm>
            <a:custGeom>
              <a:rect b="b" l="l" r="r" t="t"/>
              <a:pathLst>
                <a:path extrusionOk="0" h="284607" w="1459056">
                  <a:moveTo>
                    <a:pt x="0" y="281940"/>
                  </a:moveTo>
                  <a:lnTo>
                    <a:pt x="0" y="10668"/>
                  </a:lnTo>
                  <a:lnTo>
                    <a:pt x="108157" y="10668"/>
                  </a:lnTo>
                  <a:cubicBezTo>
                    <a:pt x="136082" y="10668"/>
                    <a:pt x="157790" y="17402"/>
                    <a:pt x="173280" y="30861"/>
                  </a:cubicBezTo>
                  <a:cubicBezTo>
                    <a:pt x="189018" y="44320"/>
                    <a:pt x="196892" y="62865"/>
                    <a:pt x="196892" y="86487"/>
                  </a:cubicBezTo>
                  <a:cubicBezTo>
                    <a:pt x="196892" y="109852"/>
                    <a:pt x="189018" y="128397"/>
                    <a:pt x="173280" y="142113"/>
                  </a:cubicBezTo>
                  <a:cubicBezTo>
                    <a:pt x="157542" y="155829"/>
                    <a:pt x="135834" y="162687"/>
                    <a:pt x="108157" y="162687"/>
                  </a:cubicBezTo>
                  <a:lnTo>
                    <a:pt x="31228" y="162687"/>
                  </a:lnTo>
                  <a:lnTo>
                    <a:pt x="31228" y="281940"/>
                  </a:lnTo>
                  <a:lnTo>
                    <a:pt x="0" y="281940"/>
                  </a:lnTo>
                  <a:close/>
                  <a:moveTo>
                    <a:pt x="31228" y="136779"/>
                  </a:moveTo>
                  <a:lnTo>
                    <a:pt x="105491" y="136779"/>
                  </a:lnTo>
                  <a:cubicBezTo>
                    <a:pt x="125552" y="136779"/>
                    <a:pt x="140652" y="132464"/>
                    <a:pt x="150811" y="123825"/>
                  </a:cubicBezTo>
                  <a:cubicBezTo>
                    <a:pt x="160970" y="114938"/>
                    <a:pt x="166045" y="102489"/>
                    <a:pt x="166045" y="86487"/>
                  </a:cubicBezTo>
                  <a:cubicBezTo>
                    <a:pt x="166045" y="70485"/>
                    <a:pt x="160970" y="58169"/>
                    <a:pt x="150811" y="49530"/>
                  </a:cubicBezTo>
                  <a:cubicBezTo>
                    <a:pt x="140652" y="40891"/>
                    <a:pt x="125552" y="36576"/>
                    <a:pt x="105491" y="36576"/>
                  </a:cubicBezTo>
                  <a:lnTo>
                    <a:pt x="31228" y="36576"/>
                  </a:lnTo>
                  <a:lnTo>
                    <a:pt x="31228" y="136779"/>
                  </a:lnTo>
                  <a:close/>
                  <a:moveTo>
                    <a:pt x="244258" y="281940"/>
                  </a:moveTo>
                  <a:lnTo>
                    <a:pt x="244258" y="1524"/>
                  </a:lnTo>
                  <a:lnTo>
                    <a:pt x="275106" y="1524"/>
                  </a:lnTo>
                  <a:lnTo>
                    <a:pt x="275106" y="281940"/>
                  </a:lnTo>
                  <a:lnTo>
                    <a:pt x="244258" y="281940"/>
                  </a:lnTo>
                  <a:close/>
                  <a:moveTo>
                    <a:pt x="408503" y="284607"/>
                  </a:moveTo>
                  <a:cubicBezTo>
                    <a:pt x="391489" y="284607"/>
                    <a:pt x="376513" y="280673"/>
                    <a:pt x="363564" y="272796"/>
                  </a:cubicBezTo>
                  <a:cubicBezTo>
                    <a:pt x="350873" y="264671"/>
                    <a:pt x="340972" y="253241"/>
                    <a:pt x="333859" y="238506"/>
                  </a:cubicBezTo>
                  <a:cubicBezTo>
                    <a:pt x="327005" y="223523"/>
                    <a:pt x="323577" y="205997"/>
                    <a:pt x="323577" y="185928"/>
                  </a:cubicBezTo>
                  <a:cubicBezTo>
                    <a:pt x="323577" y="165859"/>
                    <a:pt x="327128" y="148333"/>
                    <a:pt x="334240" y="133350"/>
                  </a:cubicBezTo>
                  <a:cubicBezTo>
                    <a:pt x="341352" y="118367"/>
                    <a:pt x="351254" y="106680"/>
                    <a:pt x="363945" y="98298"/>
                  </a:cubicBezTo>
                  <a:cubicBezTo>
                    <a:pt x="376894" y="89916"/>
                    <a:pt x="391746" y="85725"/>
                    <a:pt x="408503" y="85725"/>
                  </a:cubicBezTo>
                  <a:cubicBezTo>
                    <a:pt x="426021" y="85725"/>
                    <a:pt x="440874" y="90040"/>
                    <a:pt x="453061" y="98679"/>
                  </a:cubicBezTo>
                  <a:cubicBezTo>
                    <a:pt x="465247" y="107318"/>
                    <a:pt x="473502" y="119634"/>
                    <a:pt x="477815" y="135636"/>
                  </a:cubicBezTo>
                  <a:lnTo>
                    <a:pt x="473245" y="138684"/>
                  </a:lnTo>
                  <a:lnTo>
                    <a:pt x="473245" y="90297"/>
                  </a:lnTo>
                  <a:lnTo>
                    <a:pt x="503712" y="90297"/>
                  </a:lnTo>
                  <a:lnTo>
                    <a:pt x="503712" y="281940"/>
                  </a:lnTo>
                  <a:lnTo>
                    <a:pt x="473245" y="281940"/>
                  </a:lnTo>
                  <a:lnTo>
                    <a:pt x="473245" y="232410"/>
                  </a:lnTo>
                  <a:lnTo>
                    <a:pt x="477815" y="234696"/>
                  </a:lnTo>
                  <a:cubicBezTo>
                    <a:pt x="473502" y="250698"/>
                    <a:pt x="465247" y="263014"/>
                    <a:pt x="453061" y="271653"/>
                  </a:cubicBezTo>
                  <a:cubicBezTo>
                    <a:pt x="440874" y="280292"/>
                    <a:pt x="426021" y="284607"/>
                    <a:pt x="408503" y="284607"/>
                  </a:cubicBezTo>
                  <a:close/>
                  <a:moveTo>
                    <a:pt x="414596" y="259080"/>
                  </a:moveTo>
                  <a:cubicBezTo>
                    <a:pt x="433381" y="259080"/>
                    <a:pt x="447853" y="252727"/>
                    <a:pt x="458011" y="240030"/>
                  </a:cubicBezTo>
                  <a:cubicBezTo>
                    <a:pt x="468170" y="227076"/>
                    <a:pt x="473245" y="208788"/>
                    <a:pt x="473245" y="185166"/>
                  </a:cubicBezTo>
                  <a:cubicBezTo>
                    <a:pt x="473245" y="161544"/>
                    <a:pt x="468037" y="143380"/>
                    <a:pt x="457631" y="130683"/>
                  </a:cubicBezTo>
                  <a:cubicBezTo>
                    <a:pt x="447472" y="117986"/>
                    <a:pt x="433134" y="111633"/>
                    <a:pt x="414596" y="111633"/>
                  </a:cubicBezTo>
                  <a:cubicBezTo>
                    <a:pt x="395812" y="111633"/>
                    <a:pt x="381083" y="118234"/>
                    <a:pt x="370420" y="131445"/>
                  </a:cubicBezTo>
                  <a:cubicBezTo>
                    <a:pt x="360013" y="144399"/>
                    <a:pt x="354805" y="162563"/>
                    <a:pt x="354805" y="185928"/>
                  </a:cubicBezTo>
                  <a:cubicBezTo>
                    <a:pt x="354805" y="209293"/>
                    <a:pt x="360013" y="227333"/>
                    <a:pt x="370420" y="240030"/>
                  </a:cubicBezTo>
                  <a:cubicBezTo>
                    <a:pt x="381083" y="252727"/>
                    <a:pt x="395812" y="259080"/>
                    <a:pt x="414596" y="259080"/>
                  </a:cubicBezTo>
                  <a:close/>
                  <a:moveTo>
                    <a:pt x="536311" y="114681"/>
                  </a:moveTo>
                  <a:lnTo>
                    <a:pt x="536311" y="90297"/>
                  </a:lnTo>
                  <a:lnTo>
                    <a:pt x="659321" y="90297"/>
                  </a:lnTo>
                  <a:lnTo>
                    <a:pt x="659321" y="114681"/>
                  </a:lnTo>
                  <a:lnTo>
                    <a:pt x="536311" y="114681"/>
                  </a:lnTo>
                  <a:close/>
                  <a:moveTo>
                    <a:pt x="658560" y="254508"/>
                  </a:moveTo>
                  <a:lnTo>
                    <a:pt x="658560" y="280797"/>
                  </a:lnTo>
                  <a:cubicBezTo>
                    <a:pt x="654247" y="282064"/>
                    <a:pt x="649934" y="282959"/>
                    <a:pt x="645611" y="283464"/>
                  </a:cubicBezTo>
                  <a:cubicBezTo>
                    <a:pt x="641555" y="284226"/>
                    <a:pt x="636985" y="284607"/>
                    <a:pt x="631901" y="284607"/>
                  </a:cubicBezTo>
                  <a:cubicBezTo>
                    <a:pt x="614135" y="284607"/>
                    <a:pt x="599911" y="279530"/>
                    <a:pt x="589247" y="269367"/>
                  </a:cubicBezTo>
                  <a:cubicBezTo>
                    <a:pt x="578841" y="259204"/>
                    <a:pt x="573633" y="243964"/>
                    <a:pt x="573633" y="223647"/>
                  </a:cubicBezTo>
                  <a:lnTo>
                    <a:pt x="573633" y="41148"/>
                  </a:lnTo>
                  <a:lnTo>
                    <a:pt x="604481" y="30099"/>
                  </a:lnTo>
                  <a:lnTo>
                    <a:pt x="604481" y="219456"/>
                  </a:lnTo>
                  <a:cubicBezTo>
                    <a:pt x="604481" y="229619"/>
                    <a:pt x="605880" y="237487"/>
                    <a:pt x="608670" y="243078"/>
                  </a:cubicBezTo>
                  <a:cubicBezTo>
                    <a:pt x="611717" y="248669"/>
                    <a:pt x="615782" y="252603"/>
                    <a:pt x="620857" y="254889"/>
                  </a:cubicBezTo>
                  <a:cubicBezTo>
                    <a:pt x="625941" y="256918"/>
                    <a:pt x="631654" y="257937"/>
                    <a:pt x="637995" y="257937"/>
                  </a:cubicBezTo>
                  <a:cubicBezTo>
                    <a:pt x="641803" y="257937"/>
                    <a:pt x="645230" y="257680"/>
                    <a:pt x="648277" y="257175"/>
                  </a:cubicBezTo>
                  <a:cubicBezTo>
                    <a:pt x="651324" y="256670"/>
                    <a:pt x="654751" y="255775"/>
                    <a:pt x="658560" y="254508"/>
                  </a:cubicBezTo>
                  <a:close/>
                  <a:moveTo>
                    <a:pt x="673545" y="114681"/>
                  </a:moveTo>
                  <a:lnTo>
                    <a:pt x="673545" y="90297"/>
                  </a:lnTo>
                  <a:lnTo>
                    <a:pt x="788558" y="90297"/>
                  </a:lnTo>
                  <a:lnTo>
                    <a:pt x="788558" y="114681"/>
                  </a:lnTo>
                  <a:lnTo>
                    <a:pt x="673545" y="114681"/>
                  </a:lnTo>
                  <a:close/>
                  <a:moveTo>
                    <a:pt x="793889" y="29718"/>
                  </a:moveTo>
                  <a:cubicBezTo>
                    <a:pt x="786787" y="27689"/>
                    <a:pt x="780179" y="26670"/>
                    <a:pt x="774086" y="26670"/>
                  </a:cubicBezTo>
                  <a:cubicBezTo>
                    <a:pt x="767993" y="26670"/>
                    <a:pt x="762414" y="27813"/>
                    <a:pt x="757329" y="30099"/>
                  </a:cubicBezTo>
                  <a:cubicBezTo>
                    <a:pt x="752511" y="32128"/>
                    <a:pt x="748703" y="35938"/>
                    <a:pt x="745904" y="41529"/>
                  </a:cubicBezTo>
                  <a:cubicBezTo>
                    <a:pt x="743114" y="47120"/>
                    <a:pt x="741715" y="54864"/>
                    <a:pt x="741715" y="64770"/>
                  </a:cubicBezTo>
                  <a:lnTo>
                    <a:pt x="741715" y="281940"/>
                  </a:lnTo>
                  <a:lnTo>
                    <a:pt x="710867" y="281940"/>
                  </a:lnTo>
                  <a:lnTo>
                    <a:pt x="710867" y="60960"/>
                  </a:lnTo>
                  <a:cubicBezTo>
                    <a:pt x="710867" y="40386"/>
                    <a:pt x="715952" y="25146"/>
                    <a:pt x="726101" y="15240"/>
                  </a:cubicBezTo>
                  <a:cubicBezTo>
                    <a:pt x="736260" y="5077"/>
                    <a:pt x="750227" y="0"/>
                    <a:pt x="767993" y="0"/>
                  </a:cubicBezTo>
                  <a:cubicBezTo>
                    <a:pt x="772315" y="0"/>
                    <a:pt x="776628" y="257"/>
                    <a:pt x="780941" y="762"/>
                  </a:cubicBezTo>
                  <a:cubicBezTo>
                    <a:pt x="785263" y="1267"/>
                    <a:pt x="789576" y="2162"/>
                    <a:pt x="793889" y="3429"/>
                  </a:cubicBezTo>
                  <a:lnTo>
                    <a:pt x="793889" y="29718"/>
                  </a:lnTo>
                  <a:close/>
                  <a:moveTo>
                    <a:pt x="906255" y="284607"/>
                  </a:moveTo>
                  <a:cubicBezTo>
                    <a:pt x="887975" y="284607"/>
                    <a:pt x="871980" y="280540"/>
                    <a:pt x="858270" y="272415"/>
                  </a:cubicBezTo>
                  <a:cubicBezTo>
                    <a:pt x="844807" y="264290"/>
                    <a:pt x="834277" y="252860"/>
                    <a:pt x="826660" y="238125"/>
                  </a:cubicBezTo>
                  <a:cubicBezTo>
                    <a:pt x="819291" y="223142"/>
                    <a:pt x="815616" y="205483"/>
                    <a:pt x="815616" y="185166"/>
                  </a:cubicBezTo>
                  <a:cubicBezTo>
                    <a:pt x="815616" y="165097"/>
                    <a:pt x="819291" y="147571"/>
                    <a:pt x="826660" y="132588"/>
                  </a:cubicBezTo>
                  <a:cubicBezTo>
                    <a:pt x="834277" y="117605"/>
                    <a:pt x="844807" y="106042"/>
                    <a:pt x="858270" y="97917"/>
                  </a:cubicBezTo>
                  <a:cubicBezTo>
                    <a:pt x="871980" y="89792"/>
                    <a:pt x="887975" y="85725"/>
                    <a:pt x="906255" y="85725"/>
                  </a:cubicBezTo>
                  <a:cubicBezTo>
                    <a:pt x="924535" y="85725"/>
                    <a:pt x="940397" y="89792"/>
                    <a:pt x="953859" y="97917"/>
                  </a:cubicBezTo>
                  <a:cubicBezTo>
                    <a:pt x="967569" y="106042"/>
                    <a:pt x="978100" y="117605"/>
                    <a:pt x="985469" y="132588"/>
                  </a:cubicBezTo>
                  <a:cubicBezTo>
                    <a:pt x="993085" y="147571"/>
                    <a:pt x="996894" y="165097"/>
                    <a:pt x="996894" y="185166"/>
                  </a:cubicBezTo>
                  <a:cubicBezTo>
                    <a:pt x="996894" y="205483"/>
                    <a:pt x="993085" y="223142"/>
                    <a:pt x="985469" y="238125"/>
                  </a:cubicBezTo>
                  <a:cubicBezTo>
                    <a:pt x="978100" y="252860"/>
                    <a:pt x="967569" y="264290"/>
                    <a:pt x="953859" y="272415"/>
                  </a:cubicBezTo>
                  <a:cubicBezTo>
                    <a:pt x="940397" y="280540"/>
                    <a:pt x="924535" y="284607"/>
                    <a:pt x="906255" y="284607"/>
                  </a:cubicBezTo>
                  <a:close/>
                  <a:moveTo>
                    <a:pt x="906255" y="259080"/>
                  </a:moveTo>
                  <a:cubicBezTo>
                    <a:pt x="925040" y="259080"/>
                    <a:pt x="939511" y="252860"/>
                    <a:pt x="949670" y="240411"/>
                  </a:cubicBezTo>
                  <a:cubicBezTo>
                    <a:pt x="960076" y="227714"/>
                    <a:pt x="965284" y="209293"/>
                    <a:pt x="965284" y="185166"/>
                  </a:cubicBezTo>
                  <a:cubicBezTo>
                    <a:pt x="965284" y="161544"/>
                    <a:pt x="960076" y="143380"/>
                    <a:pt x="949670" y="130683"/>
                  </a:cubicBezTo>
                  <a:cubicBezTo>
                    <a:pt x="939254" y="117986"/>
                    <a:pt x="924782" y="111633"/>
                    <a:pt x="906255" y="111633"/>
                  </a:cubicBezTo>
                  <a:cubicBezTo>
                    <a:pt x="887717" y="111633"/>
                    <a:pt x="873122" y="117986"/>
                    <a:pt x="862459" y="130683"/>
                  </a:cubicBezTo>
                  <a:cubicBezTo>
                    <a:pt x="852043" y="143380"/>
                    <a:pt x="846845" y="161544"/>
                    <a:pt x="846845" y="185166"/>
                  </a:cubicBezTo>
                  <a:cubicBezTo>
                    <a:pt x="846845" y="209293"/>
                    <a:pt x="851919" y="227714"/>
                    <a:pt x="862078" y="240411"/>
                  </a:cubicBezTo>
                  <a:cubicBezTo>
                    <a:pt x="872484" y="252860"/>
                    <a:pt x="887213" y="259080"/>
                    <a:pt x="906255" y="259080"/>
                  </a:cubicBezTo>
                  <a:close/>
                  <a:moveTo>
                    <a:pt x="1044974" y="281940"/>
                  </a:moveTo>
                  <a:lnTo>
                    <a:pt x="1044974" y="144018"/>
                  </a:lnTo>
                  <a:cubicBezTo>
                    <a:pt x="1044974" y="135131"/>
                    <a:pt x="1044727" y="126235"/>
                    <a:pt x="1044212" y="117348"/>
                  </a:cubicBezTo>
                  <a:cubicBezTo>
                    <a:pt x="1043965" y="108204"/>
                    <a:pt x="1043203" y="99184"/>
                    <a:pt x="1041927" y="90297"/>
                  </a:cubicBezTo>
                  <a:lnTo>
                    <a:pt x="1071252" y="90297"/>
                  </a:lnTo>
                  <a:lnTo>
                    <a:pt x="1075441" y="137541"/>
                  </a:lnTo>
                  <a:lnTo>
                    <a:pt x="1071252" y="136398"/>
                  </a:lnTo>
                  <a:cubicBezTo>
                    <a:pt x="1074812" y="119634"/>
                    <a:pt x="1082429" y="107061"/>
                    <a:pt x="1094102" y="98679"/>
                  </a:cubicBezTo>
                  <a:cubicBezTo>
                    <a:pt x="1106041" y="90040"/>
                    <a:pt x="1119371" y="85725"/>
                    <a:pt x="1134089" y="85725"/>
                  </a:cubicBezTo>
                  <a:cubicBezTo>
                    <a:pt x="1137393" y="85725"/>
                    <a:pt x="1140440" y="85982"/>
                    <a:pt x="1143230" y="86487"/>
                  </a:cubicBezTo>
                  <a:cubicBezTo>
                    <a:pt x="1146276" y="86744"/>
                    <a:pt x="1149076" y="87249"/>
                    <a:pt x="1151608" y="88011"/>
                  </a:cubicBezTo>
                  <a:lnTo>
                    <a:pt x="1150846" y="116205"/>
                  </a:lnTo>
                  <a:cubicBezTo>
                    <a:pt x="1145010" y="114176"/>
                    <a:pt x="1138279" y="113157"/>
                    <a:pt x="1130662" y="113157"/>
                  </a:cubicBezTo>
                  <a:cubicBezTo>
                    <a:pt x="1117466" y="113157"/>
                    <a:pt x="1106803" y="116081"/>
                    <a:pt x="1098672" y="121920"/>
                  </a:cubicBezTo>
                  <a:cubicBezTo>
                    <a:pt x="1090808" y="127759"/>
                    <a:pt x="1084962" y="135255"/>
                    <a:pt x="1081153" y="144399"/>
                  </a:cubicBezTo>
                  <a:cubicBezTo>
                    <a:pt x="1077602" y="153286"/>
                    <a:pt x="1075822" y="162687"/>
                    <a:pt x="1075822" y="172593"/>
                  </a:cubicBezTo>
                  <a:lnTo>
                    <a:pt x="1075822" y="281940"/>
                  </a:lnTo>
                  <a:lnTo>
                    <a:pt x="1044974" y="281940"/>
                  </a:lnTo>
                  <a:close/>
                  <a:moveTo>
                    <a:pt x="1182951" y="281940"/>
                  </a:moveTo>
                  <a:lnTo>
                    <a:pt x="1182951" y="144018"/>
                  </a:lnTo>
                  <a:cubicBezTo>
                    <a:pt x="1182951" y="135131"/>
                    <a:pt x="1182703" y="126235"/>
                    <a:pt x="1182189" y="117348"/>
                  </a:cubicBezTo>
                  <a:cubicBezTo>
                    <a:pt x="1181941" y="108204"/>
                    <a:pt x="1181180" y="99184"/>
                    <a:pt x="1179904" y="90297"/>
                  </a:cubicBezTo>
                  <a:lnTo>
                    <a:pt x="1209228" y="90297"/>
                  </a:lnTo>
                  <a:lnTo>
                    <a:pt x="1212656" y="129921"/>
                  </a:lnTo>
                  <a:lnTo>
                    <a:pt x="1208847" y="132588"/>
                  </a:lnTo>
                  <a:cubicBezTo>
                    <a:pt x="1213418" y="117605"/>
                    <a:pt x="1221291" y="106042"/>
                    <a:pt x="1232459" y="97917"/>
                  </a:cubicBezTo>
                  <a:cubicBezTo>
                    <a:pt x="1243885" y="89792"/>
                    <a:pt x="1257347" y="85725"/>
                    <a:pt x="1272828" y="85725"/>
                  </a:cubicBezTo>
                  <a:cubicBezTo>
                    <a:pt x="1291365" y="85725"/>
                    <a:pt x="1305713" y="90297"/>
                    <a:pt x="1315862" y="99441"/>
                  </a:cubicBezTo>
                  <a:cubicBezTo>
                    <a:pt x="1326278" y="108585"/>
                    <a:pt x="1332876" y="122558"/>
                    <a:pt x="1335665" y="141351"/>
                  </a:cubicBezTo>
                  <a:lnTo>
                    <a:pt x="1326526" y="136398"/>
                  </a:lnTo>
                  <a:cubicBezTo>
                    <a:pt x="1330591" y="120901"/>
                    <a:pt x="1338712" y="108585"/>
                    <a:pt x="1350899" y="99441"/>
                  </a:cubicBezTo>
                  <a:cubicBezTo>
                    <a:pt x="1363343" y="90297"/>
                    <a:pt x="1378196" y="85725"/>
                    <a:pt x="1395457" y="85725"/>
                  </a:cubicBezTo>
                  <a:cubicBezTo>
                    <a:pt x="1416536" y="85725"/>
                    <a:pt x="1432398" y="92078"/>
                    <a:pt x="1443061" y="104775"/>
                  </a:cubicBezTo>
                  <a:cubicBezTo>
                    <a:pt x="1453725" y="117224"/>
                    <a:pt x="1459056" y="136141"/>
                    <a:pt x="1459056" y="161544"/>
                  </a:cubicBezTo>
                  <a:lnTo>
                    <a:pt x="1459056" y="281940"/>
                  </a:lnTo>
                  <a:lnTo>
                    <a:pt x="1428209" y="281940"/>
                  </a:lnTo>
                  <a:lnTo>
                    <a:pt x="1428209" y="163068"/>
                  </a:lnTo>
                  <a:cubicBezTo>
                    <a:pt x="1428209" y="145285"/>
                    <a:pt x="1425038" y="132331"/>
                    <a:pt x="1418688" y="124206"/>
                  </a:cubicBezTo>
                  <a:cubicBezTo>
                    <a:pt x="1412347" y="115824"/>
                    <a:pt x="1402312" y="111633"/>
                    <a:pt x="1388602" y="111633"/>
                  </a:cubicBezTo>
                  <a:cubicBezTo>
                    <a:pt x="1372607" y="111633"/>
                    <a:pt x="1359915" y="117091"/>
                    <a:pt x="1350518" y="128016"/>
                  </a:cubicBezTo>
                  <a:cubicBezTo>
                    <a:pt x="1341378" y="138941"/>
                    <a:pt x="1336808" y="153800"/>
                    <a:pt x="1336808" y="172593"/>
                  </a:cubicBezTo>
                  <a:lnTo>
                    <a:pt x="1336808" y="281940"/>
                  </a:lnTo>
                  <a:lnTo>
                    <a:pt x="1305960" y="281940"/>
                  </a:lnTo>
                  <a:lnTo>
                    <a:pt x="1305960" y="163068"/>
                  </a:lnTo>
                  <a:cubicBezTo>
                    <a:pt x="1305960" y="145285"/>
                    <a:pt x="1302666" y="132331"/>
                    <a:pt x="1296059" y="124206"/>
                  </a:cubicBezTo>
                  <a:cubicBezTo>
                    <a:pt x="1289718" y="115824"/>
                    <a:pt x="1279683" y="111633"/>
                    <a:pt x="1265973" y="111633"/>
                  </a:cubicBezTo>
                  <a:cubicBezTo>
                    <a:pt x="1249730" y="111633"/>
                    <a:pt x="1236906" y="117091"/>
                    <a:pt x="1227508" y="128016"/>
                  </a:cubicBezTo>
                  <a:cubicBezTo>
                    <a:pt x="1218368" y="138941"/>
                    <a:pt x="1213798" y="153800"/>
                    <a:pt x="1213798" y="172593"/>
                  </a:cubicBezTo>
                  <a:lnTo>
                    <a:pt x="1213798" y="281940"/>
                  </a:lnTo>
                  <a:lnTo>
                    <a:pt x="1182951" y="2819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2"/>
            <p:cNvSpPr/>
            <p:nvPr/>
          </p:nvSpPr>
          <p:spPr>
            <a:xfrm>
              <a:off x="4527854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2"/>
            <p:cNvSpPr/>
            <p:nvPr/>
          </p:nvSpPr>
          <p:spPr>
            <a:xfrm>
              <a:off x="1919132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2" name="Google Shape;3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3593" y="1156890"/>
            <a:ext cx="5857288" cy="4922177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2"/>
          <p:cNvSpPr txBox="1"/>
          <p:nvPr>
            <p:ph idx="1" type="body"/>
          </p:nvPr>
        </p:nvSpPr>
        <p:spPr>
          <a:xfrm>
            <a:off x="155786" y="6472155"/>
            <a:ext cx="5940214" cy="258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type="title"/>
          </p:nvPr>
        </p:nvSpPr>
        <p:spPr>
          <a:xfrm>
            <a:off x="155786" y="1191528"/>
            <a:ext cx="5054601" cy="4887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Rokkitt"/>
              <a:buNone/>
              <a:defRPr b="1" sz="3200">
                <a:solidFill>
                  <a:schemeClr val="dk2"/>
                </a:solidFill>
                <a:latin typeface="Rokkitt"/>
                <a:ea typeface="Rokkitt"/>
                <a:cs typeface="Rokkitt"/>
                <a:sym typeface="Rokkit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-Text-Gold-02">
  <p:cSld name="Header-Text-Gold-02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 txBox="1"/>
          <p:nvPr>
            <p:ph type="title"/>
          </p:nvPr>
        </p:nvSpPr>
        <p:spPr>
          <a:xfrm>
            <a:off x="119062" y="228127"/>
            <a:ext cx="12072937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sz="2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40917" y="228127"/>
            <a:ext cx="466933" cy="6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X">
  <p:cSld name="STX">
    <p:bg>
      <p:bgPr>
        <a:solidFill>
          <a:srgbClr val="245893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26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3007268" y="-1"/>
            <a:ext cx="9184732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6"/>
          <p:cNvSpPr txBox="1"/>
          <p:nvPr>
            <p:ph type="title"/>
          </p:nvPr>
        </p:nvSpPr>
        <p:spPr>
          <a:xfrm>
            <a:off x="155786" y="1191528"/>
            <a:ext cx="5054601" cy="4887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Rokkitt"/>
              <a:buNone/>
              <a:defRPr b="1" sz="3200">
                <a:solidFill>
                  <a:schemeClr val="dk2"/>
                </a:solidFill>
                <a:latin typeface="Rokkitt"/>
                <a:ea typeface="Rokkitt"/>
                <a:cs typeface="Rokkitt"/>
                <a:sym typeface="Rokkit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1" name="Google Shape;41;p26"/>
          <p:cNvGrpSpPr/>
          <p:nvPr/>
        </p:nvGrpSpPr>
        <p:grpSpPr>
          <a:xfrm>
            <a:off x="300959" y="308426"/>
            <a:ext cx="2013104" cy="571854"/>
            <a:chOff x="338666" y="4303183"/>
            <a:chExt cx="7340599" cy="2085212"/>
          </a:xfrm>
        </p:grpSpPr>
        <p:sp>
          <p:nvSpPr>
            <p:cNvPr id="42" name="Google Shape;42;p26"/>
            <p:cNvSpPr/>
            <p:nvPr/>
          </p:nvSpPr>
          <p:spPr>
            <a:xfrm>
              <a:off x="338666" y="4817769"/>
              <a:ext cx="931067" cy="1085156"/>
            </a:xfrm>
            <a:custGeom>
              <a:rect b="b" l="l" r="r" t="t"/>
              <a:pathLst>
                <a:path extrusionOk="0" h="1085156" w="931067">
                  <a:moveTo>
                    <a:pt x="266668" y="724502"/>
                  </a:moveTo>
                  <a:lnTo>
                    <a:pt x="0" y="724502"/>
                  </a:lnTo>
                  <a:cubicBezTo>
                    <a:pt x="0" y="847803"/>
                    <a:pt x="39462" y="937691"/>
                    <a:pt x="117749" y="995117"/>
                  </a:cubicBezTo>
                  <a:cubicBezTo>
                    <a:pt x="188382" y="1054534"/>
                    <a:pt x="298318" y="1085157"/>
                    <a:pt x="451383" y="1085157"/>
                  </a:cubicBezTo>
                  <a:cubicBezTo>
                    <a:pt x="735511" y="1085157"/>
                    <a:pt x="931068" y="993278"/>
                    <a:pt x="931068" y="736551"/>
                  </a:cubicBezTo>
                  <a:cubicBezTo>
                    <a:pt x="931068" y="663885"/>
                    <a:pt x="908108" y="599124"/>
                    <a:pt x="860036" y="546727"/>
                  </a:cubicBezTo>
                  <a:cubicBezTo>
                    <a:pt x="804550" y="492016"/>
                    <a:pt x="691505" y="445600"/>
                    <a:pt x="507268" y="409227"/>
                  </a:cubicBezTo>
                  <a:cubicBezTo>
                    <a:pt x="364487" y="382909"/>
                    <a:pt x="294252" y="340558"/>
                    <a:pt x="294252" y="285925"/>
                  </a:cubicBezTo>
                  <a:cubicBezTo>
                    <a:pt x="294252" y="231452"/>
                    <a:pt x="348064" y="203059"/>
                    <a:pt x="455529" y="203059"/>
                  </a:cubicBezTo>
                  <a:cubicBezTo>
                    <a:pt x="546571" y="203059"/>
                    <a:pt x="602376" y="229378"/>
                    <a:pt x="621111" y="275875"/>
                  </a:cubicBezTo>
                  <a:cubicBezTo>
                    <a:pt x="637534" y="318386"/>
                    <a:pt x="678032" y="340558"/>
                    <a:pt x="737424" y="342631"/>
                  </a:cubicBezTo>
                  <a:lnTo>
                    <a:pt x="898542" y="342631"/>
                  </a:lnTo>
                  <a:cubicBezTo>
                    <a:pt x="892802" y="231452"/>
                    <a:pt x="852463" y="146910"/>
                    <a:pt x="777764" y="86934"/>
                  </a:cubicBezTo>
                  <a:cubicBezTo>
                    <a:pt x="701151" y="28951"/>
                    <a:pt x="592251" y="0"/>
                    <a:pt x="451543" y="0"/>
                  </a:cubicBezTo>
                  <a:cubicBezTo>
                    <a:pt x="206080" y="3908"/>
                    <a:pt x="29577" y="108388"/>
                    <a:pt x="29577" y="334417"/>
                  </a:cubicBezTo>
                  <a:cubicBezTo>
                    <a:pt x="31649" y="502141"/>
                    <a:pt x="149159" y="607421"/>
                    <a:pt x="383141" y="649693"/>
                  </a:cubicBezTo>
                  <a:cubicBezTo>
                    <a:pt x="571284" y="682230"/>
                    <a:pt x="666472" y="726578"/>
                    <a:pt x="666472" y="781214"/>
                  </a:cubicBezTo>
                  <a:cubicBezTo>
                    <a:pt x="666472" y="849880"/>
                    <a:pt x="608515" y="882103"/>
                    <a:pt x="492679" y="882103"/>
                  </a:cubicBezTo>
                  <a:cubicBezTo>
                    <a:pt x="358348" y="882103"/>
                    <a:pt x="272648" y="841907"/>
                    <a:pt x="266668" y="7245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6"/>
            <p:cNvSpPr/>
            <p:nvPr/>
          </p:nvSpPr>
          <p:spPr>
            <a:xfrm>
              <a:off x="1374890" y="4819443"/>
              <a:ext cx="1517750" cy="1067689"/>
            </a:xfrm>
            <a:custGeom>
              <a:rect b="b" l="l" r="r" t="t"/>
              <a:pathLst>
                <a:path extrusionOk="0" h="1067689" w="1517750">
                  <a:moveTo>
                    <a:pt x="448672" y="223396"/>
                  </a:moveTo>
                  <a:cubicBezTo>
                    <a:pt x="569444" y="223396"/>
                    <a:pt x="630673" y="277471"/>
                    <a:pt x="636890" y="387375"/>
                  </a:cubicBezTo>
                  <a:lnTo>
                    <a:pt x="636890" y="1063784"/>
                  </a:lnTo>
                  <a:lnTo>
                    <a:pt x="880920" y="1063784"/>
                  </a:lnTo>
                  <a:lnTo>
                    <a:pt x="880920" y="391522"/>
                  </a:lnTo>
                  <a:cubicBezTo>
                    <a:pt x="882995" y="281379"/>
                    <a:pt x="944138" y="227305"/>
                    <a:pt x="1064996" y="227305"/>
                  </a:cubicBezTo>
                  <a:cubicBezTo>
                    <a:pt x="1185778" y="227305"/>
                    <a:pt x="1246998" y="281379"/>
                    <a:pt x="1253139" y="391522"/>
                  </a:cubicBezTo>
                  <a:lnTo>
                    <a:pt x="1253139" y="935778"/>
                  </a:lnTo>
                  <a:cubicBezTo>
                    <a:pt x="1253139" y="1019760"/>
                    <a:pt x="1296268" y="1061794"/>
                    <a:pt x="1382527" y="1067690"/>
                  </a:cubicBezTo>
                  <a:lnTo>
                    <a:pt x="1517733" y="1067690"/>
                  </a:lnTo>
                  <a:lnTo>
                    <a:pt x="1517733" y="445517"/>
                  </a:lnTo>
                  <a:cubicBezTo>
                    <a:pt x="1519571" y="146911"/>
                    <a:pt x="1372645" y="3669"/>
                    <a:pt x="1069062" y="3669"/>
                  </a:cubicBezTo>
                  <a:cubicBezTo>
                    <a:pt x="930028" y="3669"/>
                    <a:pt x="829973" y="30387"/>
                    <a:pt x="760699" y="85897"/>
                  </a:cubicBezTo>
                  <a:cubicBezTo>
                    <a:pt x="691502" y="28553"/>
                    <a:pt x="591847" y="0"/>
                    <a:pt x="452737" y="0"/>
                  </a:cubicBezTo>
                  <a:cubicBezTo>
                    <a:pt x="148992" y="0"/>
                    <a:pt x="0" y="143242"/>
                    <a:pt x="0" y="441449"/>
                  </a:cubicBezTo>
                  <a:lnTo>
                    <a:pt x="0" y="1063784"/>
                  </a:lnTo>
                  <a:lnTo>
                    <a:pt x="264509" y="1063784"/>
                  </a:lnTo>
                  <a:lnTo>
                    <a:pt x="264509" y="387375"/>
                  </a:lnTo>
                  <a:cubicBezTo>
                    <a:pt x="266747" y="277471"/>
                    <a:pt x="327890" y="223396"/>
                    <a:pt x="448672" y="2233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6"/>
            <p:cNvSpPr/>
            <p:nvPr/>
          </p:nvSpPr>
          <p:spPr>
            <a:xfrm>
              <a:off x="3018422" y="4817769"/>
              <a:ext cx="880929" cy="1069283"/>
            </a:xfrm>
            <a:custGeom>
              <a:rect b="b" l="l" r="r" t="t"/>
              <a:pathLst>
                <a:path extrusionOk="0" h="1069283" w="880929">
                  <a:moveTo>
                    <a:pt x="450909" y="203059"/>
                  </a:moveTo>
                  <a:cubicBezTo>
                    <a:pt x="567140" y="203059"/>
                    <a:pt x="626293" y="232648"/>
                    <a:pt x="632672" y="291907"/>
                  </a:cubicBezTo>
                  <a:cubicBezTo>
                    <a:pt x="632672" y="349012"/>
                    <a:pt x="571443" y="382510"/>
                    <a:pt x="450909" y="396308"/>
                  </a:cubicBezTo>
                  <a:cubicBezTo>
                    <a:pt x="176822" y="421989"/>
                    <a:pt x="5503" y="489301"/>
                    <a:pt x="0" y="739732"/>
                  </a:cubicBezTo>
                  <a:cubicBezTo>
                    <a:pt x="0" y="970552"/>
                    <a:pt x="163912" y="1086833"/>
                    <a:pt x="421566" y="1067135"/>
                  </a:cubicBezTo>
                  <a:cubicBezTo>
                    <a:pt x="714466" y="1047438"/>
                    <a:pt x="880929" y="919183"/>
                    <a:pt x="880929" y="631186"/>
                  </a:cubicBezTo>
                  <a:lnTo>
                    <a:pt x="880929" y="276035"/>
                  </a:lnTo>
                  <a:cubicBezTo>
                    <a:pt x="875188" y="89406"/>
                    <a:pt x="735279" y="0"/>
                    <a:pt x="438475" y="0"/>
                  </a:cubicBezTo>
                  <a:cubicBezTo>
                    <a:pt x="188228" y="0"/>
                    <a:pt x="59639" y="89406"/>
                    <a:pt x="29819" y="276035"/>
                  </a:cubicBezTo>
                  <a:lnTo>
                    <a:pt x="282056" y="276035"/>
                  </a:lnTo>
                  <a:cubicBezTo>
                    <a:pt x="296804" y="226746"/>
                    <a:pt x="351730" y="203059"/>
                    <a:pt x="450909" y="203059"/>
                  </a:cubicBezTo>
                  <a:close/>
                  <a:moveTo>
                    <a:pt x="385615" y="854023"/>
                  </a:moveTo>
                  <a:cubicBezTo>
                    <a:pt x="296804" y="854023"/>
                    <a:pt x="250409" y="814551"/>
                    <a:pt x="244030" y="731760"/>
                  </a:cubicBezTo>
                  <a:cubicBezTo>
                    <a:pt x="244030" y="654874"/>
                    <a:pt x="300955" y="605582"/>
                    <a:pt x="412959" y="585808"/>
                  </a:cubicBezTo>
                  <a:cubicBezTo>
                    <a:pt x="495314" y="570016"/>
                    <a:pt x="571529" y="548404"/>
                    <a:pt x="636899" y="522724"/>
                  </a:cubicBezTo>
                  <a:lnTo>
                    <a:pt x="636899" y="619308"/>
                  </a:lnTo>
                  <a:cubicBezTo>
                    <a:pt x="636814" y="767250"/>
                    <a:pt x="541872" y="854023"/>
                    <a:pt x="385615" y="8540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6"/>
            <p:cNvSpPr/>
            <p:nvPr/>
          </p:nvSpPr>
          <p:spPr>
            <a:xfrm>
              <a:off x="5216460" y="4303183"/>
              <a:ext cx="408455" cy="1583837"/>
            </a:xfrm>
            <a:custGeom>
              <a:rect b="b" l="l" r="r" t="t"/>
              <a:pathLst>
                <a:path extrusionOk="0" h="1583837" w="408455">
                  <a:moveTo>
                    <a:pt x="244078" y="292465"/>
                  </a:moveTo>
                  <a:lnTo>
                    <a:pt x="244078" y="129683"/>
                  </a:lnTo>
                  <a:cubicBezTo>
                    <a:pt x="244078" y="62050"/>
                    <a:pt x="190904" y="0"/>
                    <a:pt x="126647" y="0"/>
                  </a:cubicBezTo>
                  <a:lnTo>
                    <a:pt x="48" y="0"/>
                  </a:lnTo>
                  <a:lnTo>
                    <a:pt x="48" y="1388707"/>
                  </a:lnTo>
                  <a:cubicBezTo>
                    <a:pt x="-1704" y="1505236"/>
                    <a:pt x="44215" y="1566253"/>
                    <a:pt x="139958" y="1576140"/>
                  </a:cubicBezTo>
                  <a:cubicBezTo>
                    <a:pt x="235938" y="1586027"/>
                    <a:pt x="325872" y="1586027"/>
                    <a:pt x="408456" y="1578216"/>
                  </a:cubicBezTo>
                  <a:lnTo>
                    <a:pt x="408456" y="1378820"/>
                  </a:lnTo>
                  <a:lnTo>
                    <a:pt x="329776" y="1378820"/>
                  </a:lnTo>
                  <a:cubicBezTo>
                    <a:pt x="269747" y="1378820"/>
                    <a:pt x="244078" y="1354017"/>
                    <a:pt x="244078" y="1308402"/>
                  </a:cubicBezTo>
                  <a:lnTo>
                    <a:pt x="244078" y="700816"/>
                  </a:lnTo>
                  <a:lnTo>
                    <a:pt x="244078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6"/>
            <p:cNvSpPr/>
            <p:nvPr/>
          </p:nvSpPr>
          <p:spPr>
            <a:xfrm>
              <a:off x="5647957" y="4819443"/>
              <a:ext cx="942548" cy="1081815"/>
            </a:xfrm>
            <a:custGeom>
              <a:rect b="b" l="l" r="r" t="t"/>
              <a:pathLst>
                <a:path extrusionOk="0" h="1081815" w="942548">
                  <a:moveTo>
                    <a:pt x="474350" y="223396"/>
                  </a:moveTo>
                  <a:cubicBezTo>
                    <a:pt x="610108" y="223396"/>
                    <a:pt x="677954" y="326920"/>
                    <a:pt x="677954" y="535718"/>
                  </a:cubicBezTo>
                  <a:cubicBezTo>
                    <a:pt x="676040" y="748907"/>
                    <a:pt x="608042" y="858416"/>
                    <a:pt x="472274" y="858416"/>
                  </a:cubicBezTo>
                  <a:cubicBezTo>
                    <a:pt x="336507" y="858416"/>
                    <a:pt x="266432" y="752822"/>
                    <a:pt x="264595" y="544015"/>
                  </a:cubicBezTo>
                  <a:cubicBezTo>
                    <a:pt x="264681" y="330908"/>
                    <a:pt x="334431" y="223396"/>
                    <a:pt x="474350" y="223396"/>
                  </a:cubicBezTo>
                  <a:close/>
                  <a:moveTo>
                    <a:pt x="474350" y="0"/>
                  </a:moveTo>
                  <a:cubicBezTo>
                    <a:pt x="156733" y="0"/>
                    <a:pt x="0" y="173868"/>
                    <a:pt x="0" y="544015"/>
                  </a:cubicBezTo>
                  <a:cubicBezTo>
                    <a:pt x="0" y="908984"/>
                    <a:pt x="156733" y="1081815"/>
                    <a:pt x="474350" y="1081815"/>
                  </a:cubicBezTo>
                  <a:cubicBezTo>
                    <a:pt x="788206" y="1081815"/>
                    <a:pt x="942549" y="908898"/>
                    <a:pt x="942549" y="544015"/>
                  </a:cubicBezTo>
                  <a:cubicBezTo>
                    <a:pt x="942549" y="173947"/>
                    <a:pt x="788206" y="0"/>
                    <a:pt x="474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6"/>
            <p:cNvSpPr/>
            <p:nvPr/>
          </p:nvSpPr>
          <p:spPr>
            <a:xfrm>
              <a:off x="6716152" y="4817830"/>
              <a:ext cx="963113" cy="1497041"/>
            </a:xfrm>
            <a:custGeom>
              <a:rect b="b" l="l" r="r" t="t"/>
              <a:pathLst>
                <a:path extrusionOk="0" h="1497041" w="963113">
                  <a:moveTo>
                    <a:pt x="414073" y="1083504"/>
                  </a:moveTo>
                  <a:cubicBezTo>
                    <a:pt x="547365" y="1083504"/>
                    <a:pt x="650524" y="1033974"/>
                    <a:pt x="719084" y="934438"/>
                  </a:cubicBezTo>
                  <a:lnTo>
                    <a:pt x="719084" y="1037641"/>
                  </a:lnTo>
                  <a:cubicBezTo>
                    <a:pt x="719084" y="1206805"/>
                    <a:pt x="646382" y="1293978"/>
                    <a:pt x="505036" y="1293978"/>
                  </a:cubicBezTo>
                  <a:cubicBezTo>
                    <a:pt x="393898" y="1293978"/>
                    <a:pt x="331156" y="1255697"/>
                    <a:pt x="313142" y="1174983"/>
                  </a:cubicBezTo>
                  <a:lnTo>
                    <a:pt x="27183" y="1174983"/>
                  </a:lnTo>
                  <a:cubicBezTo>
                    <a:pt x="86973" y="1395505"/>
                    <a:pt x="233585" y="1497042"/>
                    <a:pt x="474578" y="1497042"/>
                  </a:cubicBezTo>
                  <a:cubicBezTo>
                    <a:pt x="807733" y="1491536"/>
                    <a:pt x="963114" y="1370226"/>
                    <a:pt x="963114" y="1100649"/>
                  </a:cubicBezTo>
                  <a:lnTo>
                    <a:pt x="963114" y="465398"/>
                  </a:lnTo>
                  <a:cubicBezTo>
                    <a:pt x="963114" y="140866"/>
                    <a:pt x="809732" y="-1817"/>
                    <a:pt x="484861" y="17"/>
                  </a:cubicBezTo>
                  <a:cubicBezTo>
                    <a:pt x="158485" y="5601"/>
                    <a:pt x="0" y="166548"/>
                    <a:pt x="0" y="530559"/>
                  </a:cubicBezTo>
                  <a:cubicBezTo>
                    <a:pt x="76" y="907720"/>
                    <a:pt x="135283" y="1083504"/>
                    <a:pt x="414073" y="1083504"/>
                  </a:cubicBezTo>
                  <a:close/>
                  <a:moveTo>
                    <a:pt x="488850" y="860105"/>
                  </a:moveTo>
                  <a:cubicBezTo>
                    <a:pt x="343437" y="860105"/>
                    <a:pt x="270650" y="753073"/>
                    <a:pt x="264671" y="538846"/>
                  </a:cubicBezTo>
                  <a:cubicBezTo>
                    <a:pt x="264671" y="314177"/>
                    <a:pt x="339448" y="202997"/>
                    <a:pt x="492915" y="202997"/>
                  </a:cubicBezTo>
                  <a:cubicBezTo>
                    <a:pt x="646382" y="202997"/>
                    <a:pt x="720922" y="314177"/>
                    <a:pt x="719084" y="538846"/>
                  </a:cubicBezTo>
                  <a:cubicBezTo>
                    <a:pt x="711115" y="753073"/>
                    <a:pt x="634263" y="860105"/>
                    <a:pt x="488850" y="8601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6"/>
            <p:cNvSpPr/>
            <p:nvPr/>
          </p:nvSpPr>
          <p:spPr>
            <a:xfrm>
              <a:off x="4661889" y="4843290"/>
              <a:ext cx="419889" cy="1039937"/>
            </a:xfrm>
            <a:custGeom>
              <a:rect b="b" l="l" r="r" t="t"/>
              <a:pathLst>
                <a:path extrusionOk="0" h="1039937" w="419889">
                  <a:moveTo>
                    <a:pt x="0" y="1039938"/>
                  </a:moveTo>
                  <a:lnTo>
                    <a:pt x="264595" y="1039938"/>
                  </a:lnTo>
                  <a:lnTo>
                    <a:pt x="264595" y="492412"/>
                  </a:lnTo>
                  <a:cubicBezTo>
                    <a:pt x="264595" y="363368"/>
                    <a:pt x="316331" y="20497"/>
                    <a:pt x="419890" y="0"/>
                  </a:cubicBezTo>
                  <a:cubicBezTo>
                    <a:pt x="146841" y="33737"/>
                    <a:pt x="6931" y="198992"/>
                    <a:pt x="0" y="496403"/>
                  </a:cubicBezTo>
                  <a:lnTo>
                    <a:pt x="0" y="10399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6"/>
            <p:cNvSpPr/>
            <p:nvPr/>
          </p:nvSpPr>
          <p:spPr>
            <a:xfrm>
              <a:off x="4661889" y="4488137"/>
              <a:ext cx="244020" cy="471437"/>
            </a:xfrm>
            <a:custGeom>
              <a:rect b="b" l="l" r="r" t="t"/>
              <a:pathLst>
                <a:path extrusionOk="0" h="471437" w="244020">
                  <a:moveTo>
                    <a:pt x="244020" y="292465"/>
                  </a:moveTo>
                  <a:lnTo>
                    <a:pt x="244020" y="129683"/>
                  </a:lnTo>
                  <a:cubicBezTo>
                    <a:pt x="244020" y="62050"/>
                    <a:pt x="190846" y="0"/>
                    <a:pt x="126513" y="0"/>
                  </a:cubicBezTo>
                  <a:lnTo>
                    <a:pt x="0" y="0"/>
                  </a:lnTo>
                  <a:lnTo>
                    <a:pt x="152" y="471438"/>
                  </a:lnTo>
                  <a:lnTo>
                    <a:pt x="244020" y="471438"/>
                  </a:lnTo>
                  <a:lnTo>
                    <a:pt x="244020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6"/>
            <p:cNvSpPr/>
            <p:nvPr/>
          </p:nvSpPr>
          <p:spPr>
            <a:xfrm>
              <a:off x="4025065" y="4842652"/>
              <a:ext cx="522658" cy="1040575"/>
            </a:xfrm>
            <a:custGeom>
              <a:rect b="b" l="l" r="r" t="t"/>
              <a:pathLst>
                <a:path extrusionOk="0" h="1040575" w="522658">
                  <a:moveTo>
                    <a:pt x="0" y="1040576"/>
                  </a:moveTo>
                  <a:lnTo>
                    <a:pt x="264604" y="1040576"/>
                  </a:lnTo>
                  <a:lnTo>
                    <a:pt x="264604" y="493050"/>
                  </a:lnTo>
                  <a:cubicBezTo>
                    <a:pt x="264604" y="339762"/>
                    <a:pt x="337544" y="262078"/>
                    <a:pt x="483356" y="262078"/>
                  </a:cubicBezTo>
                  <a:lnTo>
                    <a:pt x="522658" y="262078"/>
                  </a:lnTo>
                  <a:lnTo>
                    <a:pt x="522658" y="0"/>
                  </a:lnTo>
                  <a:cubicBezTo>
                    <a:pt x="214534" y="21774"/>
                    <a:pt x="7417" y="184795"/>
                    <a:pt x="86" y="496955"/>
                  </a:cubicBezTo>
                  <a:lnTo>
                    <a:pt x="86" y="1040576"/>
                  </a:lnTo>
                  <a:lnTo>
                    <a:pt x="0" y="10405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6"/>
            <p:cNvSpPr/>
            <p:nvPr/>
          </p:nvSpPr>
          <p:spPr>
            <a:xfrm>
              <a:off x="356946" y="6029112"/>
              <a:ext cx="1060969" cy="277368"/>
            </a:xfrm>
            <a:custGeom>
              <a:rect b="b" l="l" r="r" t="t"/>
              <a:pathLst>
                <a:path extrusionOk="0" h="277368" w="1060969">
                  <a:moveTo>
                    <a:pt x="101302" y="277368"/>
                  </a:moveTo>
                  <a:cubicBezTo>
                    <a:pt x="87338" y="277368"/>
                    <a:pt x="74263" y="276225"/>
                    <a:pt x="62076" y="273939"/>
                  </a:cubicBezTo>
                  <a:cubicBezTo>
                    <a:pt x="49889" y="271396"/>
                    <a:pt x="38591" y="267586"/>
                    <a:pt x="28182" y="262509"/>
                  </a:cubicBezTo>
                  <a:cubicBezTo>
                    <a:pt x="17772" y="257175"/>
                    <a:pt x="8378" y="250698"/>
                    <a:pt x="0" y="243078"/>
                  </a:cubicBezTo>
                  <a:lnTo>
                    <a:pt x="11806" y="219075"/>
                  </a:lnTo>
                  <a:cubicBezTo>
                    <a:pt x="25516" y="230505"/>
                    <a:pt x="39226" y="238630"/>
                    <a:pt x="52936" y="243459"/>
                  </a:cubicBezTo>
                  <a:cubicBezTo>
                    <a:pt x="66900" y="248288"/>
                    <a:pt x="83149" y="250698"/>
                    <a:pt x="101683" y="250698"/>
                  </a:cubicBezTo>
                  <a:cubicBezTo>
                    <a:pt x="123264" y="250698"/>
                    <a:pt x="140021" y="246507"/>
                    <a:pt x="151953" y="238125"/>
                  </a:cubicBezTo>
                  <a:cubicBezTo>
                    <a:pt x="163886" y="229486"/>
                    <a:pt x="169853" y="217427"/>
                    <a:pt x="169853" y="201930"/>
                  </a:cubicBezTo>
                  <a:cubicBezTo>
                    <a:pt x="169853" y="192529"/>
                    <a:pt x="166806" y="185042"/>
                    <a:pt x="160712" y="179451"/>
                  </a:cubicBezTo>
                  <a:cubicBezTo>
                    <a:pt x="154873" y="173612"/>
                    <a:pt x="146748" y="169040"/>
                    <a:pt x="136339" y="165735"/>
                  </a:cubicBezTo>
                  <a:cubicBezTo>
                    <a:pt x="126183" y="162182"/>
                    <a:pt x="114631" y="158877"/>
                    <a:pt x="101683" y="155829"/>
                  </a:cubicBezTo>
                  <a:cubicBezTo>
                    <a:pt x="88735" y="153038"/>
                    <a:pt x="76421" y="149857"/>
                    <a:pt x="64742" y="146304"/>
                  </a:cubicBezTo>
                  <a:cubicBezTo>
                    <a:pt x="53063" y="142494"/>
                    <a:pt x="42654" y="137798"/>
                    <a:pt x="33514" y="132207"/>
                  </a:cubicBezTo>
                  <a:cubicBezTo>
                    <a:pt x="24627" y="126616"/>
                    <a:pt x="17645" y="119510"/>
                    <a:pt x="12568" y="110871"/>
                  </a:cubicBezTo>
                  <a:cubicBezTo>
                    <a:pt x="7490" y="102232"/>
                    <a:pt x="4951" y="91440"/>
                    <a:pt x="4951" y="78486"/>
                  </a:cubicBezTo>
                  <a:cubicBezTo>
                    <a:pt x="4951" y="62989"/>
                    <a:pt x="9013" y="49406"/>
                    <a:pt x="17138" y="37719"/>
                  </a:cubicBezTo>
                  <a:cubicBezTo>
                    <a:pt x="25262" y="25784"/>
                    <a:pt x="36687" y="16507"/>
                    <a:pt x="51413" y="9906"/>
                  </a:cubicBezTo>
                  <a:cubicBezTo>
                    <a:pt x="66138" y="3305"/>
                    <a:pt x="83530" y="0"/>
                    <a:pt x="103587" y="0"/>
                  </a:cubicBezTo>
                  <a:cubicBezTo>
                    <a:pt x="116028" y="0"/>
                    <a:pt x="127961" y="1400"/>
                    <a:pt x="139386" y="4191"/>
                  </a:cubicBezTo>
                  <a:cubicBezTo>
                    <a:pt x="150811" y="6734"/>
                    <a:pt x="161348" y="10544"/>
                    <a:pt x="170995" y="15621"/>
                  </a:cubicBezTo>
                  <a:cubicBezTo>
                    <a:pt x="180897" y="20698"/>
                    <a:pt x="189656" y="26927"/>
                    <a:pt x="197273" y="34290"/>
                  </a:cubicBezTo>
                  <a:lnTo>
                    <a:pt x="185086" y="58293"/>
                  </a:lnTo>
                  <a:cubicBezTo>
                    <a:pt x="172645" y="47368"/>
                    <a:pt x="159824" y="39367"/>
                    <a:pt x="146622" y="34290"/>
                  </a:cubicBezTo>
                  <a:cubicBezTo>
                    <a:pt x="133419" y="29213"/>
                    <a:pt x="119075" y="26670"/>
                    <a:pt x="103587" y="26670"/>
                  </a:cubicBezTo>
                  <a:cubicBezTo>
                    <a:pt x="82515" y="26670"/>
                    <a:pt x="66011" y="31118"/>
                    <a:pt x="54079" y="40005"/>
                  </a:cubicBezTo>
                  <a:cubicBezTo>
                    <a:pt x="42146" y="48892"/>
                    <a:pt x="36179" y="61341"/>
                    <a:pt x="36179" y="77343"/>
                  </a:cubicBezTo>
                  <a:cubicBezTo>
                    <a:pt x="36179" y="87249"/>
                    <a:pt x="38845" y="95250"/>
                    <a:pt x="44177" y="101346"/>
                  </a:cubicBezTo>
                  <a:cubicBezTo>
                    <a:pt x="49509" y="107442"/>
                    <a:pt x="56998" y="112395"/>
                    <a:pt x="66646" y="116205"/>
                  </a:cubicBezTo>
                  <a:cubicBezTo>
                    <a:pt x="76294" y="119758"/>
                    <a:pt x="87338" y="123063"/>
                    <a:pt x="99779" y="126111"/>
                  </a:cubicBezTo>
                  <a:cubicBezTo>
                    <a:pt x="112981" y="129159"/>
                    <a:pt x="125676" y="132464"/>
                    <a:pt x="137862" y="136017"/>
                  </a:cubicBezTo>
                  <a:cubicBezTo>
                    <a:pt x="150049" y="139570"/>
                    <a:pt x="160839" y="144018"/>
                    <a:pt x="170233" y="149352"/>
                  </a:cubicBezTo>
                  <a:cubicBezTo>
                    <a:pt x="179881" y="154429"/>
                    <a:pt x="187498" y="161163"/>
                    <a:pt x="193084" y="169545"/>
                  </a:cubicBezTo>
                  <a:cubicBezTo>
                    <a:pt x="198669" y="177670"/>
                    <a:pt x="201462" y="188090"/>
                    <a:pt x="201462" y="200787"/>
                  </a:cubicBezTo>
                  <a:cubicBezTo>
                    <a:pt x="201462" y="216284"/>
                    <a:pt x="197399" y="229743"/>
                    <a:pt x="189275" y="241173"/>
                  </a:cubicBezTo>
                  <a:cubicBezTo>
                    <a:pt x="181151" y="252603"/>
                    <a:pt x="169598" y="261490"/>
                    <a:pt x="154619" y="267843"/>
                  </a:cubicBezTo>
                  <a:cubicBezTo>
                    <a:pt x="139640" y="274196"/>
                    <a:pt x="121867" y="277368"/>
                    <a:pt x="101302" y="277368"/>
                  </a:cubicBezTo>
                  <a:close/>
                  <a:moveTo>
                    <a:pt x="248704" y="274320"/>
                  </a:moveTo>
                  <a:lnTo>
                    <a:pt x="248704" y="136398"/>
                  </a:lnTo>
                  <a:cubicBezTo>
                    <a:pt x="248704" y="127511"/>
                    <a:pt x="248449" y="118615"/>
                    <a:pt x="247942" y="109728"/>
                  </a:cubicBezTo>
                  <a:cubicBezTo>
                    <a:pt x="247688" y="100584"/>
                    <a:pt x="246926" y="91564"/>
                    <a:pt x="245657" y="82677"/>
                  </a:cubicBezTo>
                  <a:lnTo>
                    <a:pt x="274981" y="82677"/>
                  </a:lnTo>
                  <a:lnTo>
                    <a:pt x="278409" y="122301"/>
                  </a:lnTo>
                  <a:lnTo>
                    <a:pt x="274600" y="124968"/>
                  </a:lnTo>
                  <a:cubicBezTo>
                    <a:pt x="279170" y="109985"/>
                    <a:pt x="287040" y="98422"/>
                    <a:pt x="298212" y="90297"/>
                  </a:cubicBezTo>
                  <a:cubicBezTo>
                    <a:pt x="309637" y="82172"/>
                    <a:pt x="323093" y="78105"/>
                    <a:pt x="338581" y="78105"/>
                  </a:cubicBezTo>
                  <a:cubicBezTo>
                    <a:pt x="357114" y="78105"/>
                    <a:pt x="371459" y="82677"/>
                    <a:pt x="381615" y="91821"/>
                  </a:cubicBezTo>
                  <a:cubicBezTo>
                    <a:pt x="392024" y="100965"/>
                    <a:pt x="398625" y="114938"/>
                    <a:pt x="401419" y="133731"/>
                  </a:cubicBezTo>
                  <a:lnTo>
                    <a:pt x="392278" y="128778"/>
                  </a:lnTo>
                  <a:cubicBezTo>
                    <a:pt x="396340" y="113281"/>
                    <a:pt x="404465" y="100965"/>
                    <a:pt x="416652" y="91821"/>
                  </a:cubicBezTo>
                  <a:cubicBezTo>
                    <a:pt x="429092" y="82677"/>
                    <a:pt x="443944" y="78105"/>
                    <a:pt x="461210" y="78105"/>
                  </a:cubicBezTo>
                  <a:cubicBezTo>
                    <a:pt x="482282" y="78105"/>
                    <a:pt x="498151" y="84458"/>
                    <a:pt x="508814" y="97155"/>
                  </a:cubicBezTo>
                  <a:cubicBezTo>
                    <a:pt x="519477" y="109604"/>
                    <a:pt x="524809" y="128521"/>
                    <a:pt x="524809" y="153924"/>
                  </a:cubicBezTo>
                  <a:lnTo>
                    <a:pt x="524809" y="274320"/>
                  </a:lnTo>
                  <a:lnTo>
                    <a:pt x="493961" y="274320"/>
                  </a:lnTo>
                  <a:lnTo>
                    <a:pt x="493961" y="155448"/>
                  </a:lnTo>
                  <a:cubicBezTo>
                    <a:pt x="493961" y="137665"/>
                    <a:pt x="490787" y="124711"/>
                    <a:pt x="484441" y="116586"/>
                  </a:cubicBezTo>
                  <a:cubicBezTo>
                    <a:pt x="478093" y="108204"/>
                    <a:pt x="468065" y="104013"/>
                    <a:pt x="454355" y="104013"/>
                  </a:cubicBezTo>
                  <a:cubicBezTo>
                    <a:pt x="438360" y="104013"/>
                    <a:pt x="425664" y="109471"/>
                    <a:pt x="416271" y="120396"/>
                  </a:cubicBezTo>
                  <a:cubicBezTo>
                    <a:pt x="407131" y="131321"/>
                    <a:pt x="402561" y="146180"/>
                    <a:pt x="402561" y="164973"/>
                  </a:cubicBezTo>
                  <a:lnTo>
                    <a:pt x="402561" y="274320"/>
                  </a:lnTo>
                  <a:lnTo>
                    <a:pt x="371713" y="274320"/>
                  </a:lnTo>
                  <a:lnTo>
                    <a:pt x="371713" y="155448"/>
                  </a:lnTo>
                  <a:cubicBezTo>
                    <a:pt x="371713" y="137665"/>
                    <a:pt x="368412" y="124711"/>
                    <a:pt x="361812" y="116586"/>
                  </a:cubicBezTo>
                  <a:cubicBezTo>
                    <a:pt x="355464" y="108204"/>
                    <a:pt x="345436" y="104013"/>
                    <a:pt x="331726" y="104013"/>
                  </a:cubicBezTo>
                  <a:cubicBezTo>
                    <a:pt x="315476" y="104013"/>
                    <a:pt x="302655" y="109471"/>
                    <a:pt x="293261" y="120396"/>
                  </a:cubicBezTo>
                  <a:cubicBezTo>
                    <a:pt x="284121" y="131321"/>
                    <a:pt x="279551" y="146180"/>
                    <a:pt x="279551" y="164973"/>
                  </a:cubicBezTo>
                  <a:lnTo>
                    <a:pt x="279551" y="274320"/>
                  </a:lnTo>
                  <a:lnTo>
                    <a:pt x="248704" y="274320"/>
                  </a:lnTo>
                  <a:close/>
                  <a:moveTo>
                    <a:pt x="656923" y="276987"/>
                  </a:moveTo>
                  <a:cubicBezTo>
                    <a:pt x="639913" y="276987"/>
                    <a:pt x="624933" y="273053"/>
                    <a:pt x="611984" y="265176"/>
                  </a:cubicBezTo>
                  <a:cubicBezTo>
                    <a:pt x="599290" y="257051"/>
                    <a:pt x="589388" y="245621"/>
                    <a:pt x="582279" y="230886"/>
                  </a:cubicBezTo>
                  <a:cubicBezTo>
                    <a:pt x="575424" y="215903"/>
                    <a:pt x="571997" y="198377"/>
                    <a:pt x="571997" y="178308"/>
                  </a:cubicBezTo>
                  <a:cubicBezTo>
                    <a:pt x="571997" y="158239"/>
                    <a:pt x="575552" y="140713"/>
                    <a:pt x="582660" y="125730"/>
                  </a:cubicBezTo>
                  <a:cubicBezTo>
                    <a:pt x="589769" y="110747"/>
                    <a:pt x="599671" y="99060"/>
                    <a:pt x="612365" y="90678"/>
                  </a:cubicBezTo>
                  <a:cubicBezTo>
                    <a:pt x="625313" y="82296"/>
                    <a:pt x="640166" y="78105"/>
                    <a:pt x="656923" y="78105"/>
                  </a:cubicBezTo>
                  <a:cubicBezTo>
                    <a:pt x="674441" y="78105"/>
                    <a:pt x="689294" y="82420"/>
                    <a:pt x="701481" y="91059"/>
                  </a:cubicBezTo>
                  <a:cubicBezTo>
                    <a:pt x="713667" y="99698"/>
                    <a:pt x="721919" y="112014"/>
                    <a:pt x="726235" y="128016"/>
                  </a:cubicBezTo>
                  <a:lnTo>
                    <a:pt x="721665" y="131064"/>
                  </a:lnTo>
                  <a:lnTo>
                    <a:pt x="721665" y="82677"/>
                  </a:lnTo>
                  <a:lnTo>
                    <a:pt x="752132" y="82677"/>
                  </a:lnTo>
                  <a:lnTo>
                    <a:pt x="752132" y="274320"/>
                  </a:lnTo>
                  <a:lnTo>
                    <a:pt x="721665" y="274320"/>
                  </a:lnTo>
                  <a:lnTo>
                    <a:pt x="721665" y="224790"/>
                  </a:lnTo>
                  <a:lnTo>
                    <a:pt x="726235" y="227076"/>
                  </a:lnTo>
                  <a:cubicBezTo>
                    <a:pt x="721919" y="243078"/>
                    <a:pt x="713667" y="255394"/>
                    <a:pt x="701481" y="264033"/>
                  </a:cubicBezTo>
                  <a:cubicBezTo>
                    <a:pt x="689294" y="272672"/>
                    <a:pt x="674441" y="276987"/>
                    <a:pt x="656923" y="276987"/>
                  </a:cubicBezTo>
                  <a:close/>
                  <a:moveTo>
                    <a:pt x="663016" y="251460"/>
                  </a:moveTo>
                  <a:cubicBezTo>
                    <a:pt x="681805" y="251460"/>
                    <a:pt x="696276" y="245107"/>
                    <a:pt x="706431" y="232410"/>
                  </a:cubicBezTo>
                  <a:cubicBezTo>
                    <a:pt x="716587" y="219456"/>
                    <a:pt x="721665" y="201168"/>
                    <a:pt x="721665" y="177546"/>
                  </a:cubicBezTo>
                  <a:cubicBezTo>
                    <a:pt x="721665" y="153924"/>
                    <a:pt x="716461" y="135760"/>
                    <a:pt x="706051" y="123063"/>
                  </a:cubicBezTo>
                  <a:cubicBezTo>
                    <a:pt x="695896" y="110366"/>
                    <a:pt x="681550" y="104013"/>
                    <a:pt x="663016" y="104013"/>
                  </a:cubicBezTo>
                  <a:cubicBezTo>
                    <a:pt x="644229" y="104013"/>
                    <a:pt x="629503" y="110614"/>
                    <a:pt x="618839" y="123825"/>
                  </a:cubicBezTo>
                  <a:cubicBezTo>
                    <a:pt x="608430" y="136779"/>
                    <a:pt x="603225" y="154943"/>
                    <a:pt x="603225" y="178308"/>
                  </a:cubicBezTo>
                  <a:cubicBezTo>
                    <a:pt x="603225" y="201673"/>
                    <a:pt x="608430" y="219713"/>
                    <a:pt x="618839" y="232410"/>
                  </a:cubicBezTo>
                  <a:cubicBezTo>
                    <a:pt x="629503" y="245107"/>
                    <a:pt x="644229" y="251460"/>
                    <a:pt x="663016" y="251460"/>
                  </a:cubicBezTo>
                  <a:close/>
                  <a:moveTo>
                    <a:pt x="811774" y="274320"/>
                  </a:moveTo>
                  <a:lnTo>
                    <a:pt x="811774" y="136398"/>
                  </a:lnTo>
                  <a:cubicBezTo>
                    <a:pt x="811774" y="127511"/>
                    <a:pt x="811520" y="118615"/>
                    <a:pt x="811013" y="109728"/>
                  </a:cubicBezTo>
                  <a:cubicBezTo>
                    <a:pt x="810758" y="100584"/>
                    <a:pt x="809997" y="91564"/>
                    <a:pt x="808728" y="82677"/>
                  </a:cubicBezTo>
                  <a:lnTo>
                    <a:pt x="838052" y="82677"/>
                  </a:lnTo>
                  <a:lnTo>
                    <a:pt x="842241" y="129921"/>
                  </a:lnTo>
                  <a:lnTo>
                    <a:pt x="838052" y="128778"/>
                  </a:lnTo>
                  <a:cubicBezTo>
                    <a:pt x="841606" y="112014"/>
                    <a:pt x="849223" y="99441"/>
                    <a:pt x="860902" y="91059"/>
                  </a:cubicBezTo>
                  <a:cubicBezTo>
                    <a:pt x="872835" y="82420"/>
                    <a:pt x="886164" y="78105"/>
                    <a:pt x="900890" y="78105"/>
                  </a:cubicBezTo>
                  <a:cubicBezTo>
                    <a:pt x="904191" y="78105"/>
                    <a:pt x="907237" y="78362"/>
                    <a:pt x="910030" y="78867"/>
                  </a:cubicBezTo>
                  <a:cubicBezTo>
                    <a:pt x="913076" y="79124"/>
                    <a:pt x="915869" y="79629"/>
                    <a:pt x="918408" y="80391"/>
                  </a:cubicBezTo>
                  <a:lnTo>
                    <a:pt x="917646" y="108585"/>
                  </a:lnTo>
                  <a:cubicBezTo>
                    <a:pt x="911807" y="106556"/>
                    <a:pt x="905079" y="105537"/>
                    <a:pt x="897462" y="105537"/>
                  </a:cubicBezTo>
                  <a:cubicBezTo>
                    <a:pt x="884260" y="105537"/>
                    <a:pt x="873596" y="108461"/>
                    <a:pt x="865472" y="114300"/>
                  </a:cubicBezTo>
                  <a:cubicBezTo>
                    <a:pt x="857601" y="120139"/>
                    <a:pt x="851762" y="127635"/>
                    <a:pt x="847954" y="136779"/>
                  </a:cubicBezTo>
                  <a:cubicBezTo>
                    <a:pt x="844399" y="145666"/>
                    <a:pt x="842622" y="155067"/>
                    <a:pt x="842622" y="164973"/>
                  </a:cubicBezTo>
                  <a:lnTo>
                    <a:pt x="842622" y="274320"/>
                  </a:lnTo>
                  <a:lnTo>
                    <a:pt x="811774" y="274320"/>
                  </a:lnTo>
                  <a:close/>
                  <a:moveTo>
                    <a:pt x="937959" y="107061"/>
                  </a:moveTo>
                  <a:lnTo>
                    <a:pt x="937959" y="82677"/>
                  </a:lnTo>
                  <a:lnTo>
                    <a:pt x="1060969" y="82677"/>
                  </a:lnTo>
                  <a:lnTo>
                    <a:pt x="1060969" y="107061"/>
                  </a:lnTo>
                  <a:lnTo>
                    <a:pt x="937959" y="107061"/>
                  </a:lnTo>
                  <a:close/>
                  <a:moveTo>
                    <a:pt x="1060207" y="246888"/>
                  </a:moveTo>
                  <a:lnTo>
                    <a:pt x="1060207" y="273177"/>
                  </a:lnTo>
                  <a:cubicBezTo>
                    <a:pt x="1055894" y="274444"/>
                    <a:pt x="1051582" y="275339"/>
                    <a:pt x="1047259" y="275844"/>
                  </a:cubicBezTo>
                  <a:cubicBezTo>
                    <a:pt x="1043203" y="276606"/>
                    <a:pt x="1038633" y="276987"/>
                    <a:pt x="1033549" y="276987"/>
                  </a:cubicBezTo>
                  <a:cubicBezTo>
                    <a:pt x="1015783" y="276987"/>
                    <a:pt x="1001559" y="271910"/>
                    <a:pt x="990895" y="261747"/>
                  </a:cubicBezTo>
                  <a:cubicBezTo>
                    <a:pt x="980489" y="251584"/>
                    <a:pt x="975281" y="236344"/>
                    <a:pt x="975281" y="216027"/>
                  </a:cubicBezTo>
                  <a:lnTo>
                    <a:pt x="975281" y="33528"/>
                  </a:lnTo>
                  <a:lnTo>
                    <a:pt x="1006129" y="22479"/>
                  </a:lnTo>
                  <a:lnTo>
                    <a:pt x="1006129" y="211836"/>
                  </a:lnTo>
                  <a:cubicBezTo>
                    <a:pt x="1006129" y="221999"/>
                    <a:pt x="1007528" y="229867"/>
                    <a:pt x="1010318" y="235458"/>
                  </a:cubicBezTo>
                  <a:cubicBezTo>
                    <a:pt x="1013365" y="241049"/>
                    <a:pt x="1017430" y="244983"/>
                    <a:pt x="1022505" y="247269"/>
                  </a:cubicBezTo>
                  <a:cubicBezTo>
                    <a:pt x="1027589" y="249298"/>
                    <a:pt x="1033301" y="250317"/>
                    <a:pt x="1039642" y="250317"/>
                  </a:cubicBezTo>
                  <a:cubicBezTo>
                    <a:pt x="1043451" y="250317"/>
                    <a:pt x="1046878" y="250060"/>
                    <a:pt x="1049925" y="249555"/>
                  </a:cubicBezTo>
                  <a:cubicBezTo>
                    <a:pt x="1052972" y="249050"/>
                    <a:pt x="1056399" y="248155"/>
                    <a:pt x="1060207" y="2468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6"/>
            <p:cNvSpPr/>
            <p:nvPr/>
          </p:nvSpPr>
          <p:spPr>
            <a:xfrm>
              <a:off x="2533419" y="6030637"/>
              <a:ext cx="1481153" cy="357758"/>
            </a:xfrm>
            <a:custGeom>
              <a:rect b="b" l="l" r="r" t="t"/>
              <a:pathLst>
                <a:path extrusionOk="0" h="357758" w="1481153">
                  <a:moveTo>
                    <a:pt x="0" y="272796"/>
                  </a:moveTo>
                  <a:lnTo>
                    <a:pt x="0" y="1524"/>
                  </a:lnTo>
                  <a:lnTo>
                    <a:pt x="31228" y="1524"/>
                  </a:lnTo>
                  <a:lnTo>
                    <a:pt x="31228" y="246126"/>
                  </a:lnTo>
                  <a:lnTo>
                    <a:pt x="167187" y="246126"/>
                  </a:lnTo>
                  <a:lnTo>
                    <a:pt x="167187" y="272796"/>
                  </a:lnTo>
                  <a:lnTo>
                    <a:pt x="0" y="272796"/>
                  </a:lnTo>
                  <a:close/>
                  <a:moveTo>
                    <a:pt x="282561" y="275463"/>
                  </a:moveTo>
                  <a:cubicBezTo>
                    <a:pt x="264281" y="275463"/>
                    <a:pt x="248285" y="271396"/>
                    <a:pt x="234576" y="263271"/>
                  </a:cubicBezTo>
                  <a:cubicBezTo>
                    <a:pt x="221113" y="255146"/>
                    <a:pt x="210583" y="243716"/>
                    <a:pt x="202966" y="228981"/>
                  </a:cubicBezTo>
                  <a:cubicBezTo>
                    <a:pt x="195597" y="213998"/>
                    <a:pt x="191922" y="196339"/>
                    <a:pt x="191922" y="176022"/>
                  </a:cubicBezTo>
                  <a:cubicBezTo>
                    <a:pt x="191922" y="155953"/>
                    <a:pt x="195597" y="138427"/>
                    <a:pt x="202966" y="123444"/>
                  </a:cubicBezTo>
                  <a:cubicBezTo>
                    <a:pt x="210583" y="108461"/>
                    <a:pt x="221113" y="96898"/>
                    <a:pt x="234576" y="88773"/>
                  </a:cubicBezTo>
                  <a:cubicBezTo>
                    <a:pt x="248285" y="80648"/>
                    <a:pt x="264281" y="76581"/>
                    <a:pt x="282561" y="76581"/>
                  </a:cubicBezTo>
                  <a:cubicBezTo>
                    <a:pt x="300841" y="76581"/>
                    <a:pt x="316703" y="80648"/>
                    <a:pt x="330165" y="88773"/>
                  </a:cubicBezTo>
                  <a:cubicBezTo>
                    <a:pt x="343875" y="96898"/>
                    <a:pt x="354405" y="108461"/>
                    <a:pt x="361774" y="123444"/>
                  </a:cubicBezTo>
                  <a:cubicBezTo>
                    <a:pt x="369391" y="138427"/>
                    <a:pt x="373199" y="155953"/>
                    <a:pt x="373199" y="176022"/>
                  </a:cubicBezTo>
                  <a:cubicBezTo>
                    <a:pt x="373199" y="196339"/>
                    <a:pt x="369391" y="213998"/>
                    <a:pt x="361774" y="228981"/>
                  </a:cubicBezTo>
                  <a:cubicBezTo>
                    <a:pt x="354405" y="243716"/>
                    <a:pt x="343875" y="255146"/>
                    <a:pt x="330165" y="263271"/>
                  </a:cubicBezTo>
                  <a:cubicBezTo>
                    <a:pt x="316703" y="271396"/>
                    <a:pt x="300841" y="275463"/>
                    <a:pt x="282561" y="275463"/>
                  </a:cubicBezTo>
                  <a:close/>
                  <a:moveTo>
                    <a:pt x="282561" y="249936"/>
                  </a:moveTo>
                  <a:cubicBezTo>
                    <a:pt x="301345" y="249936"/>
                    <a:pt x="315817" y="243716"/>
                    <a:pt x="325976" y="231267"/>
                  </a:cubicBezTo>
                  <a:cubicBezTo>
                    <a:pt x="336382" y="218570"/>
                    <a:pt x="341590" y="200149"/>
                    <a:pt x="341590" y="176022"/>
                  </a:cubicBezTo>
                  <a:cubicBezTo>
                    <a:pt x="341590" y="152400"/>
                    <a:pt x="336382" y="134236"/>
                    <a:pt x="325976" y="121539"/>
                  </a:cubicBezTo>
                  <a:cubicBezTo>
                    <a:pt x="315560" y="108842"/>
                    <a:pt x="301088" y="102489"/>
                    <a:pt x="282561" y="102489"/>
                  </a:cubicBezTo>
                  <a:cubicBezTo>
                    <a:pt x="264024" y="102489"/>
                    <a:pt x="249428" y="108842"/>
                    <a:pt x="238765" y="121539"/>
                  </a:cubicBezTo>
                  <a:cubicBezTo>
                    <a:pt x="228349" y="134236"/>
                    <a:pt x="223150" y="152400"/>
                    <a:pt x="223150" y="176022"/>
                  </a:cubicBezTo>
                  <a:cubicBezTo>
                    <a:pt x="223150" y="200149"/>
                    <a:pt x="228225" y="218570"/>
                    <a:pt x="238384" y="231267"/>
                  </a:cubicBezTo>
                  <a:cubicBezTo>
                    <a:pt x="248790" y="243716"/>
                    <a:pt x="263519" y="249936"/>
                    <a:pt x="282561" y="249936"/>
                  </a:cubicBezTo>
                  <a:close/>
                  <a:moveTo>
                    <a:pt x="505445" y="357759"/>
                  </a:moveTo>
                  <a:cubicBezTo>
                    <a:pt x="476501" y="357759"/>
                    <a:pt x="451366" y="351158"/>
                    <a:pt x="430039" y="337947"/>
                  </a:cubicBezTo>
                  <a:lnTo>
                    <a:pt x="435371" y="312801"/>
                  </a:lnTo>
                  <a:cubicBezTo>
                    <a:pt x="447310" y="319659"/>
                    <a:pt x="458602" y="324612"/>
                    <a:pt x="469265" y="327660"/>
                  </a:cubicBezTo>
                  <a:cubicBezTo>
                    <a:pt x="479929" y="330708"/>
                    <a:pt x="491992" y="332232"/>
                    <a:pt x="505445" y="332232"/>
                  </a:cubicBezTo>
                  <a:cubicBezTo>
                    <a:pt x="523725" y="332232"/>
                    <a:pt x="537568" y="327279"/>
                    <a:pt x="546955" y="317373"/>
                  </a:cubicBezTo>
                  <a:cubicBezTo>
                    <a:pt x="556610" y="307724"/>
                    <a:pt x="561427" y="293246"/>
                    <a:pt x="561427" y="273939"/>
                  </a:cubicBezTo>
                  <a:lnTo>
                    <a:pt x="561427" y="222123"/>
                  </a:lnTo>
                  <a:lnTo>
                    <a:pt x="565617" y="217170"/>
                  </a:lnTo>
                  <a:cubicBezTo>
                    <a:pt x="562570" y="227333"/>
                    <a:pt x="557752" y="236220"/>
                    <a:pt x="551145" y="243840"/>
                  </a:cubicBezTo>
                  <a:cubicBezTo>
                    <a:pt x="544804" y="251203"/>
                    <a:pt x="536930" y="256918"/>
                    <a:pt x="527533" y="260985"/>
                  </a:cubicBezTo>
                  <a:cubicBezTo>
                    <a:pt x="518145" y="265052"/>
                    <a:pt x="507482" y="267081"/>
                    <a:pt x="495543" y="267081"/>
                  </a:cubicBezTo>
                  <a:cubicBezTo>
                    <a:pt x="478539" y="267081"/>
                    <a:pt x="463553" y="263147"/>
                    <a:pt x="450604" y="255270"/>
                  </a:cubicBezTo>
                  <a:cubicBezTo>
                    <a:pt x="437913" y="247145"/>
                    <a:pt x="427888" y="235963"/>
                    <a:pt x="420518" y="221742"/>
                  </a:cubicBezTo>
                  <a:cubicBezTo>
                    <a:pt x="413416" y="207521"/>
                    <a:pt x="409855" y="190881"/>
                    <a:pt x="409855" y="171831"/>
                  </a:cubicBezTo>
                  <a:cubicBezTo>
                    <a:pt x="409855" y="152781"/>
                    <a:pt x="413416" y="136141"/>
                    <a:pt x="420518" y="121920"/>
                  </a:cubicBezTo>
                  <a:cubicBezTo>
                    <a:pt x="427888" y="107699"/>
                    <a:pt x="437913" y="96650"/>
                    <a:pt x="450604" y="88773"/>
                  </a:cubicBezTo>
                  <a:cubicBezTo>
                    <a:pt x="463553" y="80648"/>
                    <a:pt x="478539" y="76581"/>
                    <a:pt x="495543" y="76581"/>
                  </a:cubicBezTo>
                  <a:cubicBezTo>
                    <a:pt x="513318" y="76581"/>
                    <a:pt x="528295" y="81029"/>
                    <a:pt x="540481" y="89916"/>
                  </a:cubicBezTo>
                  <a:cubicBezTo>
                    <a:pt x="552925" y="98555"/>
                    <a:pt x="561304" y="110747"/>
                    <a:pt x="565617" y="126492"/>
                  </a:cubicBezTo>
                  <a:lnTo>
                    <a:pt x="561047" y="122301"/>
                  </a:lnTo>
                  <a:lnTo>
                    <a:pt x="561047" y="81153"/>
                  </a:lnTo>
                  <a:lnTo>
                    <a:pt x="591894" y="81153"/>
                  </a:lnTo>
                  <a:lnTo>
                    <a:pt x="591894" y="271272"/>
                  </a:lnTo>
                  <a:cubicBezTo>
                    <a:pt x="591894" y="299971"/>
                    <a:pt x="584535" y="321564"/>
                    <a:pt x="569806" y="336042"/>
                  </a:cubicBezTo>
                  <a:cubicBezTo>
                    <a:pt x="555334" y="350520"/>
                    <a:pt x="533883" y="357759"/>
                    <a:pt x="505445" y="357759"/>
                  </a:cubicBezTo>
                  <a:close/>
                  <a:moveTo>
                    <a:pt x="501636" y="241173"/>
                  </a:moveTo>
                  <a:cubicBezTo>
                    <a:pt x="520173" y="241173"/>
                    <a:pt x="534645" y="235077"/>
                    <a:pt x="545051" y="222885"/>
                  </a:cubicBezTo>
                  <a:cubicBezTo>
                    <a:pt x="555715" y="210436"/>
                    <a:pt x="561047" y="193424"/>
                    <a:pt x="561047" y="171831"/>
                  </a:cubicBezTo>
                  <a:cubicBezTo>
                    <a:pt x="561047" y="150238"/>
                    <a:pt x="555715" y="133350"/>
                    <a:pt x="545051" y="121158"/>
                  </a:cubicBezTo>
                  <a:cubicBezTo>
                    <a:pt x="534645" y="108709"/>
                    <a:pt x="520173" y="102489"/>
                    <a:pt x="501636" y="102489"/>
                  </a:cubicBezTo>
                  <a:cubicBezTo>
                    <a:pt x="482851" y="102489"/>
                    <a:pt x="467999" y="108709"/>
                    <a:pt x="457079" y="121158"/>
                  </a:cubicBezTo>
                  <a:cubicBezTo>
                    <a:pt x="446415" y="133350"/>
                    <a:pt x="441083" y="150238"/>
                    <a:pt x="441083" y="171831"/>
                  </a:cubicBezTo>
                  <a:cubicBezTo>
                    <a:pt x="441083" y="193672"/>
                    <a:pt x="446415" y="210693"/>
                    <a:pt x="457079" y="222885"/>
                  </a:cubicBezTo>
                  <a:cubicBezTo>
                    <a:pt x="467999" y="235077"/>
                    <a:pt x="482851" y="241173"/>
                    <a:pt x="501636" y="241173"/>
                  </a:cubicBezTo>
                  <a:close/>
                  <a:moveTo>
                    <a:pt x="651124" y="272796"/>
                  </a:moveTo>
                  <a:lnTo>
                    <a:pt x="651124" y="81153"/>
                  </a:lnTo>
                  <a:lnTo>
                    <a:pt x="681971" y="81153"/>
                  </a:lnTo>
                  <a:lnTo>
                    <a:pt x="681971" y="272796"/>
                  </a:lnTo>
                  <a:lnTo>
                    <a:pt x="651124" y="272796"/>
                  </a:lnTo>
                  <a:close/>
                  <a:moveTo>
                    <a:pt x="648077" y="0"/>
                  </a:moveTo>
                  <a:lnTo>
                    <a:pt x="685780" y="0"/>
                  </a:lnTo>
                  <a:lnTo>
                    <a:pt x="685780" y="35052"/>
                  </a:lnTo>
                  <a:lnTo>
                    <a:pt x="648077" y="35052"/>
                  </a:lnTo>
                  <a:lnTo>
                    <a:pt x="648077" y="0"/>
                  </a:lnTo>
                  <a:close/>
                  <a:moveTo>
                    <a:pt x="806609" y="275463"/>
                  </a:moveTo>
                  <a:cubicBezTo>
                    <a:pt x="774371" y="275463"/>
                    <a:pt x="748856" y="267205"/>
                    <a:pt x="730061" y="250698"/>
                  </a:cubicBezTo>
                  <a:lnTo>
                    <a:pt x="740344" y="227838"/>
                  </a:lnTo>
                  <a:cubicBezTo>
                    <a:pt x="750502" y="235715"/>
                    <a:pt x="760909" y="241554"/>
                    <a:pt x="771572" y="245364"/>
                  </a:cubicBezTo>
                  <a:cubicBezTo>
                    <a:pt x="782493" y="248917"/>
                    <a:pt x="794556" y="250698"/>
                    <a:pt x="807751" y="250698"/>
                  </a:cubicBezTo>
                  <a:cubicBezTo>
                    <a:pt x="822223" y="250698"/>
                    <a:pt x="833144" y="248288"/>
                    <a:pt x="840503" y="243459"/>
                  </a:cubicBezTo>
                  <a:cubicBezTo>
                    <a:pt x="848120" y="238382"/>
                    <a:pt x="851929" y="231143"/>
                    <a:pt x="851929" y="221742"/>
                  </a:cubicBezTo>
                  <a:cubicBezTo>
                    <a:pt x="851929" y="214122"/>
                    <a:pt x="849396" y="208150"/>
                    <a:pt x="844312" y="203835"/>
                  </a:cubicBezTo>
                  <a:cubicBezTo>
                    <a:pt x="839237" y="199263"/>
                    <a:pt x="830859" y="195577"/>
                    <a:pt x="819177" y="192786"/>
                  </a:cubicBezTo>
                  <a:lnTo>
                    <a:pt x="786806" y="185166"/>
                  </a:lnTo>
                  <a:cubicBezTo>
                    <a:pt x="770811" y="181613"/>
                    <a:pt x="758376" y="175260"/>
                    <a:pt x="749484" y="166116"/>
                  </a:cubicBezTo>
                  <a:cubicBezTo>
                    <a:pt x="740858" y="156972"/>
                    <a:pt x="736535" y="146047"/>
                    <a:pt x="736535" y="133350"/>
                  </a:cubicBezTo>
                  <a:cubicBezTo>
                    <a:pt x="736535" y="122177"/>
                    <a:pt x="739582" y="112395"/>
                    <a:pt x="745675" y="104013"/>
                  </a:cubicBezTo>
                  <a:cubicBezTo>
                    <a:pt x="751769" y="95374"/>
                    <a:pt x="760280" y="88649"/>
                    <a:pt x="771191" y="83820"/>
                  </a:cubicBezTo>
                  <a:cubicBezTo>
                    <a:pt x="782112" y="78991"/>
                    <a:pt x="795060" y="76581"/>
                    <a:pt x="810037" y="76581"/>
                  </a:cubicBezTo>
                  <a:cubicBezTo>
                    <a:pt x="823499" y="76581"/>
                    <a:pt x="836190" y="78743"/>
                    <a:pt x="848120" y="83058"/>
                  </a:cubicBezTo>
                  <a:cubicBezTo>
                    <a:pt x="860059" y="87373"/>
                    <a:pt x="870085" y="93602"/>
                    <a:pt x="878206" y="101727"/>
                  </a:cubicBezTo>
                  <a:lnTo>
                    <a:pt x="867924" y="124206"/>
                  </a:lnTo>
                  <a:cubicBezTo>
                    <a:pt x="858784" y="116586"/>
                    <a:pt x="849396" y="110995"/>
                    <a:pt x="839742" y="107442"/>
                  </a:cubicBezTo>
                  <a:cubicBezTo>
                    <a:pt x="830354" y="103632"/>
                    <a:pt x="820452" y="101727"/>
                    <a:pt x="810037" y="101727"/>
                  </a:cubicBezTo>
                  <a:cubicBezTo>
                    <a:pt x="796327" y="101727"/>
                    <a:pt x="785663" y="104394"/>
                    <a:pt x="778046" y="109728"/>
                  </a:cubicBezTo>
                  <a:cubicBezTo>
                    <a:pt x="770687" y="115062"/>
                    <a:pt x="767002" y="122301"/>
                    <a:pt x="767002" y="131445"/>
                  </a:cubicBezTo>
                  <a:cubicBezTo>
                    <a:pt x="767002" y="139322"/>
                    <a:pt x="769287" y="145542"/>
                    <a:pt x="773857" y="150114"/>
                  </a:cubicBezTo>
                  <a:cubicBezTo>
                    <a:pt x="778684" y="154686"/>
                    <a:pt x="786301" y="158239"/>
                    <a:pt x="796708" y="160782"/>
                  </a:cubicBezTo>
                  <a:lnTo>
                    <a:pt x="829078" y="168783"/>
                  </a:lnTo>
                  <a:cubicBezTo>
                    <a:pt x="847111" y="172593"/>
                    <a:pt x="860307" y="178946"/>
                    <a:pt x="868685" y="187833"/>
                  </a:cubicBezTo>
                  <a:cubicBezTo>
                    <a:pt x="877321" y="196472"/>
                    <a:pt x="881634" y="207521"/>
                    <a:pt x="881634" y="220980"/>
                  </a:cubicBezTo>
                  <a:cubicBezTo>
                    <a:pt x="881634" y="237487"/>
                    <a:pt x="874912" y="250698"/>
                    <a:pt x="861449" y="260604"/>
                  </a:cubicBezTo>
                  <a:cubicBezTo>
                    <a:pt x="847996" y="270510"/>
                    <a:pt x="829716" y="275463"/>
                    <a:pt x="806609" y="275463"/>
                  </a:cubicBezTo>
                  <a:close/>
                  <a:moveTo>
                    <a:pt x="901904" y="105537"/>
                  </a:moveTo>
                  <a:lnTo>
                    <a:pt x="901904" y="81153"/>
                  </a:lnTo>
                  <a:lnTo>
                    <a:pt x="1024913" y="81153"/>
                  </a:lnTo>
                  <a:lnTo>
                    <a:pt x="1024913" y="105537"/>
                  </a:lnTo>
                  <a:lnTo>
                    <a:pt x="901904" y="105537"/>
                  </a:lnTo>
                  <a:close/>
                  <a:moveTo>
                    <a:pt x="1024152" y="245364"/>
                  </a:moveTo>
                  <a:lnTo>
                    <a:pt x="1024152" y="271653"/>
                  </a:lnTo>
                  <a:cubicBezTo>
                    <a:pt x="1019829" y="272920"/>
                    <a:pt x="1015516" y="273815"/>
                    <a:pt x="1011203" y="274320"/>
                  </a:cubicBezTo>
                  <a:cubicBezTo>
                    <a:pt x="1007138" y="275082"/>
                    <a:pt x="1002568" y="275463"/>
                    <a:pt x="997493" y="275463"/>
                  </a:cubicBezTo>
                  <a:cubicBezTo>
                    <a:pt x="979718" y="275463"/>
                    <a:pt x="965503" y="270386"/>
                    <a:pt x="954840" y="260223"/>
                  </a:cubicBezTo>
                  <a:cubicBezTo>
                    <a:pt x="944424" y="250060"/>
                    <a:pt x="939226" y="234820"/>
                    <a:pt x="939226" y="214503"/>
                  </a:cubicBezTo>
                  <a:lnTo>
                    <a:pt x="939226" y="32004"/>
                  </a:lnTo>
                  <a:lnTo>
                    <a:pt x="970073" y="20955"/>
                  </a:lnTo>
                  <a:lnTo>
                    <a:pt x="970073" y="210312"/>
                  </a:lnTo>
                  <a:cubicBezTo>
                    <a:pt x="970073" y="220475"/>
                    <a:pt x="971463" y="228343"/>
                    <a:pt x="974262" y="233934"/>
                  </a:cubicBezTo>
                  <a:cubicBezTo>
                    <a:pt x="977309" y="239525"/>
                    <a:pt x="981365" y="243459"/>
                    <a:pt x="986449" y="245745"/>
                  </a:cubicBezTo>
                  <a:cubicBezTo>
                    <a:pt x="991524" y="247774"/>
                    <a:pt x="997236" y="248793"/>
                    <a:pt x="1003587" y="248793"/>
                  </a:cubicBezTo>
                  <a:cubicBezTo>
                    <a:pt x="1007395" y="248793"/>
                    <a:pt x="1010822" y="248536"/>
                    <a:pt x="1013869" y="248031"/>
                  </a:cubicBezTo>
                  <a:cubicBezTo>
                    <a:pt x="1016916" y="247526"/>
                    <a:pt x="1020343" y="246631"/>
                    <a:pt x="1024152" y="245364"/>
                  </a:cubicBezTo>
                  <a:close/>
                  <a:moveTo>
                    <a:pt x="1062083" y="272796"/>
                  </a:moveTo>
                  <a:lnTo>
                    <a:pt x="1062083" y="81153"/>
                  </a:lnTo>
                  <a:lnTo>
                    <a:pt x="1092931" y="81153"/>
                  </a:lnTo>
                  <a:lnTo>
                    <a:pt x="1092931" y="272796"/>
                  </a:lnTo>
                  <a:lnTo>
                    <a:pt x="1062083" y="272796"/>
                  </a:lnTo>
                  <a:close/>
                  <a:moveTo>
                    <a:pt x="1059036" y="0"/>
                  </a:moveTo>
                  <a:lnTo>
                    <a:pt x="1096739" y="0"/>
                  </a:lnTo>
                  <a:lnTo>
                    <a:pt x="1096739" y="35052"/>
                  </a:lnTo>
                  <a:lnTo>
                    <a:pt x="1059036" y="35052"/>
                  </a:lnTo>
                  <a:lnTo>
                    <a:pt x="1059036" y="0"/>
                  </a:lnTo>
                  <a:close/>
                  <a:moveTo>
                    <a:pt x="1233183" y="275463"/>
                  </a:moveTo>
                  <a:cubicBezTo>
                    <a:pt x="1214398" y="275463"/>
                    <a:pt x="1198146" y="271396"/>
                    <a:pt x="1184436" y="263271"/>
                  </a:cubicBezTo>
                  <a:cubicBezTo>
                    <a:pt x="1170726" y="255146"/>
                    <a:pt x="1160062" y="243716"/>
                    <a:pt x="1152446" y="228981"/>
                  </a:cubicBezTo>
                  <a:cubicBezTo>
                    <a:pt x="1145086" y="214246"/>
                    <a:pt x="1141401" y="196853"/>
                    <a:pt x="1141401" y="176784"/>
                  </a:cubicBezTo>
                  <a:cubicBezTo>
                    <a:pt x="1141401" y="156972"/>
                    <a:pt x="1145210" y="139570"/>
                    <a:pt x="1152827" y="124587"/>
                  </a:cubicBezTo>
                  <a:cubicBezTo>
                    <a:pt x="1160443" y="109347"/>
                    <a:pt x="1171240" y="97536"/>
                    <a:pt x="1185197" y="89154"/>
                  </a:cubicBezTo>
                  <a:cubicBezTo>
                    <a:pt x="1199165" y="80772"/>
                    <a:pt x="1215664" y="76581"/>
                    <a:pt x="1234706" y="76581"/>
                  </a:cubicBezTo>
                  <a:cubicBezTo>
                    <a:pt x="1247654" y="76581"/>
                    <a:pt x="1260098" y="78867"/>
                    <a:pt x="1272028" y="83439"/>
                  </a:cubicBezTo>
                  <a:cubicBezTo>
                    <a:pt x="1284215" y="87754"/>
                    <a:pt x="1294250" y="93850"/>
                    <a:pt x="1302114" y="101727"/>
                  </a:cubicBezTo>
                  <a:lnTo>
                    <a:pt x="1291831" y="124587"/>
                  </a:lnTo>
                  <a:cubicBezTo>
                    <a:pt x="1282444" y="117224"/>
                    <a:pt x="1273170" y="111757"/>
                    <a:pt x="1264030" y="108204"/>
                  </a:cubicBezTo>
                  <a:cubicBezTo>
                    <a:pt x="1255148" y="104394"/>
                    <a:pt x="1245884" y="102489"/>
                    <a:pt x="1236230" y="102489"/>
                  </a:cubicBezTo>
                  <a:cubicBezTo>
                    <a:pt x="1216940" y="102489"/>
                    <a:pt x="1201573" y="108966"/>
                    <a:pt x="1190148" y="121920"/>
                  </a:cubicBezTo>
                  <a:cubicBezTo>
                    <a:pt x="1178980" y="134874"/>
                    <a:pt x="1173392" y="153162"/>
                    <a:pt x="1173392" y="176784"/>
                  </a:cubicBezTo>
                  <a:cubicBezTo>
                    <a:pt x="1173392" y="200149"/>
                    <a:pt x="1178980" y="218189"/>
                    <a:pt x="1190148" y="230886"/>
                  </a:cubicBezTo>
                  <a:cubicBezTo>
                    <a:pt x="1201326" y="243583"/>
                    <a:pt x="1216683" y="249936"/>
                    <a:pt x="1236230" y="249936"/>
                  </a:cubicBezTo>
                  <a:cubicBezTo>
                    <a:pt x="1245627" y="249936"/>
                    <a:pt x="1254890" y="248155"/>
                    <a:pt x="1264030" y="244602"/>
                  </a:cubicBezTo>
                  <a:cubicBezTo>
                    <a:pt x="1273170" y="240792"/>
                    <a:pt x="1282444" y="235201"/>
                    <a:pt x="1291831" y="227838"/>
                  </a:cubicBezTo>
                  <a:lnTo>
                    <a:pt x="1302114" y="250698"/>
                  </a:lnTo>
                  <a:cubicBezTo>
                    <a:pt x="1293993" y="258318"/>
                    <a:pt x="1283710" y="264414"/>
                    <a:pt x="1271266" y="268986"/>
                  </a:cubicBezTo>
                  <a:cubicBezTo>
                    <a:pt x="1259080" y="273301"/>
                    <a:pt x="1246388" y="275463"/>
                    <a:pt x="1233183" y="275463"/>
                  </a:cubicBezTo>
                  <a:close/>
                  <a:moveTo>
                    <a:pt x="1406130" y="275463"/>
                  </a:moveTo>
                  <a:cubicBezTo>
                    <a:pt x="1373882" y="275463"/>
                    <a:pt x="1348366" y="267205"/>
                    <a:pt x="1329582" y="250698"/>
                  </a:cubicBezTo>
                  <a:lnTo>
                    <a:pt x="1339864" y="227838"/>
                  </a:lnTo>
                  <a:cubicBezTo>
                    <a:pt x="1350023" y="235715"/>
                    <a:pt x="1360429" y="241554"/>
                    <a:pt x="1371093" y="245364"/>
                  </a:cubicBezTo>
                  <a:cubicBezTo>
                    <a:pt x="1382013" y="248917"/>
                    <a:pt x="1394066" y="250698"/>
                    <a:pt x="1407272" y="250698"/>
                  </a:cubicBezTo>
                  <a:cubicBezTo>
                    <a:pt x="1421744" y="250698"/>
                    <a:pt x="1432664" y="248288"/>
                    <a:pt x="1440024" y="243459"/>
                  </a:cubicBezTo>
                  <a:cubicBezTo>
                    <a:pt x="1447641" y="238382"/>
                    <a:pt x="1451449" y="231143"/>
                    <a:pt x="1451449" y="221742"/>
                  </a:cubicBezTo>
                  <a:cubicBezTo>
                    <a:pt x="1451449" y="214122"/>
                    <a:pt x="1448907" y="208150"/>
                    <a:pt x="1443832" y="203835"/>
                  </a:cubicBezTo>
                  <a:cubicBezTo>
                    <a:pt x="1438757" y="199263"/>
                    <a:pt x="1430379" y="195577"/>
                    <a:pt x="1418697" y="192786"/>
                  </a:cubicBezTo>
                  <a:lnTo>
                    <a:pt x="1386326" y="185166"/>
                  </a:lnTo>
                  <a:cubicBezTo>
                    <a:pt x="1370331" y="181613"/>
                    <a:pt x="1357887" y="175260"/>
                    <a:pt x="1349004" y="166116"/>
                  </a:cubicBezTo>
                  <a:cubicBezTo>
                    <a:pt x="1340369" y="156972"/>
                    <a:pt x="1336056" y="146047"/>
                    <a:pt x="1336056" y="133350"/>
                  </a:cubicBezTo>
                  <a:cubicBezTo>
                    <a:pt x="1336056" y="122177"/>
                    <a:pt x="1339103" y="112395"/>
                    <a:pt x="1345196" y="104013"/>
                  </a:cubicBezTo>
                  <a:cubicBezTo>
                    <a:pt x="1351289" y="95374"/>
                    <a:pt x="1359792" y="88649"/>
                    <a:pt x="1370712" y="83820"/>
                  </a:cubicBezTo>
                  <a:cubicBezTo>
                    <a:pt x="1381632" y="78991"/>
                    <a:pt x="1394581" y="76581"/>
                    <a:pt x="1409557" y="76581"/>
                  </a:cubicBezTo>
                  <a:cubicBezTo>
                    <a:pt x="1423010" y="76581"/>
                    <a:pt x="1435711" y="78743"/>
                    <a:pt x="1447641" y="83058"/>
                  </a:cubicBezTo>
                  <a:cubicBezTo>
                    <a:pt x="1459570" y="87373"/>
                    <a:pt x="1469605" y="93602"/>
                    <a:pt x="1477727" y="101727"/>
                  </a:cubicBezTo>
                  <a:lnTo>
                    <a:pt x="1467444" y="124206"/>
                  </a:lnTo>
                  <a:cubicBezTo>
                    <a:pt x="1458304" y="116586"/>
                    <a:pt x="1448907" y="110995"/>
                    <a:pt x="1439262" y="107442"/>
                  </a:cubicBezTo>
                  <a:cubicBezTo>
                    <a:pt x="1429865" y="103632"/>
                    <a:pt x="1419963" y="101727"/>
                    <a:pt x="1409557" y="101727"/>
                  </a:cubicBezTo>
                  <a:cubicBezTo>
                    <a:pt x="1395847" y="101727"/>
                    <a:pt x="1385184" y="104394"/>
                    <a:pt x="1377567" y="109728"/>
                  </a:cubicBezTo>
                  <a:cubicBezTo>
                    <a:pt x="1370207" y="115062"/>
                    <a:pt x="1366523" y="122301"/>
                    <a:pt x="1366523" y="131445"/>
                  </a:cubicBezTo>
                  <a:cubicBezTo>
                    <a:pt x="1366523" y="139322"/>
                    <a:pt x="1368808" y="145542"/>
                    <a:pt x="1373378" y="150114"/>
                  </a:cubicBezTo>
                  <a:cubicBezTo>
                    <a:pt x="1378205" y="154686"/>
                    <a:pt x="1385821" y="158239"/>
                    <a:pt x="1396228" y="160782"/>
                  </a:cubicBezTo>
                  <a:lnTo>
                    <a:pt x="1428599" y="168783"/>
                  </a:lnTo>
                  <a:cubicBezTo>
                    <a:pt x="1446622" y="172593"/>
                    <a:pt x="1459827" y="178946"/>
                    <a:pt x="1468206" y="187833"/>
                  </a:cubicBezTo>
                  <a:cubicBezTo>
                    <a:pt x="1476841" y="196472"/>
                    <a:pt x="1481154" y="207521"/>
                    <a:pt x="1481154" y="220980"/>
                  </a:cubicBezTo>
                  <a:cubicBezTo>
                    <a:pt x="1481154" y="237487"/>
                    <a:pt x="1474423" y="250698"/>
                    <a:pt x="1460970" y="260604"/>
                  </a:cubicBezTo>
                  <a:cubicBezTo>
                    <a:pt x="1447517" y="270510"/>
                    <a:pt x="1429237" y="275463"/>
                    <a:pt x="1406130" y="2754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6"/>
            <p:cNvSpPr/>
            <p:nvPr/>
          </p:nvSpPr>
          <p:spPr>
            <a:xfrm>
              <a:off x="5142141" y="6021492"/>
              <a:ext cx="1459056" cy="284607"/>
            </a:xfrm>
            <a:custGeom>
              <a:rect b="b" l="l" r="r" t="t"/>
              <a:pathLst>
                <a:path extrusionOk="0" h="284607" w="1459056">
                  <a:moveTo>
                    <a:pt x="0" y="281940"/>
                  </a:moveTo>
                  <a:lnTo>
                    <a:pt x="0" y="10668"/>
                  </a:lnTo>
                  <a:lnTo>
                    <a:pt x="108157" y="10668"/>
                  </a:lnTo>
                  <a:cubicBezTo>
                    <a:pt x="136082" y="10668"/>
                    <a:pt x="157790" y="17402"/>
                    <a:pt x="173280" y="30861"/>
                  </a:cubicBezTo>
                  <a:cubicBezTo>
                    <a:pt x="189018" y="44320"/>
                    <a:pt x="196892" y="62865"/>
                    <a:pt x="196892" y="86487"/>
                  </a:cubicBezTo>
                  <a:cubicBezTo>
                    <a:pt x="196892" y="109852"/>
                    <a:pt x="189018" y="128397"/>
                    <a:pt x="173280" y="142113"/>
                  </a:cubicBezTo>
                  <a:cubicBezTo>
                    <a:pt x="157542" y="155829"/>
                    <a:pt x="135834" y="162687"/>
                    <a:pt x="108157" y="162687"/>
                  </a:cubicBezTo>
                  <a:lnTo>
                    <a:pt x="31228" y="162687"/>
                  </a:lnTo>
                  <a:lnTo>
                    <a:pt x="31228" y="281940"/>
                  </a:lnTo>
                  <a:lnTo>
                    <a:pt x="0" y="281940"/>
                  </a:lnTo>
                  <a:close/>
                  <a:moveTo>
                    <a:pt x="31228" y="136779"/>
                  </a:moveTo>
                  <a:lnTo>
                    <a:pt x="105491" y="136779"/>
                  </a:lnTo>
                  <a:cubicBezTo>
                    <a:pt x="125552" y="136779"/>
                    <a:pt x="140652" y="132464"/>
                    <a:pt x="150811" y="123825"/>
                  </a:cubicBezTo>
                  <a:cubicBezTo>
                    <a:pt x="160970" y="114938"/>
                    <a:pt x="166045" y="102489"/>
                    <a:pt x="166045" y="86487"/>
                  </a:cubicBezTo>
                  <a:cubicBezTo>
                    <a:pt x="166045" y="70485"/>
                    <a:pt x="160970" y="58169"/>
                    <a:pt x="150811" y="49530"/>
                  </a:cubicBezTo>
                  <a:cubicBezTo>
                    <a:pt x="140652" y="40891"/>
                    <a:pt x="125552" y="36576"/>
                    <a:pt x="105491" y="36576"/>
                  </a:cubicBezTo>
                  <a:lnTo>
                    <a:pt x="31228" y="36576"/>
                  </a:lnTo>
                  <a:lnTo>
                    <a:pt x="31228" y="136779"/>
                  </a:lnTo>
                  <a:close/>
                  <a:moveTo>
                    <a:pt x="244258" y="281940"/>
                  </a:moveTo>
                  <a:lnTo>
                    <a:pt x="244258" y="1524"/>
                  </a:lnTo>
                  <a:lnTo>
                    <a:pt x="275106" y="1524"/>
                  </a:lnTo>
                  <a:lnTo>
                    <a:pt x="275106" y="281940"/>
                  </a:lnTo>
                  <a:lnTo>
                    <a:pt x="244258" y="281940"/>
                  </a:lnTo>
                  <a:close/>
                  <a:moveTo>
                    <a:pt x="408503" y="284607"/>
                  </a:moveTo>
                  <a:cubicBezTo>
                    <a:pt x="391489" y="284607"/>
                    <a:pt x="376513" y="280673"/>
                    <a:pt x="363564" y="272796"/>
                  </a:cubicBezTo>
                  <a:cubicBezTo>
                    <a:pt x="350873" y="264671"/>
                    <a:pt x="340972" y="253241"/>
                    <a:pt x="333859" y="238506"/>
                  </a:cubicBezTo>
                  <a:cubicBezTo>
                    <a:pt x="327005" y="223523"/>
                    <a:pt x="323577" y="205997"/>
                    <a:pt x="323577" y="185928"/>
                  </a:cubicBezTo>
                  <a:cubicBezTo>
                    <a:pt x="323577" y="165859"/>
                    <a:pt x="327128" y="148333"/>
                    <a:pt x="334240" y="133350"/>
                  </a:cubicBezTo>
                  <a:cubicBezTo>
                    <a:pt x="341352" y="118367"/>
                    <a:pt x="351254" y="106680"/>
                    <a:pt x="363945" y="98298"/>
                  </a:cubicBezTo>
                  <a:cubicBezTo>
                    <a:pt x="376894" y="89916"/>
                    <a:pt x="391746" y="85725"/>
                    <a:pt x="408503" y="85725"/>
                  </a:cubicBezTo>
                  <a:cubicBezTo>
                    <a:pt x="426021" y="85725"/>
                    <a:pt x="440874" y="90040"/>
                    <a:pt x="453061" y="98679"/>
                  </a:cubicBezTo>
                  <a:cubicBezTo>
                    <a:pt x="465247" y="107318"/>
                    <a:pt x="473502" y="119634"/>
                    <a:pt x="477815" y="135636"/>
                  </a:cubicBezTo>
                  <a:lnTo>
                    <a:pt x="473245" y="138684"/>
                  </a:lnTo>
                  <a:lnTo>
                    <a:pt x="473245" y="90297"/>
                  </a:lnTo>
                  <a:lnTo>
                    <a:pt x="503712" y="90297"/>
                  </a:lnTo>
                  <a:lnTo>
                    <a:pt x="503712" y="281940"/>
                  </a:lnTo>
                  <a:lnTo>
                    <a:pt x="473245" y="281940"/>
                  </a:lnTo>
                  <a:lnTo>
                    <a:pt x="473245" y="232410"/>
                  </a:lnTo>
                  <a:lnTo>
                    <a:pt x="477815" y="234696"/>
                  </a:lnTo>
                  <a:cubicBezTo>
                    <a:pt x="473502" y="250698"/>
                    <a:pt x="465247" y="263014"/>
                    <a:pt x="453061" y="271653"/>
                  </a:cubicBezTo>
                  <a:cubicBezTo>
                    <a:pt x="440874" y="280292"/>
                    <a:pt x="426021" y="284607"/>
                    <a:pt x="408503" y="284607"/>
                  </a:cubicBezTo>
                  <a:close/>
                  <a:moveTo>
                    <a:pt x="414596" y="259080"/>
                  </a:moveTo>
                  <a:cubicBezTo>
                    <a:pt x="433381" y="259080"/>
                    <a:pt x="447853" y="252727"/>
                    <a:pt x="458011" y="240030"/>
                  </a:cubicBezTo>
                  <a:cubicBezTo>
                    <a:pt x="468170" y="227076"/>
                    <a:pt x="473245" y="208788"/>
                    <a:pt x="473245" y="185166"/>
                  </a:cubicBezTo>
                  <a:cubicBezTo>
                    <a:pt x="473245" y="161544"/>
                    <a:pt x="468037" y="143380"/>
                    <a:pt x="457631" y="130683"/>
                  </a:cubicBezTo>
                  <a:cubicBezTo>
                    <a:pt x="447472" y="117986"/>
                    <a:pt x="433134" y="111633"/>
                    <a:pt x="414596" y="111633"/>
                  </a:cubicBezTo>
                  <a:cubicBezTo>
                    <a:pt x="395812" y="111633"/>
                    <a:pt x="381083" y="118234"/>
                    <a:pt x="370420" y="131445"/>
                  </a:cubicBezTo>
                  <a:cubicBezTo>
                    <a:pt x="360013" y="144399"/>
                    <a:pt x="354805" y="162563"/>
                    <a:pt x="354805" y="185928"/>
                  </a:cubicBezTo>
                  <a:cubicBezTo>
                    <a:pt x="354805" y="209293"/>
                    <a:pt x="360013" y="227333"/>
                    <a:pt x="370420" y="240030"/>
                  </a:cubicBezTo>
                  <a:cubicBezTo>
                    <a:pt x="381083" y="252727"/>
                    <a:pt x="395812" y="259080"/>
                    <a:pt x="414596" y="259080"/>
                  </a:cubicBezTo>
                  <a:close/>
                  <a:moveTo>
                    <a:pt x="536311" y="114681"/>
                  </a:moveTo>
                  <a:lnTo>
                    <a:pt x="536311" y="90297"/>
                  </a:lnTo>
                  <a:lnTo>
                    <a:pt x="659321" y="90297"/>
                  </a:lnTo>
                  <a:lnTo>
                    <a:pt x="659321" y="114681"/>
                  </a:lnTo>
                  <a:lnTo>
                    <a:pt x="536311" y="114681"/>
                  </a:lnTo>
                  <a:close/>
                  <a:moveTo>
                    <a:pt x="658560" y="254508"/>
                  </a:moveTo>
                  <a:lnTo>
                    <a:pt x="658560" y="280797"/>
                  </a:lnTo>
                  <a:cubicBezTo>
                    <a:pt x="654247" y="282064"/>
                    <a:pt x="649934" y="282959"/>
                    <a:pt x="645611" y="283464"/>
                  </a:cubicBezTo>
                  <a:cubicBezTo>
                    <a:pt x="641555" y="284226"/>
                    <a:pt x="636985" y="284607"/>
                    <a:pt x="631901" y="284607"/>
                  </a:cubicBezTo>
                  <a:cubicBezTo>
                    <a:pt x="614135" y="284607"/>
                    <a:pt x="599911" y="279530"/>
                    <a:pt x="589247" y="269367"/>
                  </a:cubicBezTo>
                  <a:cubicBezTo>
                    <a:pt x="578841" y="259204"/>
                    <a:pt x="573633" y="243964"/>
                    <a:pt x="573633" y="223647"/>
                  </a:cubicBezTo>
                  <a:lnTo>
                    <a:pt x="573633" y="41148"/>
                  </a:lnTo>
                  <a:lnTo>
                    <a:pt x="604481" y="30099"/>
                  </a:lnTo>
                  <a:lnTo>
                    <a:pt x="604481" y="219456"/>
                  </a:lnTo>
                  <a:cubicBezTo>
                    <a:pt x="604481" y="229619"/>
                    <a:pt x="605880" y="237487"/>
                    <a:pt x="608670" y="243078"/>
                  </a:cubicBezTo>
                  <a:cubicBezTo>
                    <a:pt x="611717" y="248669"/>
                    <a:pt x="615782" y="252603"/>
                    <a:pt x="620857" y="254889"/>
                  </a:cubicBezTo>
                  <a:cubicBezTo>
                    <a:pt x="625941" y="256918"/>
                    <a:pt x="631654" y="257937"/>
                    <a:pt x="637995" y="257937"/>
                  </a:cubicBezTo>
                  <a:cubicBezTo>
                    <a:pt x="641803" y="257937"/>
                    <a:pt x="645230" y="257680"/>
                    <a:pt x="648277" y="257175"/>
                  </a:cubicBezTo>
                  <a:cubicBezTo>
                    <a:pt x="651324" y="256670"/>
                    <a:pt x="654751" y="255775"/>
                    <a:pt x="658560" y="254508"/>
                  </a:cubicBezTo>
                  <a:close/>
                  <a:moveTo>
                    <a:pt x="673545" y="114681"/>
                  </a:moveTo>
                  <a:lnTo>
                    <a:pt x="673545" y="90297"/>
                  </a:lnTo>
                  <a:lnTo>
                    <a:pt x="788558" y="90297"/>
                  </a:lnTo>
                  <a:lnTo>
                    <a:pt x="788558" y="114681"/>
                  </a:lnTo>
                  <a:lnTo>
                    <a:pt x="673545" y="114681"/>
                  </a:lnTo>
                  <a:close/>
                  <a:moveTo>
                    <a:pt x="793889" y="29718"/>
                  </a:moveTo>
                  <a:cubicBezTo>
                    <a:pt x="786787" y="27689"/>
                    <a:pt x="780179" y="26670"/>
                    <a:pt x="774086" y="26670"/>
                  </a:cubicBezTo>
                  <a:cubicBezTo>
                    <a:pt x="767993" y="26670"/>
                    <a:pt x="762414" y="27813"/>
                    <a:pt x="757329" y="30099"/>
                  </a:cubicBezTo>
                  <a:cubicBezTo>
                    <a:pt x="752511" y="32128"/>
                    <a:pt x="748703" y="35938"/>
                    <a:pt x="745904" y="41529"/>
                  </a:cubicBezTo>
                  <a:cubicBezTo>
                    <a:pt x="743114" y="47120"/>
                    <a:pt x="741715" y="54864"/>
                    <a:pt x="741715" y="64770"/>
                  </a:cubicBezTo>
                  <a:lnTo>
                    <a:pt x="741715" y="281940"/>
                  </a:lnTo>
                  <a:lnTo>
                    <a:pt x="710867" y="281940"/>
                  </a:lnTo>
                  <a:lnTo>
                    <a:pt x="710867" y="60960"/>
                  </a:lnTo>
                  <a:cubicBezTo>
                    <a:pt x="710867" y="40386"/>
                    <a:pt x="715952" y="25146"/>
                    <a:pt x="726101" y="15240"/>
                  </a:cubicBezTo>
                  <a:cubicBezTo>
                    <a:pt x="736260" y="5077"/>
                    <a:pt x="750227" y="0"/>
                    <a:pt x="767993" y="0"/>
                  </a:cubicBezTo>
                  <a:cubicBezTo>
                    <a:pt x="772315" y="0"/>
                    <a:pt x="776628" y="257"/>
                    <a:pt x="780941" y="762"/>
                  </a:cubicBezTo>
                  <a:cubicBezTo>
                    <a:pt x="785263" y="1267"/>
                    <a:pt x="789576" y="2162"/>
                    <a:pt x="793889" y="3429"/>
                  </a:cubicBezTo>
                  <a:lnTo>
                    <a:pt x="793889" y="29718"/>
                  </a:lnTo>
                  <a:close/>
                  <a:moveTo>
                    <a:pt x="906255" y="284607"/>
                  </a:moveTo>
                  <a:cubicBezTo>
                    <a:pt x="887975" y="284607"/>
                    <a:pt x="871980" y="280540"/>
                    <a:pt x="858270" y="272415"/>
                  </a:cubicBezTo>
                  <a:cubicBezTo>
                    <a:pt x="844807" y="264290"/>
                    <a:pt x="834277" y="252860"/>
                    <a:pt x="826660" y="238125"/>
                  </a:cubicBezTo>
                  <a:cubicBezTo>
                    <a:pt x="819291" y="223142"/>
                    <a:pt x="815616" y="205483"/>
                    <a:pt x="815616" y="185166"/>
                  </a:cubicBezTo>
                  <a:cubicBezTo>
                    <a:pt x="815616" y="165097"/>
                    <a:pt x="819291" y="147571"/>
                    <a:pt x="826660" y="132588"/>
                  </a:cubicBezTo>
                  <a:cubicBezTo>
                    <a:pt x="834277" y="117605"/>
                    <a:pt x="844807" y="106042"/>
                    <a:pt x="858270" y="97917"/>
                  </a:cubicBezTo>
                  <a:cubicBezTo>
                    <a:pt x="871980" y="89792"/>
                    <a:pt x="887975" y="85725"/>
                    <a:pt x="906255" y="85725"/>
                  </a:cubicBezTo>
                  <a:cubicBezTo>
                    <a:pt x="924535" y="85725"/>
                    <a:pt x="940397" y="89792"/>
                    <a:pt x="953859" y="97917"/>
                  </a:cubicBezTo>
                  <a:cubicBezTo>
                    <a:pt x="967569" y="106042"/>
                    <a:pt x="978100" y="117605"/>
                    <a:pt x="985469" y="132588"/>
                  </a:cubicBezTo>
                  <a:cubicBezTo>
                    <a:pt x="993085" y="147571"/>
                    <a:pt x="996894" y="165097"/>
                    <a:pt x="996894" y="185166"/>
                  </a:cubicBezTo>
                  <a:cubicBezTo>
                    <a:pt x="996894" y="205483"/>
                    <a:pt x="993085" y="223142"/>
                    <a:pt x="985469" y="238125"/>
                  </a:cubicBezTo>
                  <a:cubicBezTo>
                    <a:pt x="978100" y="252860"/>
                    <a:pt x="967569" y="264290"/>
                    <a:pt x="953859" y="272415"/>
                  </a:cubicBezTo>
                  <a:cubicBezTo>
                    <a:pt x="940397" y="280540"/>
                    <a:pt x="924535" y="284607"/>
                    <a:pt x="906255" y="284607"/>
                  </a:cubicBezTo>
                  <a:close/>
                  <a:moveTo>
                    <a:pt x="906255" y="259080"/>
                  </a:moveTo>
                  <a:cubicBezTo>
                    <a:pt x="925040" y="259080"/>
                    <a:pt x="939511" y="252860"/>
                    <a:pt x="949670" y="240411"/>
                  </a:cubicBezTo>
                  <a:cubicBezTo>
                    <a:pt x="960076" y="227714"/>
                    <a:pt x="965284" y="209293"/>
                    <a:pt x="965284" y="185166"/>
                  </a:cubicBezTo>
                  <a:cubicBezTo>
                    <a:pt x="965284" y="161544"/>
                    <a:pt x="960076" y="143380"/>
                    <a:pt x="949670" y="130683"/>
                  </a:cubicBezTo>
                  <a:cubicBezTo>
                    <a:pt x="939254" y="117986"/>
                    <a:pt x="924782" y="111633"/>
                    <a:pt x="906255" y="111633"/>
                  </a:cubicBezTo>
                  <a:cubicBezTo>
                    <a:pt x="887717" y="111633"/>
                    <a:pt x="873122" y="117986"/>
                    <a:pt x="862459" y="130683"/>
                  </a:cubicBezTo>
                  <a:cubicBezTo>
                    <a:pt x="852043" y="143380"/>
                    <a:pt x="846845" y="161544"/>
                    <a:pt x="846845" y="185166"/>
                  </a:cubicBezTo>
                  <a:cubicBezTo>
                    <a:pt x="846845" y="209293"/>
                    <a:pt x="851919" y="227714"/>
                    <a:pt x="862078" y="240411"/>
                  </a:cubicBezTo>
                  <a:cubicBezTo>
                    <a:pt x="872484" y="252860"/>
                    <a:pt x="887213" y="259080"/>
                    <a:pt x="906255" y="259080"/>
                  </a:cubicBezTo>
                  <a:close/>
                  <a:moveTo>
                    <a:pt x="1044974" y="281940"/>
                  </a:moveTo>
                  <a:lnTo>
                    <a:pt x="1044974" y="144018"/>
                  </a:lnTo>
                  <a:cubicBezTo>
                    <a:pt x="1044974" y="135131"/>
                    <a:pt x="1044727" y="126235"/>
                    <a:pt x="1044212" y="117348"/>
                  </a:cubicBezTo>
                  <a:cubicBezTo>
                    <a:pt x="1043965" y="108204"/>
                    <a:pt x="1043203" y="99184"/>
                    <a:pt x="1041927" y="90297"/>
                  </a:cubicBezTo>
                  <a:lnTo>
                    <a:pt x="1071252" y="90297"/>
                  </a:lnTo>
                  <a:lnTo>
                    <a:pt x="1075441" y="137541"/>
                  </a:lnTo>
                  <a:lnTo>
                    <a:pt x="1071252" y="136398"/>
                  </a:lnTo>
                  <a:cubicBezTo>
                    <a:pt x="1074812" y="119634"/>
                    <a:pt x="1082429" y="107061"/>
                    <a:pt x="1094102" y="98679"/>
                  </a:cubicBezTo>
                  <a:cubicBezTo>
                    <a:pt x="1106041" y="90040"/>
                    <a:pt x="1119371" y="85725"/>
                    <a:pt x="1134089" y="85725"/>
                  </a:cubicBezTo>
                  <a:cubicBezTo>
                    <a:pt x="1137393" y="85725"/>
                    <a:pt x="1140440" y="85982"/>
                    <a:pt x="1143230" y="86487"/>
                  </a:cubicBezTo>
                  <a:cubicBezTo>
                    <a:pt x="1146276" y="86744"/>
                    <a:pt x="1149076" y="87249"/>
                    <a:pt x="1151608" y="88011"/>
                  </a:cubicBezTo>
                  <a:lnTo>
                    <a:pt x="1150846" y="116205"/>
                  </a:lnTo>
                  <a:cubicBezTo>
                    <a:pt x="1145010" y="114176"/>
                    <a:pt x="1138279" y="113157"/>
                    <a:pt x="1130662" y="113157"/>
                  </a:cubicBezTo>
                  <a:cubicBezTo>
                    <a:pt x="1117466" y="113157"/>
                    <a:pt x="1106803" y="116081"/>
                    <a:pt x="1098672" y="121920"/>
                  </a:cubicBezTo>
                  <a:cubicBezTo>
                    <a:pt x="1090808" y="127759"/>
                    <a:pt x="1084962" y="135255"/>
                    <a:pt x="1081153" y="144399"/>
                  </a:cubicBezTo>
                  <a:cubicBezTo>
                    <a:pt x="1077602" y="153286"/>
                    <a:pt x="1075822" y="162687"/>
                    <a:pt x="1075822" y="172593"/>
                  </a:cubicBezTo>
                  <a:lnTo>
                    <a:pt x="1075822" y="281940"/>
                  </a:lnTo>
                  <a:lnTo>
                    <a:pt x="1044974" y="281940"/>
                  </a:lnTo>
                  <a:close/>
                  <a:moveTo>
                    <a:pt x="1182951" y="281940"/>
                  </a:moveTo>
                  <a:lnTo>
                    <a:pt x="1182951" y="144018"/>
                  </a:lnTo>
                  <a:cubicBezTo>
                    <a:pt x="1182951" y="135131"/>
                    <a:pt x="1182703" y="126235"/>
                    <a:pt x="1182189" y="117348"/>
                  </a:cubicBezTo>
                  <a:cubicBezTo>
                    <a:pt x="1181941" y="108204"/>
                    <a:pt x="1181180" y="99184"/>
                    <a:pt x="1179904" y="90297"/>
                  </a:cubicBezTo>
                  <a:lnTo>
                    <a:pt x="1209228" y="90297"/>
                  </a:lnTo>
                  <a:lnTo>
                    <a:pt x="1212656" y="129921"/>
                  </a:lnTo>
                  <a:lnTo>
                    <a:pt x="1208847" y="132588"/>
                  </a:lnTo>
                  <a:cubicBezTo>
                    <a:pt x="1213418" y="117605"/>
                    <a:pt x="1221291" y="106042"/>
                    <a:pt x="1232459" y="97917"/>
                  </a:cubicBezTo>
                  <a:cubicBezTo>
                    <a:pt x="1243885" y="89792"/>
                    <a:pt x="1257347" y="85725"/>
                    <a:pt x="1272828" y="85725"/>
                  </a:cubicBezTo>
                  <a:cubicBezTo>
                    <a:pt x="1291365" y="85725"/>
                    <a:pt x="1305713" y="90297"/>
                    <a:pt x="1315862" y="99441"/>
                  </a:cubicBezTo>
                  <a:cubicBezTo>
                    <a:pt x="1326278" y="108585"/>
                    <a:pt x="1332876" y="122558"/>
                    <a:pt x="1335665" y="141351"/>
                  </a:cubicBezTo>
                  <a:lnTo>
                    <a:pt x="1326526" y="136398"/>
                  </a:lnTo>
                  <a:cubicBezTo>
                    <a:pt x="1330591" y="120901"/>
                    <a:pt x="1338712" y="108585"/>
                    <a:pt x="1350899" y="99441"/>
                  </a:cubicBezTo>
                  <a:cubicBezTo>
                    <a:pt x="1363343" y="90297"/>
                    <a:pt x="1378196" y="85725"/>
                    <a:pt x="1395457" y="85725"/>
                  </a:cubicBezTo>
                  <a:cubicBezTo>
                    <a:pt x="1416536" y="85725"/>
                    <a:pt x="1432398" y="92078"/>
                    <a:pt x="1443061" y="104775"/>
                  </a:cubicBezTo>
                  <a:cubicBezTo>
                    <a:pt x="1453725" y="117224"/>
                    <a:pt x="1459056" y="136141"/>
                    <a:pt x="1459056" y="161544"/>
                  </a:cubicBezTo>
                  <a:lnTo>
                    <a:pt x="1459056" y="281940"/>
                  </a:lnTo>
                  <a:lnTo>
                    <a:pt x="1428209" y="281940"/>
                  </a:lnTo>
                  <a:lnTo>
                    <a:pt x="1428209" y="163068"/>
                  </a:lnTo>
                  <a:cubicBezTo>
                    <a:pt x="1428209" y="145285"/>
                    <a:pt x="1425038" y="132331"/>
                    <a:pt x="1418688" y="124206"/>
                  </a:cubicBezTo>
                  <a:cubicBezTo>
                    <a:pt x="1412347" y="115824"/>
                    <a:pt x="1402312" y="111633"/>
                    <a:pt x="1388602" y="111633"/>
                  </a:cubicBezTo>
                  <a:cubicBezTo>
                    <a:pt x="1372607" y="111633"/>
                    <a:pt x="1359915" y="117091"/>
                    <a:pt x="1350518" y="128016"/>
                  </a:cubicBezTo>
                  <a:cubicBezTo>
                    <a:pt x="1341378" y="138941"/>
                    <a:pt x="1336808" y="153800"/>
                    <a:pt x="1336808" y="172593"/>
                  </a:cubicBezTo>
                  <a:lnTo>
                    <a:pt x="1336808" y="281940"/>
                  </a:lnTo>
                  <a:lnTo>
                    <a:pt x="1305960" y="281940"/>
                  </a:lnTo>
                  <a:lnTo>
                    <a:pt x="1305960" y="163068"/>
                  </a:lnTo>
                  <a:cubicBezTo>
                    <a:pt x="1305960" y="145285"/>
                    <a:pt x="1302666" y="132331"/>
                    <a:pt x="1296059" y="124206"/>
                  </a:cubicBezTo>
                  <a:cubicBezTo>
                    <a:pt x="1289718" y="115824"/>
                    <a:pt x="1279683" y="111633"/>
                    <a:pt x="1265973" y="111633"/>
                  </a:cubicBezTo>
                  <a:cubicBezTo>
                    <a:pt x="1249730" y="111633"/>
                    <a:pt x="1236906" y="117091"/>
                    <a:pt x="1227508" y="128016"/>
                  </a:cubicBezTo>
                  <a:cubicBezTo>
                    <a:pt x="1218368" y="138941"/>
                    <a:pt x="1213798" y="153800"/>
                    <a:pt x="1213798" y="172593"/>
                  </a:cubicBezTo>
                  <a:lnTo>
                    <a:pt x="1213798" y="281940"/>
                  </a:lnTo>
                  <a:lnTo>
                    <a:pt x="1182951" y="2819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26"/>
            <p:cNvSpPr/>
            <p:nvPr/>
          </p:nvSpPr>
          <p:spPr>
            <a:xfrm>
              <a:off x="4527854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26"/>
            <p:cNvSpPr/>
            <p:nvPr/>
          </p:nvSpPr>
          <p:spPr>
            <a:xfrm>
              <a:off x="1919132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6" name="Google Shape;5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0826" y="1944076"/>
            <a:ext cx="5940056" cy="3486912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6"/>
          <p:cNvSpPr txBox="1"/>
          <p:nvPr>
            <p:ph idx="1" type="body"/>
          </p:nvPr>
        </p:nvSpPr>
        <p:spPr>
          <a:xfrm>
            <a:off x="155786" y="6472155"/>
            <a:ext cx="5940214" cy="258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solidFill>
          <a:srgbClr val="245893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42402" y="1690688"/>
            <a:ext cx="6449598" cy="4388379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4"/>
          <p:cNvSpPr txBox="1"/>
          <p:nvPr>
            <p:ph idx="1" type="body"/>
          </p:nvPr>
        </p:nvSpPr>
        <p:spPr>
          <a:xfrm>
            <a:off x="155786" y="6472155"/>
            <a:ext cx="5940214" cy="258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24"/>
          <p:cNvSpPr txBox="1"/>
          <p:nvPr>
            <p:ph type="title"/>
          </p:nvPr>
        </p:nvSpPr>
        <p:spPr>
          <a:xfrm>
            <a:off x="155786" y="1191528"/>
            <a:ext cx="5054601" cy="4887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Rokkitt"/>
              <a:buNone/>
              <a:defRPr b="1" sz="3200">
                <a:solidFill>
                  <a:schemeClr val="dk2"/>
                </a:solidFill>
                <a:latin typeface="Rokkitt"/>
                <a:ea typeface="Rokkitt"/>
                <a:cs typeface="Rokkitt"/>
                <a:sym typeface="Rokkit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2" name="Google Shape;62;p24"/>
          <p:cNvGrpSpPr/>
          <p:nvPr/>
        </p:nvGrpSpPr>
        <p:grpSpPr>
          <a:xfrm>
            <a:off x="300959" y="308426"/>
            <a:ext cx="2013104" cy="571854"/>
            <a:chOff x="338666" y="4303183"/>
            <a:chExt cx="7340599" cy="2085212"/>
          </a:xfrm>
        </p:grpSpPr>
        <p:sp>
          <p:nvSpPr>
            <p:cNvPr id="63" name="Google Shape;63;p24"/>
            <p:cNvSpPr/>
            <p:nvPr/>
          </p:nvSpPr>
          <p:spPr>
            <a:xfrm>
              <a:off x="338666" y="4817769"/>
              <a:ext cx="931067" cy="1085156"/>
            </a:xfrm>
            <a:custGeom>
              <a:rect b="b" l="l" r="r" t="t"/>
              <a:pathLst>
                <a:path extrusionOk="0" h="1085156" w="931067">
                  <a:moveTo>
                    <a:pt x="266668" y="724502"/>
                  </a:moveTo>
                  <a:lnTo>
                    <a:pt x="0" y="724502"/>
                  </a:lnTo>
                  <a:cubicBezTo>
                    <a:pt x="0" y="847803"/>
                    <a:pt x="39462" y="937691"/>
                    <a:pt x="117749" y="995117"/>
                  </a:cubicBezTo>
                  <a:cubicBezTo>
                    <a:pt x="188382" y="1054534"/>
                    <a:pt x="298318" y="1085157"/>
                    <a:pt x="451383" y="1085157"/>
                  </a:cubicBezTo>
                  <a:cubicBezTo>
                    <a:pt x="735511" y="1085157"/>
                    <a:pt x="931068" y="993278"/>
                    <a:pt x="931068" y="736551"/>
                  </a:cubicBezTo>
                  <a:cubicBezTo>
                    <a:pt x="931068" y="663885"/>
                    <a:pt x="908108" y="599124"/>
                    <a:pt x="860036" y="546727"/>
                  </a:cubicBezTo>
                  <a:cubicBezTo>
                    <a:pt x="804550" y="492016"/>
                    <a:pt x="691505" y="445600"/>
                    <a:pt x="507268" y="409227"/>
                  </a:cubicBezTo>
                  <a:cubicBezTo>
                    <a:pt x="364487" y="382909"/>
                    <a:pt x="294252" y="340558"/>
                    <a:pt x="294252" y="285925"/>
                  </a:cubicBezTo>
                  <a:cubicBezTo>
                    <a:pt x="294252" y="231452"/>
                    <a:pt x="348064" y="203059"/>
                    <a:pt x="455529" y="203059"/>
                  </a:cubicBezTo>
                  <a:cubicBezTo>
                    <a:pt x="546571" y="203059"/>
                    <a:pt x="602376" y="229378"/>
                    <a:pt x="621111" y="275875"/>
                  </a:cubicBezTo>
                  <a:cubicBezTo>
                    <a:pt x="637534" y="318386"/>
                    <a:pt x="678032" y="340558"/>
                    <a:pt x="737424" y="342631"/>
                  </a:cubicBezTo>
                  <a:lnTo>
                    <a:pt x="898542" y="342631"/>
                  </a:lnTo>
                  <a:cubicBezTo>
                    <a:pt x="892802" y="231452"/>
                    <a:pt x="852463" y="146910"/>
                    <a:pt x="777764" y="86934"/>
                  </a:cubicBezTo>
                  <a:cubicBezTo>
                    <a:pt x="701151" y="28951"/>
                    <a:pt x="592251" y="0"/>
                    <a:pt x="451543" y="0"/>
                  </a:cubicBezTo>
                  <a:cubicBezTo>
                    <a:pt x="206080" y="3908"/>
                    <a:pt x="29577" y="108388"/>
                    <a:pt x="29577" y="334417"/>
                  </a:cubicBezTo>
                  <a:cubicBezTo>
                    <a:pt x="31649" y="502141"/>
                    <a:pt x="149159" y="607421"/>
                    <a:pt x="383141" y="649693"/>
                  </a:cubicBezTo>
                  <a:cubicBezTo>
                    <a:pt x="571284" y="682230"/>
                    <a:pt x="666472" y="726578"/>
                    <a:pt x="666472" y="781214"/>
                  </a:cubicBezTo>
                  <a:cubicBezTo>
                    <a:pt x="666472" y="849880"/>
                    <a:pt x="608515" y="882103"/>
                    <a:pt x="492679" y="882103"/>
                  </a:cubicBezTo>
                  <a:cubicBezTo>
                    <a:pt x="358348" y="882103"/>
                    <a:pt x="272648" y="841907"/>
                    <a:pt x="266668" y="7245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24"/>
            <p:cNvSpPr/>
            <p:nvPr/>
          </p:nvSpPr>
          <p:spPr>
            <a:xfrm>
              <a:off x="1374890" y="4819443"/>
              <a:ext cx="1517750" cy="1067689"/>
            </a:xfrm>
            <a:custGeom>
              <a:rect b="b" l="l" r="r" t="t"/>
              <a:pathLst>
                <a:path extrusionOk="0" h="1067689" w="1517750">
                  <a:moveTo>
                    <a:pt x="448672" y="223396"/>
                  </a:moveTo>
                  <a:cubicBezTo>
                    <a:pt x="569444" y="223396"/>
                    <a:pt x="630673" y="277471"/>
                    <a:pt x="636890" y="387375"/>
                  </a:cubicBezTo>
                  <a:lnTo>
                    <a:pt x="636890" y="1063784"/>
                  </a:lnTo>
                  <a:lnTo>
                    <a:pt x="880920" y="1063784"/>
                  </a:lnTo>
                  <a:lnTo>
                    <a:pt x="880920" y="391522"/>
                  </a:lnTo>
                  <a:cubicBezTo>
                    <a:pt x="882995" y="281379"/>
                    <a:pt x="944138" y="227305"/>
                    <a:pt x="1064996" y="227305"/>
                  </a:cubicBezTo>
                  <a:cubicBezTo>
                    <a:pt x="1185778" y="227305"/>
                    <a:pt x="1246998" y="281379"/>
                    <a:pt x="1253139" y="391522"/>
                  </a:cubicBezTo>
                  <a:lnTo>
                    <a:pt x="1253139" y="935778"/>
                  </a:lnTo>
                  <a:cubicBezTo>
                    <a:pt x="1253139" y="1019760"/>
                    <a:pt x="1296268" y="1061794"/>
                    <a:pt x="1382527" y="1067690"/>
                  </a:cubicBezTo>
                  <a:lnTo>
                    <a:pt x="1517733" y="1067690"/>
                  </a:lnTo>
                  <a:lnTo>
                    <a:pt x="1517733" y="445517"/>
                  </a:lnTo>
                  <a:cubicBezTo>
                    <a:pt x="1519571" y="146911"/>
                    <a:pt x="1372645" y="3669"/>
                    <a:pt x="1069062" y="3669"/>
                  </a:cubicBezTo>
                  <a:cubicBezTo>
                    <a:pt x="930028" y="3669"/>
                    <a:pt x="829973" y="30387"/>
                    <a:pt x="760699" y="85897"/>
                  </a:cubicBezTo>
                  <a:cubicBezTo>
                    <a:pt x="691502" y="28553"/>
                    <a:pt x="591847" y="0"/>
                    <a:pt x="452737" y="0"/>
                  </a:cubicBezTo>
                  <a:cubicBezTo>
                    <a:pt x="148992" y="0"/>
                    <a:pt x="0" y="143242"/>
                    <a:pt x="0" y="441449"/>
                  </a:cubicBezTo>
                  <a:lnTo>
                    <a:pt x="0" y="1063784"/>
                  </a:lnTo>
                  <a:lnTo>
                    <a:pt x="264509" y="1063784"/>
                  </a:lnTo>
                  <a:lnTo>
                    <a:pt x="264509" y="387375"/>
                  </a:lnTo>
                  <a:cubicBezTo>
                    <a:pt x="266747" y="277471"/>
                    <a:pt x="327890" y="223396"/>
                    <a:pt x="448672" y="2233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24"/>
            <p:cNvSpPr/>
            <p:nvPr/>
          </p:nvSpPr>
          <p:spPr>
            <a:xfrm>
              <a:off x="3018422" y="4817769"/>
              <a:ext cx="880929" cy="1069283"/>
            </a:xfrm>
            <a:custGeom>
              <a:rect b="b" l="l" r="r" t="t"/>
              <a:pathLst>
                <a:path extrusionOk="0" h="1069283" w="880929">
                  <a:moveTo>
                    <a:pt x="450909" y="203059"/>
                  </a:moveTo>
                  <a:cubicBezTo>
                    <a:pt x="567140" y="203059"/>
                    <a:pt x="626293" y="232648"/>
                    <a:pt x="632672" y="291907"/>
                  </a:cubicBezTo>
                  <a:cubicBezTo>
                    <a:pt x="632672" y="349012"/>
                    <a:pt x="571443" y="382510"/>
                    <a:pt x="450909" y="396308"/>
                  </a:cubicBezTo>
                  <a:cubicBezTo>
                    <a:pt x="176822" y="421989"/>
                    <a:pt x="5503" y="489301"/>
                    <a:pt x="0" y="739732"/>
                  </a:cubicBezTo>
                  <a:cubicBezTo>
                    <a:pt x="0" y="970552"/>
                    <a:pt x="163912" y="1086833"/>
                    <a:pt x="421566" y="1067135"/>
                  </a:cubicBezTo>
                  <a:cubicBezTo>
                    <a:pt x="714466" y="1047438"/>
                    <a:pt x="880929" y="919183"/>
                    <a:pt x="880929" y="631186"/>
                  </a:cubicBezTo>
                  <a:lnTo>
                    <a:pt x="880929" y="276035"/>
                  </a:lnTo>
                  <a:cubicBezTo>
                    <a:pt x="875188" y="89406"/>
                    <a:pt x="735279" y="0"/>
                    <a:pt x="438475" y="0"/>
                  </a:cubicBezTo>
                  <a:cubicBezTo>
                    <a:pt x="188228" y="0"/>
                    <a:pt x="59639" y="89406"/>
                    <a:pt x="29819" y="276035"/>
                  </a:cubicBezTo>
                  <a:lnTo>
                    <a:pt x="282056" y="276035"/>
                  </a:lnTo>
                  <a:cubicBezTo>
                    <a:pt x="296804" y="226746"/>
                    <a:pt x="351730" y="203059"/>
                    <a:pt x="450909" y="203059"/>
                  </a:cubicBezTo>
                  <a:close/>
                  <a:moveTo>
                    <a:pt x="385615" y="854023"/>
                  </a:moveTo>
                  <a:cubicBezTo>
                    <a:pt x="296804" y="854023"/>
                    <a:pt x="250409" y="814551"/>
                    <a:pt x="244030" y="731760"/>
                  </a:cubicBezTo>
                  <a:cubicBezTo>
                    <a:pt x="244030" y="654874"/>
                    <a:pt x="300955" y="605582"/>
                    <a:pt x="412959" y="585808"/>
                  </a:cubicBezTo>
                  <a:cubicBezTo>
                    <a:pt x="495314" y="570016"/>
                    <a:pt x="571529" y="548404"/>
                    <a:pt x="636899" y="522724"/>
                  </a:cubicBezTo>
                  <a:lnTo>
                    <a:pt x="636899" y="619308"/>
                  </a:lnTo>
                  <a:cubicBezTo>
                    <a:pt x="636814" y="767250"/>
                    <a:pt x="541872" y="854023"/>
                    <a:pt x="385615" y="8540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24"/>
            <p:cNvSpPr/>
            <p:nvPr/>
          </p:nvSpPr>
          <p:spPr>
            <a:xfrm>
              <a:off x="5216460" y="4303183"/>
              <a:ext cx="408455" cy="1583837"/>
            </a:xfrm>
            <a:custGeom>
              <a:rect b="b" l="l" r="r" t="t"/>
              <a:pathLst>
                <a:path extrusionOk="0" h="1583837" w="408455">
                  <a:moveTo>
                    <a:pt x="244078" y="292465"/>
                  </a:moveTo>
                  <a:lnTo>
                    <a:pt x="244078" y="129683"/>
                  </a:lnTo>
                  <a:cubicBezTo>
                    <a:pt x="244078" y="62050"/>
                    <a:pt x="190904" y="0"/>
                    <a:pt x="126647" y="0"/>
                  </a:cubicBezTo>
                  <a:lnTo>
                    <a:pt x="48" y="0"/>
                  </a:lnTo>
                  <a:lnTo>
                    <a:pt x="48" y="1388707"/>
                  </a:lnTo>
                  <a:cubicBezTo>
                    <a:pt x="-1704" y="1505236"/>
                    <a:pt x="44215" y="1566253"/>
                    <a:pt x="139958" y="1576140"/>
                  </a:cubicBezTo>
                  <a:cubicBezTo>
                    <a:pt x="235938" y="1586027"/>
                    <a:pt x="325872" y="1586027"/>
                    <a:pt x="408456" y="1578216"/>
                  </a:cubicBezTo>
                  <a:lnTo>
                    <a:pt x="408456" y="1378820"/>
                  </a:lnTo>
                  <a:lnTo>
                    <a:pt x="329776" y="1378820"/>
                  </a:lnTo>
                  <a:cubicBezTo>
                    <a:pt x="269747" y="1378820"/>
                    <a:pt x="244078" y="1354017"/>
                    <a:pt x="244078" y="1308402"/>
                  </a:cubicBezTo>
                  <a:lnTo>
                    <a:pt x="244078" y="700816"/>
                  </a:lnTo>
                  <a:lnTo>
                    <a:pt x="244078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24"/>
            <p:cNvSpPr/>
            <p:nvPr/>
          </p:nvSpPr>
          <p:spPr>
            <a:xfrm>
              <a:off x="5647957" y="4819443"/>
              <a:ext cx="942548" cy="1081815"/>
            </a:xfrm>
            <a:custGeom>
              <a:rect b="b" l="l" r="r" t="t"/>
              <a:pathLst>
                <a:path extrusionOk="0" h="1081815" w="942548">
                  <a:moveTo>
                    <a:pt x="474350" y="223396"/>
                  </a:moveTo>
                  <a:cubicBezTo>
                    <a:pt x="610108" y="223396"/>
                    <a:pt x="677954" y="326920"/>
                    <a:pt x="677954" y="535718"/>
                  </a:cubicBezTo>
                  <a:cubicBezTo>
                    <a:pt x="676040" y="748907"/>
                    <a:pt x="608042" y="858416"/>
                    <a:pt x="472274" y="858416"/>
                  </a:cubicBezTo>
                  <a:cubicBezTo>
                    <a:pt x="336507" y="858416"/>
                    <a:pt x="266432" y="752822"/>
                    <a:pt x="264595" y="544015"/>
                  </a:cubicBezTo>
                  <a:cubicBezTo>
                    <a:pt x="264681" y="330908"/>
                    <a:pt x="334431" y="223396"/>
                    <a:pt x="474350" y="223396"/>
                  </a:cubicBezTo>
                  <a:close/>
                  <a:moveTo>
                    <a:pt x="474350" y="0"/>
                  </a:moveTo>
                  <a:cubicBezTo>
                    <a:pt x="156733" y="0"/>
                    <a:pt x="0" y="173868"/>
                    <a:pt x="0" y="544015"/>
                  </a:cubicBezTo>
                  <a:cubicBezTo>
                    <a:pt x="0" y="908984"/>
                    <a:pt x="156733" y="1081815"/>
                    <a:pt x="474350" y="1081815"/>
                  </a:cubicBezTo>
                  <a:cubicBezTo>
                    <a:pt x="788206" y="1081815"/>
                    <a:pt x="942549" y="908898"/>
                    <a:pt x="942549" y="544015"/>
                  </a:cubicBezTo>
                  <a:cubicBezTo>
                    <a:pt x="942549" y="173947"/>
                    <a:pt x="788206" y="0"/>
                    <a:pt x="474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24"/>
            <p:cNvSpPr/>
            <p:nvPr/>
          </p:nvSpPr>
          <p:spPr>
            <a:xfrm>
              <a:off x="6716152" y="4817830"/>
              <a:ext cx="963113" cy="1497041"/>
            </a:xfrm>
            <a:custGeom>
              <a:rect b="b" l="l" r="r" t="t"/>
              <a:pathLst>
                <a:path extrusionOk="0" h="1497041" w="963113">
                  <a:moveTo>
                    <a:pt x="414073" y="1083504"/>
                  </a:moveTo>
                  <a:cubicBezTo>
                    <a:pt x="547365" y="1083504"/>
                    <a:pt x="650524" y="1033974"/>
                    <a:pt x="719084" y="934438"/>
                  </a:cubicBezTo>
                  <a:lnTo>
                    <a:pt x="719084" y="1037641"/>
                  </a:lnTo>
                  <a:cubicBezTo>
                    <a:pt x="719084" y="1206805"/>
                    <a:pt x="646382" y="1293978"/>
                    <a:pt x="505036" y="1293978"/>
                  </a:cubicBezTo>
                  <a:cubicBezTo>
                    <a:pt x="393898" y="1293978"/>
                    <a:pt x="331156" y="1255697"/>
                    <a:pt x="313142" y="1174983"/>
                  </a:cubicBezTo>
                  <a:lnTo>
                    <a:pt x="27183" y="1174983"/>
                  </a:lnTo>
                  <a:cubicBezTo>
                    <a:pt x="86973" y="1395505"/>
                    <a:pt x="233585" y="1497042"/>
                    <a:pt x="474578" y="1497042"/>
                  </a:cubicBezTo>
                  <a:cubicBezTo>
                    <a:pt x="807733" y="1491536"/>
                    <a:pt x="963114" y="1370226"/>
                    <a:pt x="963114" y="1100649"/>
                  </a:cubicBezTo>
                  <a:lnTo>
                    <a:pt x="963114" y="465398"/>
                  </a:lnTo>
                  <a:cubicBezTo>
                    <a:pt x="963114" y="140866"/>
                    <a:pt x="809732" y="-1817"/>
                    <a:pt x="484861" y="17"/>
                  </a:cubicBezTo>
                  <a:cubicBezTo>
                    <a:pt x="158485" y="5601"/>
                    <a:pt x="0" y="166548"/>
                    <a:pt x="0" y="530559"/>
                  </a:cubicBezTo>
                  <a:cubicBezTo>
                    <a:pt x="76" y="907720"/>
                    <a:pt x="135283" y="1083504"/>
                    <a:pt x="414073" y="1083504"/>
                  </a:cubicBezTo>
                  <a:close/>
                  <a:moveTo>
                    <a:pt x="488850" y="860105"/>
                  </a:moveTo>
                  <a:cubicBezTo>
                    <a:pt x="343437" y="860105"/>
                    <a:pt x="270650" y="753073"/>
                    <a:pt x="264671" y="538846"/>
                  </a:cubicBezTo>
                  <a:cubicBezTo>
                    <a:pt x="264671" y="314177"/>
                    <a:pt x="339448" y="202997"/>
                    <a:pt x="492915" y="202997"/>
                  </a:cubicBezTo>
                  <a:cubicBezTo>
                    <a:pt x="646382" y="202997"/>
                    <a:pt x="720922" y="314177"/>
                    <a:pt x="719084" y="538846"/>
                  </a:cubicBezTo>
                  <a:cubicBezTo>
                    <a:pt x="711115" y="753073"/>
                    <a:pt x="634263" y="860105"/>
                    <a:pt x="488850" y="8601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24"/>
            <p:cNvSpPr/>
            <p:nvPr/>
          </p:nvSpPr>
          <p:spPr>
            <a:xfrm>
              <a:off x="4661889" y="4843290"/>
              <a:ext cx="419889" cy="1039937"/>
            </a:xfrm>
            <a:custGeom>
              <a:rect b="b" l="l" r="r" t="t"/>
              <a:pathLst>
                <a:path extrusionOk="0" h="1039937" w="419889">
                  <a:moveTo>
                    <a:pt x="0" y="1039938"/>
                  </a:moveTo>
                  <a:lnTo>
                    <a:pt x="264595" y="1039938"/>
                  </a:lnTo>
                  <a:lnTo>
                    <a:pt x="264595" y="492412"/>
                  </a:lnTo>
                  <a:cubicBezTo>
                    <a:pt x="264595" y="363368"/>
                    <a:pt x="316331" y="20497"/>
                    <a:pt x="419890" y="0"/>
                  </a:cubicBezTo>
                  <a:cubicBezTo>
                    <a:pt x="146841" y="33737"/>
                    <a:pt x="6931" y="198992"/>
                    <a:pt x="0" y="496403"/>
                  </a:cubicBezTo>
                  <a:lnTo>
                    <a:pt x="0" y="10399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24"/>
            <p:cNvSpPr/>
            <p:nvPr/>
          </p:nvSpPr>
          <p:spPr>
            <a:xfrm>
              <a:off x="4661889" y="4488137"/>
              <a:ext cx="244020" cy="471437"/>
            </a:xfrm>
            <a:custGeom>
              <a:rect b="b" l="l" r="r" t="t"/>
              <a:pathLst>
                <a:path extrusionOk="0" h="471437" w="244020">
                  <a:moveTo>
                    <a:pt x="244020" y="292465"/>
                  </a:moveTo>
                  <a:lnTo>
                    <a:pt x="244020" y="129683"/>
                  </a:lnTo>
                  <a:cubicBezTo>
                    <a:pt x="244020" y="62050"/>
                    <a:pt x="190846" y="0"/>
                    <a:pt x="126513" y="0"/>
                  </a:cubicBezTo>
                  <a:lnTo>
                    <a:pt x="0" y="0"/>
                  </a:lnTo>
                  <a:lnTo>
                    <a:pt x="152" y="471438"/>
                  </a:lnTo>
                  <a:lnTo>
                    <a:pt x="244020" y="471438"/>
                  </a:lnTo>
                  <a:lnTo>
                    <a:pt x="244020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24"/>
            <p:cNvSpPr/>
            <p:nvPr/>
          </p:nvSpPr>
          <p:spPr>
            <a:xfrm>
              <a:off x="4025065" y="4842652"/>
              <a:ext cx="522658" cy="1040575"/>
            </a:xfrm>
            <a:custGeom>
              <a:rect b="b" l="l" r="r" t="t"/>
              <a:pathLst>
                <a:path extrusionOk="0" h="1040575" w="522658">
                  <a:moveTo>
                    <a:pt x="0" y="1040576"/>
                  </a:moveTo>
                  <a:lnTo>
                    <a:pt x="264604" y="1040576"/>
                  </a:lnTo>
                  <a:lnTo>
                    <a:pt x="264604" y="493050"/>
                  </a:lnTo>
                  <a:cubicBezTo>
                    <a:pt x="264604" y="339762"/>
                    <a:pt x="337544" y="262078"/>
                    <a:pt x="483356" y="262078"/>
                  </a:cubicBezTo>
                  <a:lnTo>
                    <a:pt x="522658" y="262078"/>
                  </a:lnTo>
                  <a:lnTo>
                    <a:pt x="522658" y="0"/>
                  </a:lnTo>
                  <a:cubicBezTo>
                    <a:pt x="214534" y="21774"/>
                    <a:pt x="7417" y="184795"/>
                    <a:pt x="86" y="496955"/>
                  </a:cubicBezTo>
                  <a:lnTo>
                    <a:pt x="86" y="1040576"/>
                  </a:lnTo>
                  <a:lnTo>
                    <a:pt x="0" y="10405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24"/>
            <p:cNvSpPr/>
            <p:nvPr/>
          </p:nvSpPr>
          <p:spPr>
            <a:xfrm>
              <a:off x="356946" y="6029112"/>
              <a:ext cx="1060969" cy="277368"/>
            </a:xfrm>
            <a:custGeom>
              <a:rect b="b" l="l" r="r" t="t"/>
              <a:pathLst>
                <a:path extrusionOk="0" h="277368" w="1060969">
                  <a:moveTo>
                    <a:pt x="101302" y="277368"/>
                  </a:moveTo>
                  <a:cubicBezTo>
                    <a:pt x="87338" y="277368"/>
                    <a:pt x="74263" y="276225"/>
                    <a:pt x="62076" y="273939"/>
                  </a:cubicBezTo>
                  <a:cubicBezTo>
                    <a:pt x="49889" y="271396"/>
                    <a:pt x="38591" y="267586"/>
                    <a:pt x="28182" y="262509"/>
                  </a:cubicBezTo>
                  <a:cubicBezTo>
                    <a:pt x="17772" y="257175"/>
                    <a:pt x="8378" y="250698"/>
                    <a:pt x="0" y="243078"/>
                  </a:cubicBezTo>
                  <a:lnTo>
                    <a:pt x="11806" y="219075"/>
                  </a:lnTo>
                  <a:cubicBezTo>
                    <a:pt x="25516" y="230505"/>
                    <a:pt x="39226" y="238630"/>
                    <a:pt x="52936" y="243459"/>
                  </a:cubicBezTo>
                  <a:cubicBezTo>
                    <a:pt x="66900" y="248288"/>
                    <a:pt x="83149" y="250698"/>
                    <a:pt x="101683" y="250698"/>
                  </a:cubicBezTo>
                  <a:cubicBezTo>
                    <a:pt x="123264" y="250698"/>
                    <a:pt x="140021" y="246507"/>
                    <a:pt x="151953" y="238125"/>
                  </a:cubicBezTo>
                  <a:cubicBezTo>
                    <a:pt x="163886" y="229486"/>
                    <a:pt x="169853" y="217427"/>
                    <a:pt x="169853" y="201930"/>
                  </a:cubicBezTo>
                  <a:cubicBezTo>
                    <a:pt x="169853" y="192529"/>
                    <a:pt x="166806" y="185042"/>
                    <a:pt x="160712" y="179451"/>
                  </a:cubicBezTo>
                  <a:cubicBezTo>
                    <a:pt x="154873" y="173612"/>
                    <a:pt x="146748" y="169040"/>
                    <a:pt x="136339" y="165735"/>
                  </a:cubicBezTo>
                  <a:cubicBezTo>
                    <a:pt x="126183" y="162182"/>
                    <a:pt x="114631" y="158877"/>
                    <a:pt x="101683" y="155829"/>
                  </a:cubicBezTo>
                  <a:cubicBezTo>
                    <a:pt x="88735" y="153038"/>
                    <a:pt x="76421" y="149857"/>
                    <a:pt x="64742" y="146304"/>
                  </a:cubicBezTo>
                  <a:cubicBezTo>
                    <a:pt x="53063" y="142494"/>
                    <a:pt x="42654" y="137798"/>
                    <a:pt x="33514" y="132207"/>
                  </a:cubicBezTo>
                  <a:cubicBezTo>
                    <a:pt x="24627" y="126616"/>
                    <a:pt x="17645" y="119510"/>
                    <a:pt x="12568" y="110871"/>
                  </a:cubicBezTo>
                  <a:cubicBezTo>
                    <a:pt x="7490" y="102232"/>
                    <a:pt x="4951" y="91440"/>
                    <a:pt x="4951" y="78486"/>
                  </a:cubicBezTo>
                  <a:cubicBezTo>
                    <a:pt x="4951" y="62989"/>
                    <a:pt x="9013" y="49406"/>
                    <a:pt x="17138" y="37719"/>
                  </a:cubicBezTo>
                  <a:cubicBezTo>
                    <a:pt x="25262" y="25784"/>
                    <a:pt x="36687" y="16507"/>
                    <a:pt x="51413" y="9906"/>
                  </a:cubicBezTo>
                  <a:cubicBezTo>
                    <a:pt x="66138" y="3305"/>
                    <a:pt x="83530" y="0"/>
                    <a:pt x="103587" y="0"/>
                  </a:cubicBezTo>
                  <a:cubicBezTo>
                    <a:pt x="116028" y="0"/>
                    <a:pt x="127961" y="1400"/>
                    <a:pt x="139386" y="4191"/>
                  </a:cubicBezTo>
                  <a:cubicBezTo>
                    <a:pt x="150811" y="6734"/>
                    <a:pt x="161348" y="10544"/>
                    <a:pt x="170995" y="15621"/>
                  </a:cubicBezTo>
                  <a:cubicBezTo>
                    <a:pt x="180897" y="20698"/>
                    <a:pt x="189656" y="26927"/>
                    <a:pt x="197273" y="34290"/>
                  </a:cubicBezTo>
                  <a:lnTo>
                    <a:pt x="185086" y="58293"/>
                  </a:lnTo>
                  <a:cubicBezTo>
                    <a:pt x="172645" y="47368"/>
                    <a:pt x="159824" y="39367"/>
                    <a:pt x="146622" y="34290"/>
                  </a:cubicBezTo>
                  <a:cubicBezTo>
                    <a:pt x="133419" y="29213"/>
                    <a:pt x="119075" y="26670"/>
                    <a:pt x="103587" y="26670"/>
                  </a:cubicBezTo>
                  <a:cubicBezTo>
                    <a:pt x="82515" y="26670"/>
                    <a:pt x="66011" y="31118"/>
                    <a:pt x="54079" y="40005"/>
                  </a:cubicBezTo>
                  <a:cubicBezTo>
                    <a:pt x="42146" y="48892"/>
                    <a:pt x="36179" y="61341"/>
                    <a:pt x="36179" y="77343"/>
                  </a:cubicBezTo>
                  <a:cubicBezTo>
                    <a:pt x="36179" y="87249"/>
                    <a:pt x="38845" y="95250"/>
                    <a:pt x="44177" y="101346"/>
                  </a:cubicBezTo>
                  <a:cubicBezTo>
                    <a:pt x="49509" y="107442"/>
                    <a:pt x="56998" y="112395"/>
                    <a:pt x="66646" y="116205"/>
                  </a:cubicBezTo>
                  <a:cubicBezTo>
                    <a:pt x="76294" y="119758"/>
                    <a:pt x="87338" y="123063"/>
                    <a:pt x="99779" y="126111"/>
                  </a:cubicBezTo>
                  <a:cubicBezTo>
                    <a:pt x="112981" y="129159"/>
                    <a:pt x="125676" y="132464"/>
                    <a:pt x="137862" y="136017"/>
                  </a:cubicBezTo>
                  <a:cubicBezTo>
                    <a:pt x="150049" y="139570"/>
                    <a:pt x="160839" y="144018"/>
                    <a:pt x="170233" y="149352"/>
                  </a:cubicBezTo>
                  <a:cubicBezTo>
                    <a:pt x="179881" y="154429"/>
                    <a:pt x="187498" y="161163"/>
                    <a:pt x="193084" y="169545"/>
                  </a:cubicBezTo>
                  <a:cubicBezTo>
                    <a:pt x="198669" y="177670"/>
                    <a:pt x="201462" y="188090"/>
                    <a:pt x="201462" y="200787"/>
                  </a:cubicBezTo>
                  <a:cubicBezTo>
                    <a:pt x="201462" y="216284"/>
                    <a:pt x="197399" y="229743"/>
                    <a:pt x="189275" y="241173"/>
                  </a:cubicBezTo>
                  <a:cubicBezTo>
                    <a:pt x="181151" y="252603"/>
                    <a:pt x="169598" y="261490"/>
                    <a:pt x="154619" y="267843"/>
                  </a:cubicBezTo>
                  <a:cubicBezTo>
                    <a:pt x="139640" y="274196"/>
                    <a:pt x="121867" y="277368"/>
                    <a:pt x="101302" y="277368"/>
                  </a:cubicBezTo>
                  <a:close/>
                  <a:moveTo>
                    <a:pt x="248704" y="274320"/>
                  </a:moveTo>
                  <a:lnTo>
                    <a:pt x="248704" y="136398"/>
                  </a:lnTo>
                  <a:cubicBezTo>
                    <a:pt x="248704" y="127511"/>
                    <a:pt x="248449" y="118615"/>
                    <a:pt x="247942" y="109728"/>
                  </a:cubicBezTo>
                  <a:cubicBezTo>
                    <a:pt x="247688" y="100584"/>
                    <a:pt x="246926" y="91564"/>
                    <a:pt x="245657" y="82677"/>
                  </a:cubicBezTo>
                  <a:lnTo>
                    <a:pt x="274981" y="82677"/>
                  </a:lnTo>
                  <a:lnTo>
                    <a:pt x="278409" y="122301"/>
                  </a:lnTo>
                  <a:lnTo>
                    <a:pt x="274600" y="124968"/>
                  </a:lnTo>
                  <a:cubicBezTo>
                    <a:pt x="279170" y="109985"/>
                    <a:pt x="287040" y="98422"/>
                    <a:pt x="298212" y="90297"/>
                  </a:cubicBezTo>
                  <a:cubicBezTo>
                    <a:pt x="309637" y="82172"/>
                    <a:pt x="323093" y="78105"/>
                    <a:pt x="338581" y="78105"/>
                  </a:cubicBezTo>
                  <a:cubicBezTo>
                    <a:pt x="357114" y="78105"/>
                    <a:pt x="371459" y="82677"/>
                    <a:pt x="381615" y="91821"/>
                  </a:cubicBezTo>
                  <a:cubicBezTo>
                    <a:pt x="392024" y="100965"/>
                    <a:pt x="398625" y="114938"/>
                    <a:pt x="401419" y="133731"/>
                  </a:cubicBezTo>
                  <a:lnTo>
                    <a:pt x="392278" y="128778"/>
                  </a:lnTo>
                  <a:cubicBezTo>
                    <a:pt x="396340" y="113281"/>
                    <a:pt x="404465" y="100965"/>
                    <a:pt x="416652" y="91821"/>
                  </a:cubicBezTo>
                  <a:cubicBezTo>
                    <a:pt x="429092" y="82677"/>
                    <a:pt x="443944" y="78105"/>
                    <a:pt x="461210" y="78105"/>
                  </a:cubicBezTo>
                  <a:cubicBezTo>
                    <a:pt x="482282" y="78105"/>
                    <a:pt x="498151" y="84458"/>
                    <a:pt x="508814" y="97155"/>
                  </a:cubicBezTo>
                  <a:cubicBezTo>
                    <a:pt x="519477" y="109604"/>
                    <a:pt x="524809" y="128521"/>
                    <a:pt x="524809" y="153924"/>
                  </a:cubicBezTo>
                  <a:lnTo>
                    <a:pt x="524809" y="274320"/>
                  </a:lnTo>
                  <a:lnTo>
                    <a:pt x="493961" y="274320"/>
                  </a:lnTo>
                  <a:lnTo>
                    <a:pt x="493961" y="155448"/>
                  </a:lnTo>
                  <a:cubicBezTo>
                    <a:pt x="493961" y="137665"/>
                    <a:pt x="490787" y="124711"/>
                    <a:pt x="484441" y="116586"/>
                  </a:cubicBezTo>
                  <a:cubicBezTo>
                    <a:pt x="478093" y="108204"/>
                    <a:pt x="468065" y="104013"/>
                    <a:pt x="454355" y="104013"/>
                  </a:cubicBezTo>
                  <a:cubicBezTo>
                    <a:pt x="438360" y="104013"/>
                    <a:pt x="425664" y="109471"/>
                    <a:pt x="416271" y="120396"/>
                  </a:cubicBezTo>
                  <a:cubicBezTo>
                    <a:pt x="407131" y="131321"/>
                    <a:pt x="402561" y="146180"/>
                    <a:pt x="402561" y="164973"/>
                  </a:cubicBezTo>
                  <a:lnTo>
                    <a:pt x="402561" y="274320"/>
                  </a:lnTo>
                  <a:lnTo>
                    <a:pt x="371713" y="274320"/>
                  </a:lnTo>
                  <a:lnTo>
                    <a:pt x="371713" y="155448"/>
                  </a:lnTo>
                  <a:cubicBezTo>
                    <a:pt x="371713" y="137665"/>
                    <a:pt x="368412" y="124711"/>
                    <a:pt x="361812" y="116586"/>
                  </a:cubicBezTo>
                  <a:cubicBezTo>
                    <a:pt x="355464" y="108204"/>
                    <a:pt x="345436" y="104013"/>
                    <a:pt x="331726" y="104013"/>
                  </a:cubicBezTo>
                  <a:cubicBezTo>
                    <a:pt x="315476" y="104013"/>
                    <a:pt x="302655" y="109471"/>
                    <a:pt x="293261" y="120396"/>
                  </a:cubicBezTo>
                  <a:cubicBezTo>
                    <a:pt x="284121" y="131321"/>
                    <a:pt x="279551" y="146180"/>
                    <a:pt x="279551" y="164973"/>
                  </a:cubicBezTo>
                  <a:lnTo>
                    <a:pt x="279551" y="274320"/>
                  </a:lnTo>
                  <a:lnTo>
                    <a:pt x="248704" y="274320"/>
                  </a:lnTo>
                  <a:close/>
                  <a:moveTo>
                    <a:pt x="656923" y="276987"/>
                  </a:moveTo>
                  <a:cubicBezTo>
                    <a:pt x="639913" y="276987"/>
                    <a:pt x="624933" y="273053"/>
                    <a:pt x="611984" y="265176"/>
                  </a:cubicBezTo>
                  <a:cubicBezTo>
                    <a:pt x="599290" y="257051"/>
                    <a:pt x="589388" y="245621"/>
                    <a:pt x="582279" y="230886"/>
                  </a:cubicBezTo>
                  <a:cubicBezTo>
                    <a:pt x="575424" y="215903"/>
                    <a:pt x="571997" y="198377"/>
                    <a:pt x="571997" y="178308"/>
                  </a:cubicBezTo>
                  <a:cubicBezTo>
                    <a:pt x="571997" y="158239"/>
                    <a:pt x="575552" y="140713"/>
                    <a:pt x="582660" y="125730"/>
                  </a:cubicBezTo>
                  <a:cubicBezTo>
                    <a:pt x="589769" y="110747"/>
                    <a:pt x="599671" y="99060"/>
                    <a:pt x="612365" y="90678"/>
                  </a:cubicBezTo>
                  <a:cubicBezTo>
                    <a:pt x="625313" y="82296"/>
                    <a:pt x="640166" y="78105"/>
                    <a:pt x="656923" y="78105"/>
                  </a:cubicBezTo>
                  <a:cubicBezTo>
                    <a:pt x="674441" y="78105"/>
                    <a:pt x="689294" y="82420"/>
                    <a:pt x="701481" y="91059"/>
                  </a:cubicBezTo>
                  <a:cubicBezTo>
                    <a:pt x="713667" y="99698"/>
                    <a:pt x="721919" y="112014"/>
                    <a:pt x="726235" y="128016"/>
                  </a:cubicBezTo>
                  <a:lnTo>
                    <a:pt x="721665" y="131064"/>
                  </a:lnTo>
                  <a:lnTo>
                    <a:pt x="721665" y="82677"/>
                  </a:lnTo>
                  <a:lnTo>
                    <a:pt x="752132" y="82677"/>
                  </a:lnTo>
                  <a:lnTo>
                    <a:pt x="752132" y="274320"/>
                  </a:lnTo>
                  <a:lnTo>
                    <a:pt x="721665" y="274320"/>
                  </a:lnTo>
                  <a:lnTo>
                    <a:pt x="721665" y="224790"/>
                  </a:lnTo>
                  <a:lnTo>
                    <a:pt x="726235" y="227076"/>
                  </a:lnTo>
                  <a:cubicBezTo>
                    <a:pt x="721919" y="243078"/>
                    <a:pt x="713667" y="255394"/>
                    <a:pt x="701481" y="264033"/>
                  </a:cubicBezTo>
                  <a:cubicBezTo>
                    <a:pt x="689294" y="272672"/>
                    <a:pt x="674441" y="276987"/>
                    <a:pt x="656923" y="276987"/>
                  </a:cubicBezTo>
                  <a:close/>
                  <a:moveTo>
                    <a:pt x="663016" y="251460"/>
                  </a:moveTo>
                  <a:cubicBezTo>
                    <a:pt x="681805" y="251460"/>
                    <a:pt x="696276" y="245107"/>
                    <a:pt x="706431" y="232410"/>
                  </a:cubicBezTo>
                  <a:cubicBezTo>
                    <a:pt x="716587" y="219456"/>
                    <a:pt x="721665" y="201168"/>
                    <a:pt x="721665" y="177546"/>
                  </a:cubicBezTo>
                  <a:cubicBezTo>
                    <a:pt x="721665" y="153924"/>
                    <a:pt x="716461" y="135760"/>
                    <a:pt x="706051" y="123063"/>
                  </a:cubicBezTo>
                  <a:cubicBezTo>
                    <a:pt x="695896" y="110366"/>
                    <a:pt x="681550" y="104013"/>
                    <a:pt x="663016" y="104013"/>
                  </a:cubicBezTo>
                  <a:cubicBezTo>
                    <a:pt x="644229" y="104013"/>
                    <a:pt x="629503" y="110614"/>
                    <a:pt x="618839" y="123825"/>
                  </a:cubicBezTo>
                  <a:cubicBezTo>
                    <a:pt x="608430" y="136779"/>
                    <a:pt x="603225" y="154943"/>
                    <a:pt x="603225" y="178308"/>
                  </a:cubicBezTo>
                  <a:cubicBezTo>
                    <a:pt x="603225" y="201673"/>
                    <a:pt x="608430" y="219713"/>
                    <a:pt x="618839" y="232410"/>
                  </a:cubicBezTo>
                  <a:cubicBezTo>
                    <a:pt x="629503" y="245107"/>
                    <a:pt x="644229" y="251460"/>
                    <a:pt x="663016" y="251460"/>
                  </a:cubicBezTo>
                  <a:close/>
                  <a:moveTo>
                    <a:pt x="811774" y="274320"/>
                  </a:moveTo>
                  <a:lnTo>
                    <a:pt x="811774" y="136398"/>
                  </a:lnTo>
                  <a:cubicBezTo>
                    <a:pt x="811774" y="127511"/>
                    <a:pt x="811520" y="118615"/>
                    <a:pt x="811013" y="109728"/>
                  </a:cubicBezTo>
                  <a:cubicBezTo>
                    <a:pt x="810758" y="100584"/>
                    <a:pt x="809997" y="91564"/>
                    <a:pt x="808728" y="82677"/>
                  </a:cubicBezTo>
                  <a:lnTo>
                    <a:pt x="838052" y="82677"/>
                  </a:lnTo>
                  <a:lnTo>
                    <a:pt x="842241" y="129921"/>
                  </a:lnTo>
                  <a:lnTo>
                    <a:pt x="838052" y="128778"/>
                  </a:lnTo>
                  <a:cubicBezTo>
                    <a:pt x="841606" y="112014"/>
                    <a:pt x="849223" y="99441"/>
                    <a:pt x="860902" y="91059"/>
                  </a:cubicBezTo>
                  <a:cubicBezTo>
                    <a:pt x="872835" y="82420"/>
                    <a:pt x="886164" y="78105"/>
                    <a:pt x="900890" y="78105"/>
                  </a:cubicBezTo>
                  <a:cubicBezTo>
                    <a:pt x="904191" y="78105"/>
                    <a:pt x="907237" y="78362"/>
                    <a:pt x="910030" y="78867"/>
                  </a:cubicBezTo>
                  <a:cubicBezTo>
                    <a:pt x="913076" y="79124"/>
                    <a:pt x="915869" y="79629"/>
                    <a:pt x="918408" y="80391"/>
                  </a:cubicBezTo>
                  <a:lnTo>
                    <a:pt x="917646" y="108585"/>
                  </a:lnTo>
                  <a:cubicBezTo>
                    <a:pt x="911807" y="106556"/>
                    <a:pt x="905079" y="105537"/>
                    <a:pt x="897462" y="105537"/>
                  </a:cubicBezTo>
                  <a:cubicBezTo>
                    <a:pt x="884260" y="105537"/>
                    <a:pt x="873596" y="108461"/>
                    <a:pt x="865472" y="114300"/>
                  </a:cubicBezTo>
                  <a:cubicBezTo>
                    <a:pt x="857601" y="120139"/>
                    <a:pt x="851762" y="127635"/>
                    <a:pt x="847954" y="136779"/>
                  </a:cubicBezTo>
                  <a:cubicBezTo>
                    <a:pt x="844399" y="145666"/>
                    <a:pt x="842622" y="155067"/>
                    <a:pt x="842622" y="164973"/>
                  </a:cubicBezTo>
                  <a:lnTo>
                    <a:pt x="842622" y="274320"/>
                  </a:lnTo>
                  <a:lnTo>
                    <a:pt x="811774" y="274320"/>
                  </a:lnTo>
                  <a:close/>
                  <a:moveTo>
                    <a:pt x="937959" y="107061"/>
                  </a:moveTo>
                  <a:lnTo>
                    <a:pt x="937959" y="82677"/>
                  </a:lnTo>
                  <a:lnTo>
                    <a:pt x="1060969" y="82677"/>
                  </a:lnTo>
                  <a:lnTo>
                    <a:pt x="1060969" y="107061"/>
                  </a:lnTo>
                  <a:lnTo>
                    <a:pt x="937959" y="107061"/>
                  </a:lnTo>
                  <a:close/>
                  <a:moveTo>
                    <a:pt x="1060207" y="246888"/>
                  </a:moveTo>
                  <a:lnTo>
                    <a:pt x="1060207" y="273177"/>
                  </a:lnTo>
                  <a:cubicBezTo>
                    <a:pt x="1055894" y="274444"/>
                    <a:pt x="1051582" y="275339"/>
                    <a:pt x="1047259" y="275844"/>
                  </a:cubicBezTo>
                  <a:cubicBezTo>
                    <a:pt x="1043203" y="276606"/>
                    <a:pt x="1038633" y="276987"/>
                    <a:pt x="1033549" y="276987"/>
                  </a:cubicBezTo>
                  <a:cubicBezTo>
                    <a:pt x="1015783" y="276987"/>
                    <a:pt x="1001559" y="271910"/>
                    <a:pt x="990895" y="261747"/>
                  </a:cubicBezTo>
                  <a:cubicBezTo>
                    <a:pt x="980489" y="251584"/>
                    <a:pt x="975281" y="236344"/>
                    <a:pt x="975281" y="216027"/>
                  </a:cubicBezTo>
                  <a:lnTo>
                    <a:pt x="975281" y="33528"/>
                  </a:lnTo>
                  <a:lnTo>
                    <a:pt x="1006129" y="22479"/>
                  </a:lnTo>
                  <a:lnTo>
                    <a:pt x="1006129" y="211836"/>
                  </a:lnTo>
                  <a:cubicBezTo>
                    <a:pt x="1006129" y="221999"/>
                    <a:pt x="1007528" y="229867"/>
                    <a:pt x="1010318" y="235458"/>
                  </a:cubicBezTo>
                  <a:cubicBezTo>
                    <a:pt x="1013365" y="241049"/>
                    <a:pt x="1017430" y="244983"/>
                    <a:pt x="1022505" y="247269"/>
                  </a:cubicBezTo>
                  <a:cubicBezTo>
                    <a:pt x="1027589" y="249298"/>
                    <a:pt x="1033301" y="250317"/>
                    <a:pt x="1039642" y="250317"/>
                  </a:cubicBezTo>
                  <a:cubicBezTo>
                    <a:pt x="1043451" y="250317"/>
                    <a:pt x="1046878" y="250060"/>
                    <a:pt x="1049925" y="249555"/>
                  </a:cubicBezTo>
                  <a:cubicBezTo>
                    <a:pt x="1052972" y="249050"/>
                    <a:pt x="1056399" y="248155"/>
                    <a:pt x="1060207" y="2468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24"/>
            <p:cNvSpPr/>
            <p:nvPr/>
          </p:nvSpPr>
          <p:spPr>
            <a:xfrm>
              <a:off x="2533419" y="6030637"/>
              <a:ext cx="1481153" cy="357758"/>
            </a:xfrm>
            <a:custGeom>
              <a:rect b="b" l="l" r="r" t="t"/>
              <a:pathLst>
                <a:path extrusionOk="0" h="357758" w="1481153">
                  <a:moveTo>
                    <a:pt x="0" y="272796"/>
                  </a:moveTo>
                  <a:lnTo>
                    <a:pt x="0" y="1524"/>
                  </a:lnTo>
                  <a:lnTo>
                    <a:pt x="31228" y="1524"/>
                  </a:lnTo>
                  <a:lnTo>
                    <a:pt x="31228" y="246126"/>
                  </a:lnTo>
                  <a:lnTo>
                    <a:pt x="167187" y="246126"/>
                  </a:lnTo>
                  <a:lnTo>
                    <a:pt x="167187" y="272796"/>
                  </a:lnTo>
                  <a:lnTo>
                    <a:pt x="0" y="272796"/>
                  </a:lnTo>
                  <a:close/>
                  <a:moveTo>
                    <a:pt x="282561" y="275463"/>
                  </a:moveTo>
                  <a:cubicBezTo>
                    <a:pt x="264281" y="275463"/>
                    <a:pt x="248285" y="271396"/>
                    <a:pt x="234576" y="263271"/>
                  </a:cubicBezTo>
                  <a:cubicBezTo>
                    <a:pt x="221113" y="255146"/>
                    <a:pt x="210583" y="243716"/>
                    <a:pt x="202966" y="228981"/>
                  </a:cubicBezTo>
                  <a:cubicBezTo>
                    <a:pt x="195597" y="213998"/>
                    <a:pt x="191922" y="196339"/>
                    <a:pt x="191922" y="176022"/>
                  </a:cubicBezTo>
                  <a:cubicBezTo>
                    <a:pt x="191922" y="155953"/>
                    <a:pt x="195597" y="138427"/>
                    <a:pt x="202966" y="123444"/>
                  </a:cubicBezTo>
                  <a:cubicBezTo>
                    <a:pt x="210583" y="108461"/>
                    <a:pt x="221113" y="96898"/>
                    <a:pt x="234576" y="88773"/>
                  </a:cubicBezTo>
                  <a:cubicBezTo>
                    <a:pt x="248285" y="80648"/>
                    <a:pt x="264281" y="76581"/>
                    <a:pt x="282561" y="76581"/>
                  </a:cubicBezTo>
                  <a:cubicBezTo>
                    <a:pt x="300841" y="76581"/>
                    <a:pt x="316703" y="80648"/>
                    <a:pt x="330165" y="88773"/>
                  </a:cubicBezTo>
                  <a:cubicBezTo>
                    <a:pt x="343875" y="96898"/>
                    <a:pt x="354405" y="108461"/>
                    <a:pt x="361774" y="123444"/>
                  </a:cubicBezTo>
                  <a:cubicBezTo>
                    <a:pt x="369391" y="138427"/>
                    <a:pt x="373199" y="155953"/>
                    <a:pt x="373199" y="176022"/>
                  </a:cubicBezTo>
                  <a:cubicBezTo>
                    <a:pt x="373199" y="196339"/>
                    <a:pt x="369391" y="213998"/>
                    <a:pt x="361774" y="228981"/>
                  </a:cubicBezTo>
                  <a:cubicBezTo>
                    <a:pt x="354405" y="243716"/>
                    <a:pt x="343875" y="255146"/>
                    <a:pt x="330165" y="263271"/>
                  </a:cubicBezTo>
                  <a:cubicBezTo>
                    <a:pt x="316703" y="271396"/>
                    <a:pt x="300841" y="275463"/>
                    <a:pt x="282561" y="275463"/>
                  </a:cubicBezTo>
                  <a:close/>
                  <a:moveTo>
                    <a:pt x="282561" y="249936"/>
                  </a:moveTo>
                  <a:cubicBezTo>
                    <a:pt x="301345" y="249936"/>
                    <a:pt x="315817" y="243716"/>
                    <a:pt x="325976" y="231267"/>
                  </a:cubicBezTo>
                  <a:cubicBezTo>
                    <a:pt x="336382" y="218570"/>
                    <a:pt x="341590" y="200149"/>
                    <a:pt x="341590" y="176022"/>
                  </a:cubicBezTo>
                  <a:cubicBezTo>
                    <a:pt x="341590" y="152400"/>
                    <a:pt x="336382" y="134236"/>
                    <a:pt x="325976" y="121539"/>
                  </a:cubicBezTo>
                  <a:cubicBezTo>
                    <a:pt x="315560" y="108842"/>
                    <a:pt x="301088" y="102489"/>
                    <a:pt x="282561" y="102489"/>
                  </a:cubicBezTo>
                  <a:cubicBezTo>
                    <a:pt x="264024" y="102489"/>
                    <a:pt x="249428" y="108842"/>
                    <a:pt x="238765" y="121539"/>
                  </a:cubicBezTo>
                  <a:cubicBezTo>
                    <a:pt x="228349" y="134236"/>
                    <a:pt x="223150" y="152400"/>
                    <a:pt x="223150" y="176022"/>
                  </a:cubicBezTo>
                  <a:cubicBezTo>
                    <a:pt x="223150" y="200149"/>
                    <a:pt x="228225" y="218570"/>
                    <a:pt x="238384" y="231267"/>
                  </a:cubicBezTo>
                  <a:cubicBezTo>
                    <a:pt x="248790" y="243716"/>
                    <a:pt x="263519" y="249936"/>
                    <a:pt x="282561" y="249936"/>
                  </a:cubicBezTo>
                  <a:close/>
                  <a:moveTo>
                    <a:pt x="505445" y="357759"/>
                  </a:moveTo>
                  <a:cubicBezTo>
                    <a:pt x="476501" y="357759"/>
                    <a:pt x="451366" y="351158"/>
                    <a:pt x="430039" y="337947"/>
                  </a:cubicBezTo>
                  <a:lnTo>
                    <a:pt x="435371" y="312801"/>
                  </a:lnTo>
                  <a:cubicBezTo>
                    <a:pt x="447310" y="319659"/>
                    <a:pt x="458602" y="324612"/>
                    <a:pt x="469265" y="327660"/>
                  </a:cubicBezTo>
                  <a:cubicBezTo>
                    <a:pt x="479929" y="330708"/>
                    <a:pt x="491992" y="332232"/>
                    <a:pt x="505445" y="332232"/>
                  </a:cubicBezTo>
                  <a:cubicBezTo>
                    <a:pt x="523725" y="332232"/>
                    <a:pt x="537568" y="327279"/>
                    <a:pt x="546955" y="317373"/>
                  </a:cubicBezTo>
                  <a:cubicBezTo>
                    <a:pt x="556610" y="307724"/>
                    <a:pt x="561427" y="293246"/>
                    <a:pt x="561427" y="273939"/>
                  </a:cubicBezTo>
                  <a:lnTo>
                    <a:pt x="561427" y="222123"/>
                  </a:lnTo>
                  <a:lnTo>
                    <a:pt x="565617" y="217170"/>
                  </a:lnTo>
                  <a:cubicBezTo>
                    <a:pt x="562570" y="227333"/>
                    <a:pt x="557752" y="236220"/>
                    <a:pt x="551145" y="243840"/>
                  </a:cubicBezTo>
                  <a:cubicBezTo>
                    <a:pt x="544804" y="251203"/>
                    <a:pt x="536930" y="256918"/>
                    <a:pt x="527533" y="260985"/>
                  </a:cubicBezTo>
                  <a:cubicBezTo>
                    <a:pt x="518145" y="265052"/>
                    <a:pt x="507482" y="267081"/>
                    <a:pt x="495543" y="267081"/>
                  </a:cubicBezTo>
                  <a:cubicBezTo>
                    <a:pt x="478539" y="267081"/>
                    <a:pt x="463553" y="263147"/>
                    <a:pt x="450604" y="255270"/>
                  </a:cubicBezTo>
                  <a:cubicBezTo>
                    <a:pt x="437913" y="247145"/>
                    <a:pt x="427888" y="235963"/>
                    <a:pt x="420518" y="221742"/>
                  </a:cubicBezTo>
                  <a:cubicBezTo>
                    <a:pt x="413416" y="207521"/>
                    <a:pt x="409855" y="190881"/>
                    <a:pt x="409855" y="171831"/>
                  </a:cubicBezTo>
                  <a:cubicBezTo>
                    <a:pt x="409855" y="152781"/>
                    <a:pt x="413416" y="136141"/>
                    <a:pt x="420518" y="121920"/>
                  </a:cubicBezTo>
                  <a:cubicBezTo>
                    <a:pt x="427888" y="107699"/>
                    <a:pt x="437913" y="96650"/>
                    <a:pt x="450604" y="88773"/>
                  </a:cubicBezTo>
                  <a:cubicBezTo>
                    <a:pt x="463553" y="80648"/>
                    <a:pt x="478539" y="76581"/>
                    <a:pt x="495543" y="76581"/>
                  </a:cubicBezTo>
                  <a:cubicBezTo>
                    <a:pt x="513318" y="76581"/>
                    <a:pt x="528295" y="81029"/>
                    <a:pt x="540481" y="89916"/>
                  </a:cubicBezTo>
                  <a:cubicBezTo>
                    <a:pt x="552925" y="98555"/>
                    <a:pt x="561304" y="110747"/>
                    <a:pt x="565617" y="126492"/>
                  </a:cubicBezTo>
                  <a:lnTo>
                    <a:pt x="561047" y="122301"/>
                  </a:lnTo>
                  <a:lnTo>
                    <a:pt x="561047" y="81153"/>
                  </a:lnTo>
                  <a:lnTo>
                    <a:pt x="591894" y="81153"/>
                  </a:lnTo>
                  <a:lnTo>
                    <a:pt x="591894" y="271272"/>
                  </a:lnTo>
                  <a:cubicBezTo>
                    <a:pt x="591894" y="299971"/>
                    <a:pt x="584535" y="321564"/>
                    <a:pt x="569806" y="336042"/>
                  </a:cubicBezTo>
                  <a:cubicBezTo>
                    <a:pt x="555334" y="350520"/>
                    <a:pt x="533883" y="357759"/>
                    <a:pt x="505445" y="357759"/>
                  </a:cubicBezTo>
                  <a:close/>
                  <a:moveTo>
                    <a:pt x="501636" y="241173"/>
                  </a:moveTo>
                  <a:cubicBezTo>
                    <a:pt x="520173" y="241173"/>
                    <a:pt x="534645" y="235077"/>
                    <a:pt x="545051" y="222885"/>
                  </a:cubicBezTo>
                  <a:cubicBezTo>
                    <a:pt x="555715" y="210436"/>
                    <a:pt x="561047" y="193424"/>
                    <a:pt x="561047" y="171831"/>
                  </a:cubicBezTo>
                  <a:cubicBezTo>
                    <a:pt x="561047" y="150238"/>
                    <a:pt x="555715" y="133350"/>
                    <a:pt x="545051" y="121158"/>
                  </a:cubicBezTo>
                  <a:cubicBezTo>
                    <a:pt x="534645" y="108709"/>
                    <a:pt x="520173" y="102489"/>
                    <a:pt x="501636" y="102489"/>
                  </a:cubicBezTo>
                  <a:cubicBezTo>
                    <a:pt x="482851" y="102489"/>
                    <a:pt x="467999" y="108709"/>
                    <a:pt x="457079" y="121158"/>
                  </a:cubicBezTo>
                  <a:cubicBezTo>
                    <a:pt x="446415" y="133350"/>
                    <a:pt x="441083" y="150238"/>
                    <a:pt x="441083" y="171831"/>
                  </a:cubicBezTo>
                  <a:cubicBezTo>
                    <a:pt x="441083" y="193672"/>
                    <a:pt x="446415" y="210693"/>
                    <a:pt x="457079" y="222885"/>
                  </a:cubicBezTo>
                  <a:cubicBezTo>
                    <a:pt x="467999" y="235077"/>
                    <a:pt x="482851" y="241173"/>
                    <a:pt x="501636" y="241173"/>
                  </a:cubicBezTo>
                  <a:close/>
                  <a:moveTo>
                    <a:pt x="651124" y="272796"/>
                  </a:moveTo>
                  <a:lnTo>
                    <a:pt x="651124" y="81153"/>
                  </a:lnTo>
                  <a:lnTo>
                    <a:pt x="681971" y="81153"/>
                  </a:lnTo>
                  <a:lnTo>
                    <a:pt x="681971" y="272796"/>
                  </a:lnTo>
                  <a:lnTo>
                    <a:pt x="651124" y="272796"/>
                  </a:lnTo>
                  <a:close/>
                  <a:moveTo>
                    <a:pt x="648077" y="0"/>
                  </a:moveTo>
                  <a:lnTo>
                    <a:pt x="685780" y="0"/>
                  </a:lnTo>
                  <a:lnTo>
                    <a:pt x="685780" y="35052"/>
                  </a:lnTo>
                  <a:lnTo>
                    <a:pt x="648077" y="35052"/>
                  </a:lnTo>
                  <a:lnTo>
                    <a:pt x="648077" y="0"/>
                  </a:lnTo>
                  <a:close/>
                  <a:moveTo>
                    <a:pt x="806609" y="275463"/>
                  </a:moveTo>
                  <a:cubicBezTo>
                    <a:pt x="774371" y="275463"/>
                    <a:pt x="748856" y="267205"/>
                    <a:pt x="730061" y="250698"/>
                  </a:cubicBezTo>
                  <a:lnTo>
                    <a:pt x="740344" y="227838"/>
                  </a:lnTo>
                  <a:cubicBezTo>
                    <a:pt x="750502" y="235715"/>
                    <a:pt x="760909" y="241554"/>
                    <a:pt x="771572" y="245364"/>
                  </a:cubicBezTo>
                  <a:cubicBezTo>
                    <a:pt x="782493" y="248917"/>
                    <a:pt x="794556" y="250698"/>
                    <a:pt x="807751" y="250698"/>
                  </a:cubicBezTo>
                  <a:cubicBezTo>
                    <a:pt x="822223" y="250698"/>
                    <a:pt x="833144" y="248288"/>
                    <a:pt x="840503" y="243459"/>
                  </a:cubicBezTo>
                  <a:cubicBezTo>
                    <a:pt x="848120" y="238382"/>
                    <a:pt x="851929" y="231143"/>
                    <a:pt x="851929" y="221742"/>
                  </a:cubicBezTo>
                  <a:cubicBezTo>
                    <a:pt x="851929" y="214122"/>
                    <a:pt x="849396" y="208150"/>
                    <a:pt x="844312" y="203835"/>
                  </a:cubicBezTo>
                  <a:cubicBezTo>
                    <a:pt x="839237" y="199263"/>
                    <a:pt x="830859" y="195577"/>
                    <a:pt x="819177" y="192786"/>
                  </a:cubicBezTo>
                  <a:lnTo>
                    <a:pt x="786806" y="185166"/>
                  </a:lnTo>
                  <a:cubicBezTo>
                    <a:pt x="770811" y="181613"/>
                    <a:pt x="758376" y="175260"/>
                    <a:pt x="749484" y="166116"/>
                  </a:cubicBezTo>
                  <a:cubicBezTo>
                    <a:pt x="740858" y="156972"/>
                    <a:pt x="736535" y="146047"/>
                    <a:pt x="736535" y="133350"/>
                  </a:cubicBezTo>
                  <a:cubicBezTo>
                    <a:pt x="736535" y="122177"/>
                    <a:pt x="739582" y="112395"/>
                    <a:pt x="745675" y="104013"/>
                  </a:cubicBezTo>
                  <a:cubicBezTo>
                    <a:pt x="751769" y="95374"/>
                    <a:pt x="760280" y="88649"/>
                    <a:pt x="771191" y="83820"/>
                  </a:cubicBezTo>
                  <a:cubicBezTo>
                    <a:pt x="782112" y="78991"/>
                    <a:pt x="795060" y="76581"/>
                    <a:pt x="810037" y="76581"/>
                  </a:cubicBezTo>
                  <a:cubicBezTo>
                    <a:pt x="823499" y="76581"/>
                    <a:pt x="836190" y="78743"/>
                    <a:pt x="848120" y="83058"/>
                  </a:cubicBezTo>
                  <a:cubicBezTo>
                    <a:pt x="860059" y="87373"/>
                    <a:pt x="870085" y="93602"/>
                    <a:pt x="878206" y="101727"/>
                  </a:cubicBezTo>
                  <a:lnTo>
                    <a:pt x="867924" y="124206"/>
                  </a:lnTo>
                  <a:cubicBezTo>
                    <a:pt x="858784" y="116586"/>
                    <a:pt x="849396" y="110995"/>
                    <a:pt x="839742" y="107442"/>
                  </a:cubicBezTo>
                  <a:cubicBezTo>
                    <a:pt x="830354" y="103632"/>
                    <a:pt x="820452" y="101727"/>
                    <a:pt x="810037" y="101727"/>
                  </a:cubicBezTo>
                  <a:cubicBezTo>
                    <a:pt x="796327" y="101727"/>
                    <a:pt x="785663" y="104394"/>
                    <a:pt x="778046" y="109728"/>
                  </a:cubicBezTo>
                  <a:cubicBezTo>
                    <a:pt x="770687" y="115062"/>
                    <a:pt x="767002" y="122301"/>
                    <a:pt x="767002" y="131445"/>
                  </a:cubicBezTo>
                  <a:cubicBezTo>
                    <a:pt x="767002" y="139322"/>
                    <a:pt x="769287" y="145542"/>
                    <a:pt x="773857" y="150114"/>
                  </a:cubicBezTo>
                  <a:cubicBezTo>
                    <a:pt x="778684" y="154686"/>
                    <a:pt x="786301" y="158239"/>
                    <a:pt x="796708" y="160782"/>
                  </a:cubicBezTo>
                  <a:lnTo>
                    <a:pt x="829078" y="168783"/>
                  </a:lnTo>
                  <a:cubicBezTo>
                    <a:pt x="847111" y="172593"/>
                    <a:pt x="860307" y="178946"/>
                    <a:pt x="868685" y="187833"/>
                  </a:cubicBezTo>
                  <a:cubicBezTo>
                    <a:pt x="877321" y="196472"/>
                    <a:pt x="881634" y="207521"/>
                    <a:pt x="881634" y="220980"/>
                  </a:cubicBezTo>
                  <a:cubicBezTo>
                    <a:pt x="881634" y="237487"/>
                    <a:pt x="874912" y="250698"/>
                    <a:pt x="861449" y="260604"/>
                  </a:cubicBezTo>
                  <a:cubicBezTo>
                    <a:pt x="847996" y="270510"/>
                    <a:pt x="829716" y="275463"/>
                    <a:pt x="806609" y="275463"/>
                  </a:cubicBezTo>
                  <a:close/>
                  <a:moveTo>
                    <a:pt x="901904" y="105537"/>
                  </a:moveTo>
                  <a:lnTo>
                    <a:pt x="901904" y="81153"/>
                  </a:lnTo>
                  <a:lnTo>
                    <a:pt x="1024913" y="81153"/>
                  </a:lnTo>
                  <a:lnTo>
                    <a:pt x="1024913" y="105537"/>
                  </a:lnTo>
                  <a:lnTo>
                    <a:pt x="901904" y="105537"/>
                  </a:lnTo>
                  <a:close/>
                  <a:moveTo>
                    <a:pt x="1024152" y="245364"/>
                  </a:moveTo>
                  <a:lnTo>
                    <a:pt x="1024152" y="271653"/>
                  </a:lnTo>
                  <a:cubicBezTo>
                    <a:pt x="1019829" y="272920"/>
                    <a:pt x="1015516" y="273815"/>
                    <a:pt x="1011203" y="274320"/>
                  </a:cubicBezTo>
                  <a:cubicBezTo>
                    <a:pt x="1007138" y="275082"/>
                    <a:pt x="1002568" y="275463"/>
                    <a:pt x="997493" y="275463"/>
                  </a:cubicBezTo>
                  <a:cubicBezTo>
                    <a:pt x="979718" y="275463"/>
                    <a:pt x="965503" y="270386"/>
                    <a:pt x="954840" y="260223"/>
                  </a:cubicBezTo>
                  <a:cubicBezTo>
                    <a:pt x="944424" y="250060"/>
                    <a:pt x="939226" y="234820"/>
                    <a:pt x="939226" y="214503"/>
                  </a:cubicBezTo>
                  <a:lnTo>
                    <a:pt x="939226" y="32004"/>
                  </a:lnTo>
                  <a:lnTo>
                    <a:pt x="970073" y="20955"/>
                  </a:lnTo>
                  <a:lnTo>
                    <a:pt x="970073" y="210312"/>
                  </a:lnTo>
                  <a:cubicBezTo>
                    <a:pt x="970073" y="220475"/>
                    <a:pt x="971463" y="228343"/>
                    <a:pt x="974262" y="233934"/>
                  </a:cubicBezTo>
                  <a:cubicBezTo>
                    <a:pt x="977309" y="239525"/>
                    <a:pt x="981365" y="243459"/>
                    <a:pt x="986449" y="245745"/>
                  </a:cubicBezTo>
                  <a:cubicBezTo>
                    <a:pt x="991524" y="247774"/>
                    <a:pt x="997236" y="248793"/>
                    <a:pt x="1003587" y="248793"/>
                  </a:cubicBezTo>
                  <a:cubicBezTo>
                    <a:pt x="1007395" y="248793"/>
                    <a:pt x="1010822" y="248536"/>
                    <a:pt x="1013869" y="248031"/>
                  </a:cubicBezTo>
                  <a:cubicBezTo>
                    <a:pt x="1016916" y="247526"/>
                    <a:pt x="1020343" y="246631"/>
                    <a:pt x="1024152" y="245364"/>
                  </a:cubicBezTo>
                  <a:close/>
                  <a:moveTo>
                    <a:pt x="1062083" y="272796"/>
                  </a:moveTo>
                  <a:lnTo>
                    <a:pt x="1062083" y="81153"/>
                  </a:lnTo>
                  <a:lnTo>
                    <a:pt x="1092931" y="81153"/>
                  </a:lnTo>
                  <a:lnTo>
                    <a:pt x="1092931" y="272796"/>
                  </a:lnTo>
                  <a:lnTo>
                    <a:pt x="1062083" y="272796"/>
                  </a:lnTo>
                  <a:close/>
                  <a:moveTo>
                    <a:pt x="1059036" y="0"/>
                  </a:moveTo>
                  <a:lnTo>
                    <a:pt x="1096739" y="0"/>
                  </a:lnTo>
                  <a:lnTo>
                    <a:pt x="1096739" y="35052"/>
                  </a:lnTo>
                  <a:lnTo>
                    <a:pt x="1059036" y="35052"/>
                  </a:lnTo>
                  <a:lnTo>
                    <a:pt x="1059036" y="0"/>
                  </a:lnTo>
                  <a:close/>
                  <a:moveTo>
                    <a:pt x="1233183" y="275463"/>
                  </a:moveTo>
                  <a:cubicBezTo>
                    <a:pt x="1214398" y="275463"/>
                    <a:pt x="1198146" y="271396"/>
                    <a:pt x="1184436" y="263271"/>
                  </a:cubicBezTo>
                  <a:cubicBezTo>
                    <a:pt x="1170726" y="255146"/>
                    <a:pt x="1160062" y="243716"/>
                    <a:pt x="1152446" y="228981"/>
                  </a:cubicBezTo>
                  <a:cubicBezTo>
                    <a:pt x="1145086" y="214246"/>
                    <a:pt x="1141401" y="196853"/>
                    <a:pt x="1141401" y="176784"/>
                  </a:cubicBezTo>
                  <a:cubicBezTo>
                    <a:pt x="1141401" y="156972"/>
                    <a:pt x="1145210" y="139570"/>
                    <a:pt x="1152827" y="124587"/>
                  </a:cubicBezTo>
                  <a:cubicBezTo>
                    <a:pt x="1160443" y="109347"/>
                    <a:pt x="1171240" y="97536"/>
                    <a:pt x="1185197" y="89154"/>
                  </a:cubicBezTo>
                  <a:cubicBezTo>
                    <a:pt x="1199165" y="80772"/>
                    <a:pt x="1215664" y="76581"/>
                    <a:pt x="1234706" y="76581"/>
                  </a:cubicBezTo>
                  <a:cubicBezTo>
                    <a:pt x="1247654" y="76581"/>
                    <a:pt x="1260098" y="78867"/>
                    <a:pt x="1272028" y="83439"/>
                  </a:cubicBezTo>
                  <a:cubicBezTo>
                    <a:pt x="1284215" y="87754"/>
                    <a:pt x="1294250" y="93850"/>
                    <a:pt x="1302114" y="101727"/>
                  </a:cubicBezTo>
                  <a:lnTo>
                    <a:pt x="1291831" y="124587"/>
                  </a:lnTo>
                  <a:cubicBezTo>
                    <a:pt x="1282444" y="117224"/>
                    <a:pt x="1273170" y="111757"/>
                    <a:pt x="1264030" y="108204"/>
                  </a:cubicBezTo>
                  <a:cubicBezTo>
                    <a:pt x="1255148" y="104394"/>
                    <a:pt x="1245884" y="102489"/>
                    <a:pt x="1236230" y="102489"/>
                  </a:cubicBezTo>
                  <a:cubicBezTo>
                    <a:pt x="1216940" y="102489"/>
                    <a:pt x="1201573" y="108966"/>
                    <a:pt x="1190148" y="121920"/>
                  </a:cubicBezTo>
                  <a:cubicBezTo>
                    <a:pt x="1178980" y="134874"/>
                    <a:pt x="1173392" y="153162"/>
                    <a:pt x="1173392" y="176784"/>
                  </a:cubicBezTo>
                  <a:cubicBezTo>
                    <a:pt x="1173392" y="200149"/>
                    <a:pt x="1178980" y="218189"/>
                    <a:pt x="1190148" y="230886"/>
                  </a:cubicBezTo>
                  <a:cubicBezTo>
                    <a:pt x="1201326" y="243583"/>
                    <a:pt x="1216683" y="249936"/>
                    <a:pt x="1236230" y="249936"/>
                  </a:cubicBezTo>
                  <a:cubicBezTo>
                    <a:pt x="1245627" y="249936"/>
                    <a:pt x="1254890" y="248155"/>
                    <a:pt x="1264030" y="244602"/>
                  </a:cubicBezTo>
                  <a:cubicBezTo>
                    <a:pt x="1273170" y="240792"/>
                    <a:pt x="1282444" y="235201"/>
                    <a:pt x="1291831" y="227838"/>
                  </a:cubicBezTo>
                  <a:lnTo>
                    <a:pt x="1302114" y="250698"/>
                  </a:lnTo>
                  <a:cubicBezTo>
                    <a:pt x="1293993" y="258318"/>
                    <a:pt x="1283710" y="264414"/>
                    <a:pt x="1271266" y="268986"/>
                  </a:cubicBezTo>
                  <a:cubicBezTo>
                    <a:pt x="1259080" y="273301"/>
                    <a:pt x="1246388" y="275463"/>
                    <a:pt x="1233183" y="275463"/>
                  </a:cubicBezTo>
                  <a:close/>
                  <a:moveTo>
                    <a:pt x="1406130" y="275463"/>
                  </a:moveTo>
                  <a:cubicBezTo>
                    <a:pt x="1373882" y="275463"/>
                    <a:pt x="1348366" y="267205"/>
                    <a:pt x="1329582" y="250698"/>
                  </a:cubicBezTo>
                  <a:lnTo>
                    <a:pt x="1339864" y="227838"/>
                  </a:lnTo>
                  <a:cubicBezTo>
                    <a:pt x="1350023" y="235715"/>
                    <a:pt x="1360429" y="241554"/>
                    <a:pt x="1371093" y="245364"/>
                  </a:cubicBezTo>
                  <a:cubicBezTo>
                    <a:pt x="1382013" y="248917"/>
                    <a:pt x="1394066" y="250698"/>
                    <a:pt x="1407272" y="250698"/>
                  </a:cubicBezTo>
                  <a:cubicBezTo>
                    <a:pt x="1421744" y="250698"/>
                    <a:pt x="1432664" y="248288"/>
                    <a:pt x="1440024" y="243459"/>
                  </a:cubicBezTo>
                  <a:cubicBezTo>
                    <a:pt x="1447641" y="238382"/>
                    <a:pt x="1451449" y="231143"/>
                    <a:pt x="1451449" y="221742"/>
                  </a:cubicBezTo>
                  <a:cubicBezTo>
                    <a:pt x="1451449" y="214122"/>
                    <a:pt x="1448907" y="208150"/>
                    <a:pt x="1443832" y="203835"/>
                  </a:cubicBezTo>
                  <a:cubicBezTo>
                    <a:pt x="1438757" y="199263"/>
                    <a:pt x="1430379" y="195577"/>
                    <a:pt x="1418697" y="192786"/>
                  </a:cubicBezTo>
                  <a:lnTo>
                    <a:pt x="1386326" y="185166"/>
                  </a:lnTo>
                  <a:cubicBezTo>
                    <a:pt x="1370331" y="181613"/>
                    <a:pt x="1357887" y="175260"/>
                    <a:pt x="1349004" y="166116"/>
                  </a:cubicBezTo>
                  <a:cubicBezTo>
                    <a:pt x="1340369" y="156972"/>
                    <a:pt x="1336056" y="146047"/>
                    <a:pt x="1336056" y="133350"/>
                  </a:cubicBezTo>
                  <a:cubicBezTo>
                    <a:pt x="1336056" y="122177"/>
                    <a:pt x="1339103" y="112395"/>
                    <a:pt x="1345196" y="104013"/>
                  </a:cubicBezTo>
                  <a:cubicBezTo>
                    <a:pt x="1351289" y="95374"/>
                    <a:pt x="1359792" y="88649"/>
                    <a:pt x="1370712" y="83820"/>
                  </a:cubicBezTo>
                  <a:cubicBezTo>
                    <a:pt x="1381632" y="78991"/>
                    <a:pt x="1394581" y="76581"/>
                    <a:pt x="1409557" y="76581"/>
                  </a:cubicBezTo>
                  <a:cubicBezTo>
                    <a:pt x="1423010" y="76581"/>
                    <a:pt x="1435711" y="78743"/>
                    <a:pt x="1447641" y="83058"/>
                  </a:cubicBezTo>
                  <a:cubicBezTo>
                    <a:pt x="1459570" y="87373"/>
                    <a:pt x="1469605" y="93602"/>
                    <a:pt x="1477727" y="101727"/>
                  </a:cubicBezTo>
                  <a:lnTo>
                    <a:pt x="1467444" y="124206"/>
                  </a:lnTo>
                  <a:cubicBezTo>
                    <a:pt x="1458304" y="116586"/>
                    <a:pt x="1448907" y="110995"/>
                    <a:pt x="1439262" y="107442"/>
                  </a:cubicBezTo>
                  <a:cubicBezTo>
                    <a:pt x="1429865" y="103632"/>
                    <a:pt x="1419963" y="101727"/>
                    <a:pt x="1409557" y="101727"/>
                  </a:cubicBezTo>
                  <a:cubicBezTo>
                    <a:pt x="1395847" y="101727"/>
                    <a:pt x="1385184" y="104394"/>
                    <a:pt x="1377567" y="109728"/>
                  </a:cubicBezTo>
                  <a:cubicBezTo>
                    <a:pt x="1370207" y="115062"/>
                    <a:pt x="1366523" y="122301"/>
                    <a:pt x="1366523" y="131445"/>
                  </a:cubicBezTo>
                  <a:cubicBezTo>
                    <a:pt x="1366523" y="139322"/>
                    <a:pt x="1368808" y="145542"/>
                    <a:pt x="1373378" y="150114"/>
                  </a:cubicBezTo>
                  <a:cubicBezTo>
                    <a:pt x="1378205" y="154686"/>
                    <a:pt x="1385821" y="158239"/>
                    <a:pt x="1396228" y="160782"/>
                  </a:cubicBezTo>
                  <a:lnTo>
                    <a:pt x="1428599" y="168783"/>
                  </a:lnTo>
                  <a:cubicBezTo>
                    <a:pt x="1446622" y="172593"/>
                    <a:pt x="1459827" y="178946"/>
                    <a:pt x="1468206" y="187833"/>
                  </a:cubicBezTo>
                  <a:cubicBezTo>
                    <a:pt x="1476841" y="196472"/>
                    <a:pt x="1481154" y="207521"/>
                    <a:pt x="1481154" y="220980"/>
                  </a:cubicBezTo>
                  <a:cubicBezTo>
                    <a:pt x="1481154" y="237487"/>
                    <a:pt x="1474423" y="250698"/>
                    <a:pt x="1460970" y="260604"/>
                  </a:cubicBezTo>
                  <a:cubicBezTo>
                    <a:pt x="1447517" y="270510"/>
                    <a:pt x="1429237" y="275463"/>
                    <a:pt x="1406130" y="2754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24"/>
            <p:cNvSpPr/>
            <p:nvPr/>
          </p:nvSpPr>
          <p:spPr>
            <a:xfrm>
              <a:off x="5142141" y="6021492"/>
              <a:ext cx="1459056" cy="284607"/>
            </a:xfrm>
            <a:custGeom>
              <a:rect b="b" l="l" r="r" t="t"/>
              <a:pathLst>
                <a:path extrusionOk="0" h="284607" w="1459056">
                  <a:moveTo>
                    <a:pt x="0" y="281940"/>
                  </a:moveTo>
                  <a:lnTo>
                    <a:pt x="0" y="10668"/>
                  </a:lnTo>
                  <a:lnTo>
                    <a:pt x="108157" y="10668"/>
                  </a:lnTo>
                  <a:cubicBezTo>
                    <a:pt x="136082" y="10668"/>
                    <a:pt x="157790" y="17402"/>
                    <a:pt x="173280" y="30861"/>
                  </a:cubicBezTo>
                  <a:cubicBezTo>
                    <a:pt x="189018" y="44320"/>
                    <a:pt x="196892" y="62865"/>
                    <a:pt x="196892" y="86487"/>
                  </a:cubicBezTo>
                  <a:cubicBezTo>
                    <a:pt x="196892" y="109852"/>
                    <a:pt x="189018" y="128397"/>
                    <a:pt x="173280" y="142113"/>
                  </a:cubicBezTo>
                  <a:cubicBezTo>
                    <a:pt x="157542" y="155829"/>
                    <a:pt x="135834" y="162687"/>
                    <a:pt x="108157" y="162687"/>
                  </a:cubicBezTo>
                  <a:lnTo>
                    <a:pt x="31228" y="162687"/>
                  </a:lnTo>
                  <a:lnTo>
                    <a:pt x="31228" y="281940"/>
                  </a:lnTo>
                  <a:lnTo>
                    <a:pt x="0" y="281940"/>
                  </a:lnTo>
                  <a:close/>
                  <a:moveTo>
                    <a:pt x="31228" y="136779"/>
                  </a:moveTo>
                  <a:lnTo>
                    <a:pt x="105491" y="136779"/>
                  </a:lnTo>
                  <a:cubicBezTo>
                    <a:pt x="125552" y="136779"/>
                    <a:pt x="140652" y="132464"/>
                    <a:pt x="150811" y="123825"/>
                  </a:cubicBezTo>
                  <a:cubicBezTo>
                    <a:pt x="160970" y="114938"/>
                    <a:pt x="166045" y="102489"/>
                    <a:pt x="166045" y="86487"/>
                  </a:cubicBezTo>
                  <a:cubicBezTo>
                    <a:pt x="166045" y="70485"/>
                    <a:pt x="160970" y="58169"/>
                    <a:pt x="150811" y="49530"/>
                  </a:cubicBezTo>
                  <a:cubicBezTo>
                    <a:pt x="140652" y="40891"/>
                    <a:pt x="125552" y="36576"/>
                    <a:pt x="105491" y="36576"/>
                  </a:cubicBezTo>
                  <a:lnTo>
                    <a:pt x="31228" y="36576"/>
                  </a:lnTo>
                  <a:lnTo>
                    <a:pt x="31228" y="136779"/>
                  </a:lnTo>
                  <a:close/>
                  <a:moveTo>
                    <a:pt x="244258" y="281940"/>
                  </a:moveTo>
                  <a:lnTo>
                    <a:pt x="244258" y="1524"/>
                  </a:lnTo>
                  <a:lnTo>
                    <a:pt x="275106" y="1524"/>
                  </a:lnTo>
                  <a:lnTo>
                    <a:pt x="275106" y="281940"/>
                  </a:lnTo>
                  <a:lnTo>
                    <a:pt x="244258" y="281940"/>
                  </a:lnTo>
                  <a:close/>
                  <a:moveTo>
                    <a:pt x="408503" y="284607"/>
                  </a:moveTo>
                  <a:cubicBezTo>
                    <a:pt x="391489" y="284607"/>
                    <a:pt x="376513" y="280673"/>
                    <a:pt x="363564" y="272796"/>
                  </a:cubicBezTo>
                  <a:cubicBezTo>
                    <a:pt x="350873" y="264671"/>
                    <a:pt x="340972" y="253241"/>
                    <a:pt x="333859" y="238506"/>
                  </a:cubicBezTo>
                  <a:cubicBezTo>
                    <a:pt x="327005" y="223523"/>
                    <a:pt x="323577" y="205997"/>
                    <a:pt x="323577" y="185928"/>
                  </a:cubicBezTo>
                  <a:cubicBezTo>
                    <a:pt x="323577" y="165859"/>
                    <a:pt x="327128" y="148333"/>
                    <a:pt x="334240" y="133350"/>
                  </a:cubicBezTo>
                  <a:cubicBezTo>
                    <a:pt x="341352" y="118367"/>
                    <a:pt x="351254" y="106680"/>
                    <a:pt x="363945" y="98298"/>
                  </a:cubicBezTo>
                  <a:cubicBezTo>
                    <a:pt x="376894" y="89916"/>
                    <a:pt x="391746" y="85725"/>
                    <a:pt x="408503" y="85725"/>
                  </a:cubicBezTo>
                  <a:cubicBezTo>
                    <a:pt x="426021" y="85725"/>
                    <a:pt x="440874" y="90040"/>
                    <a:pt x="453061" y="98679"/>
                  </a:cubicBezTo>
                  <a:cubicBezTo>
                    <a:pt x="465247" y="107318"/>
                    <a:pt x="473502" y="119634"/>
                    <a:pt x="477815" y="135636"/>
                  </a:cubicBezTo>
                  <a:lnTo>
                    <a:pt x="473245" y="138684"/>
                  </a:lnTo>
                  <a:lnTo>
                    <a:pt x="473245" y="90297"/>
                  </a:lnTo>
                  <a:lnTo>
                    <a:pt x="503712" y="90297"/>
                  </a:lnTo>
                  <a:lnTo>
                    <a:pt x="503712" y="281940"/>
                  </a:lnTo>
                  <a:lnTo>
                    <a:pt x="473245" y="281940"/>
                  </a:lnTo>
                  <a:lnTo>
                    <a:pt x="473245" y="232410"/>
                  </a:lnTo>
                  <a:lnTo>
                    <a:pt x="477815" y="234696"/>
                  </a:lnTo>
                  <a:cubicBezTo>
                    <a:pt x="473502" y="250698"/>
                    <a:pt x="465247" y="263014"/>
                    <a:pt x="453061" y="271653"/>
                  </a:cubicBezTo>
                  <a:cubicBezTo>
                    <a:pt x="440874" y="280292"/>
                    <a:pt x="426021" y="284607"/>
                    <a:pt x="408503" y="284607"/>
                  </a:cubicBezTo>
                  <a:close/>
                  <a:moveTo>
                    <a:pt x="414596" y="259080"/>
                  </a:moveTo>
                  <a:cubicBezTo>
                    <a:pt x="433381" y="259080"/>
                    <a:pt x="447853" y="252727"/>
                    <a:pt x="458011" y="240030"/>
                  </a:cubicBezTo>
                  <a:cubicBezTo>
                    <a:pt x="468170" y="227076"/>
                    <a:pt x="473245" y="208788"/>
                    <a:pt x="473245" y="185166"/>
                  </a:cubicBezTo>
                  <a:cubicBezTo>
                    <a:pt x="473245" y="161544"/>
                    <a:pt x="468037" y="143380"/>
                    <a:pt x="457631" y="130683"/>
                  </a:cubicBezTo>
                  <a:cubicBezTo>
                    <a:pt x="447472" y="117986"/>
                    <a:pt x="433134" y="111633"/>
                    <a:pt x="414596" y="111633"/>
                  </a:cubicBezTo>
                  <a:cubicBezTo>
                    <a:pt x="395812" y="111633"/>
                    <a:pt x="381083" y="118234"/>
                    <a:pt x="370420" y="131445"/>
                  </a:cubicBezTo>
                  <a:cubicBezTo>
                    <a:pt x="360013" y="144399"/>
                    <a:pt x="354805" y="162563"/>
                    <a:pt x="354805" y="185928"/>
                  </a:cubicBezTo>
                  <a:cubicBezTo>
                    <a:pt x="354805" y="209293"/>
                    <a:pt x="360013" y="227333"/>
                    <a:pt x="370420" y="240030"/>
                  </a:cubicBezTo>
                  <a:cubicBezTo>
                    <a:pt x="381083" y="252727"/>
                    <a:pt x="395812" y="259080"/>
                    <a:pt x="414596" y="259080"/>
                  </a:cubicBezTo>
                  <a:close/>
                  <a:moveTo>
                    <a:pt x="536311" y="114681"/>
                  </a:moveTo>
                  <a:lnTo>
                    <a:pt x="536311" y="90297"/>
                  </a:lnTo>
                  <a:lnTo>
                    <a:pt x="659321" y="90297"/>
                  </a:lnTo>
                  <a:lnTo>
                    <a:pt x="659321" y="114681"/>
                  </a:lnTo>
                  <a:lnTo>
                    <a:pt x="536311" y="114681"/>
                  </a:lnTo>
                  <a:close/>
                  <a:moveTo>
                    <a:pt x="658560" y="254508"/>
                  </a:moveTo>
                  <a:lnTo>
                    <a:pt x="658560" y="280797"/>
                  </a:lnTo>
                  <a:cubicBezTo>
                    <a:pt x="654247" y="282064"/>
                    <a:pt x="649934" y="282959"/>
                    <a:pt x="645611" y="283464"/>
                  </a:cubicBezTo>
                  <a:cubicBezTo>
                    <a:pt x="641555" y="284226"/>
                    <a:pt x="636985" y="284607"/>
                    <a:pt x="631901" y="284607"/>
                  </a:cubicBezTo>
                  <a:cubicBezTo>
                    <a:pt x="614135" y="284607"/>
                    <a:pt x="599911" y="279530"/>
                    <a:pt x="589247" y="269367"/>
                  </a:cubicBezTo>
                  <a:cubicBezTo>
                    <a:pt x="578841" y="259204"/>
                    <a:pt x="573633" y="243964"/>
                    <a:pt x="573633" y="223647"/>
                  </a:cubicBezTo>
                  <a:lnTo>
                    <a:pt x="573633" y="41148"/>
                  </a:lnTo>
                  <a:lnTo>
                    <a:pt x="604481" y="30099"/>
                  </a:lnTo>
                  <a:lnTo>
                    <a:pt x="604481" y="219456"/>
                  </a:lnTo>
                  <a:cubicBezTo>
                    <a:pt x="604481" y="229619"/>
                    <a:pt x="605880" y="237487"/>
                    <a:pt x="608670" y="243078"/>
                  </a:cubicBezTo>
                  <a:cubicBezTo>
                    <a:pt x="611717" y="248669"/>
                    <a:pt x="615782" y="252603"/>
                    <a:pt x="620857" y="254889"/>
                  </a:cubicBezTo>
                  <a:cubicBezTo>
                    <a:pt x="625941" y="256918"/>
                    <a:pt x="631654" y="257937"/>
                    <a:pt x="637995" y="257937"/>
                  </a:cubicBezTo>
                  <a:cubicBezTo>
                    <a:pt x="641803" y="257937"/>
                    <a:pt x="645230" y="257680"/>
                    <a:pt x="648277" y="257175"/>
                  </a:cubicBezTo>
                  <a:cubicBezTo>
                    <a:pt x="651324" y="256670"/>
                    <a:pt x="654751" y="255775"/>
                    <a:pt x="658560" y="254508"/>
                  </a:cubicBezTo>
                  <a:close/>
                  <a:moveTo>
                    <a:pt x="673545" y="114681"/>
                  </a:moveTo>
                  <a:lnTo>
                    <a:pt x="673545" y="90297"/>
                  </a:lnTo>
                  <a:lnTo>
                    <a:pt x="788558" y="90297"/>
                  </a:lnTo>
                  <a:lnTo>
                    <a:pt x="788558" y="114681"/>
                  </a:lnTo>
                  <a:lnTo>
                    <a:pt x="673545" y="114681"/>
                  </a:lnTo>
                  <a:close/>
                  <a:moveTo>
                    <a:pt x="793889" y="29718"/>
                  </a:moveTo>
                  <a:cubicBezTo>
                    <a:pt x="786787" y="27689"/>
                    <a:pt x="780179" y="26670"/>
                    <a:pt x="774086" y="26670"/>
                  </a:cubicBezTo>
                  <a:cubicBezTo>
                    <a:pt x="767993" y="26670"/>
                    <a:pt x="762414" y="27813"/>
                    <a:pt x="757329" y="30099"/>
                  </a:cubicBezTo>
                  <a:cubicBezTo>
                    <a:pt x="752511" y="32128"/>
                    <a:pt x="748703" y="35938"/>
                    <a:pt x="745904" y="41529"/>
                  </a:cubicBezTo>
                  <a:cubicBezTo>
                    <a:pt x="743114" y="47120"/>
                    <a:pt x="741715" y="54864"/>
                    <a:pt x="741715" y="64770"/>
                  </a:cubicBezTo>
                  <a:lnTo>
                    <a:pt x="741715" y="281940"/>
                  </a:lnTo>
                  <a:lnTo>
                    <a:pt x="710867" y="281940"/>
                  </a:lnTo>
                  <a:lnTo>
                    <a:pt x="710867" y="60960"/>
                  </a:lnTo>
                  <a:cubicBezTo>
                    <a:pt x="710867" y="40386"/>
                    <a:pt x="715952" y="25146"/>
                    <a:pt x="726101" y="15240"/>
                  </a:cubicBezTo>
                  <a:cubicBezTo>
                    <a:pt x="736260" y="5077"/>
                    <a:pt x="750227" y="0"/>
                    <a:pt x="767993" y="0"/>
                  </a:cubicBezTo>
                  <a:cubicBezTo>
                    <a:pt x="772315" y="0"/>
                    <a:pt x="776628" y="257"/>
                    <a:pt x="780941" y="762"/>
                  </a:cubicBezTo>
                  <a:cubicBezTo>
                    <a:pt x="785263" y="1267"/>
                    <a:pt x="789576" y="2162"/>
                    <a:pt x="793889" y="3429"/>
                  </a:cubicBezTo>
                  <a:lnTo>
                    <a:pt x="793889" y="29718"/>
                  </a:lnTo>
                  <a:close/>
                  <a:moveTo>
                    <a:pt x="906255" y="284607"/>
                  </a:moveTo>
                  <a:cubicBezTo>
                    <a:pt x="887975" y="284607"/>
                    <a:pt x="871980" y="280540"/>
                    <a:pt x="858270" y="272415"/>
                  </a:cubicBezTo>
                  <a:cubicBezTo>
                    <a:pt x="844807" y="264290"/>
                    <a:pt x="834277" y="252860"/>
                    <a:pt x="826660" y="238125"/>
                  </a:cubicBezTo>
                  <a:cubicBezTo>
                    <a:pt x="819291" y="223142"/>
                    <a:pt x="815616" y="205483"/>
                    <a:pt x="815616" y="185166"/>
                  </a:cubicBezTo>
                  <a:cubicBezTo>
                    <a:pt x="815616" y="165097"/>
                    <a:pt x="819291" y="147571"/>
                    <a:pt x="826660" y="132588"/>
                  </a:cubicBezTo>
                  <a:cubicBezTo>
                    <a:pt x="834277" y="117605"/>
                    <a:pt x="844807" y="106042"/>
                    <a:pt x="858270" y="97917"/>
                  </a:cubicBezTo>
                  <a:cubicBezTo>
                    <a:pt x="871980" y="89792"/>
                    <a:pt x="887975" y="85725"/>
                    <a:pt x="906255" y="85725"/>
                  </a:cubicBezTo>
                  <a:cubicBezTo>
                    <a:pt x="924535" y="85725"/>
                    <a:pt x="940397" y="89792"/>
                    <a:pt x="953859" y="97917"/>
                  </a:cubicBezTo>
                  <a:cubicBezTo>
                    <a:pt x="967569" y="106042"/>
                    <a:pt x="978100" y="117605"/>
                    <a:pt x="985469" y="132588"/>
                  </a:cubicBezTo>
                  <a:cubicBezTo>
                    <a:pt x="993085" y="147571"/>
                    <a:pt x="996894" y="165097"/>
                    <a:pt x="996894" y="185166"/>
                  </a:cubicBezTo>
                  <a:cubicBezTo>
                    <a:pt x="996894" y="205483"/>
                    <a:pt x="993085" y="223142"/>
                    <a:pt x="985469" y="238125"/>
                  </a:cubicBezTo>
                  <a:cubicBezTo>
                    <a:pt x="978100" y="252860"/>
                    <a:pt x="967569" y="264290"/>
                    <a:pt x="953859" y="272415"/>
                  </a:cubicBezTo>
                  <a:cubicBezTo>
                    <a:pt x="940397" y="280540"/>
                    <a:pt x="924535" y="284607"/>
                    <a:pt x="906255" y="284607"/>
                  </a:cubicBezTo>
                  <a:close/>
                  <a:moveTo>
                    <a:pt x="906255" y="259080"/>
                  </a:moveTo>
                  <a:cubicBezTo>
                    <a:pt x="925040" y="259080"/>
                    <a:pt x="939511" y="252860"/>
                    <a:pt x="949670" y="240411"/>
                  </a:cubicBezTo>
                  <a:cubicBezTo>
                    <a:pt x="960076" y="227714"/>
                    <a:pt x="965284" y="209293"/>
                    <a:pt x="965284" y="185166"/>
                  </a:cubicBezTo>
                  <a:cubicBezTo>
                    <a:pt x="965284" y="161544"/>
                    <a:pt x="960076" y="143380"/>
                    <a:pt x="949670" y="130683"/>
                  </a:cubicBezTo>
                  <a:cubicBezTo>
                    <a:pt x="939254" y="117986"/>
                    <a:pt x="924782" y="111633"/>
                    <a:pt x="906255" y="111633"/>
                  </a:cubicBezTo>
                  <a:cubicBezTo>
                    <a:pt x="887717" y="111633"/>
                    <a:pt x="873122" y="117986"/>
                    <a:pt x="862459" y="130683"/>
                  </a:cubicBezTo>
                  <a:cubicBezTo>
                    <a:pt x="852043" y="143380"/>
                    <a:pt x="846845" y="161544"/>
                    <a:pt x="846845" y="185166"/>
                  </a:cubicBezTo>
                  <a:cubicBezTo>
                    <a:pt x="846845" y="209293"/>
                    <a:pt x="851919" y="227714"/>
                    <a:pt x="862078" y="240411"/>
                  </a:cubicBezTo>
                  <a:cubicBezTo>
                    <a:pt x="872484" y="252860"/>
                    <a:pt x="887213" y="259080"/>
                    <a:pt x="906255" y="259080"/>
                  </a:cubicBezTo>
                  <a:close/>
                  <a:moveTo>
                    <a:pt x="1044974" y="281940"/>
                  </a:moveTo>
                  <a:lnTo>
                    <a:pt x="1044974" y="144018"/>
                  </a:lnTo>
                  <a:cubicBezTo>
                    <a:pt x="1044974" y="135131"/>
                    <a:pt x="1044727" y="126235"/>
                    <a:pt x="1044212" y="117348"/>
                  </a:cubicBezTo>
                  <a:cubicBezTo>
                    <a:pt x="1043965" y="108204"/>
                    <a:pt x="1043203" y="99184"/>
                    <a:pt x="1041927" y="90297"/>
                  </a:cubicBezTo>
                  <a:lnTo>
                    <a:pt x="1071252" y="90297"/>
                  </a:lnTo>
                  <a:lnTo>
                    <a:pt x="1075441" y="137541"/>
                  </a:lnTo>
                  <a:lnTo>
                    <a:pt x="1071252" y="136398"/>
                  </a:lnTo>
                  <a:cubicBezTo>
                    <a:pt x="1074812" y="119634"/>
                    <a:pt x="1082429" y="107061"/>
                    <a:pt x="1094102" y="98679"/>
                  </a:cubicBezTo>
                  <a:cubicBezTo>
                    <a:pt x="1106041" y="90040"/>
                    <a:pt x="1119371" y="85725"/>
                    <a:pt x="1134089" y="85725"/>
                  </a:cubicBezTo>
                  <a:cubicBezTo>
                    <a:pt x="1137393" y="85725"/>
                    <a:pt x="1140440" y="85982"/>
                    <a:pt x="1143230" y="86487"/>
                  </a:cubicBezTo>
                  <a:cubicBezTo>
                    <a:pt x="1146276" y="86744"/>
                    <a:pt x="1149076" y="87249"/>
                    <a:pt x="1151608" y="88011"/>
                  </a:cubicBezTo>
                  <a:lnTo>
                    <a:pt x="1150846" y="116205"/>
                  </a:lnTo>
                  <a:cubicBezTo>
                    <a:pt x="1145010" y="114176"/>
                    <a:pt x="1138279" y="113157"/>
                    <a:pt x="1130662" y="113157"/>
                  </a:cubicBezTo>
                  <a:cubicBezTo>
                    <a:pt x="1117466" y="113157"/>
                    <a:pt x="1106803" y="116081"/>
                    <a:pt x="1098672" y="121920"/>
                  </a:cubicBezTo>
                  <a:cubicBezTo>
                    <a:pt x="1090808" y="127759"/>
                    <a:pt x="1084962" y="135255"/>
                    <a:pt x="1081153" y="144399"/>
                  </a:cubicBezTo>
                  <a:cubicBezTo>
                    <a:pt x="1077602" y="153286"/>
                    <a:pt x="1075822" y="162687"/>
                    <a:pt x="1075822" y="172593"/>
                  </a:cubicBezTo>
                  <a:lnTo>
                    <a:pt x="1075822" y="281940"/>
                  </a:lnTo>
                  <a:lnTo>
                    <a:pt x="1044974" y="281940"/>
                  </a:lnTo>
                  <a:close/>
                  <a:moveTo>
                    <a:pt x="1182951" y="281940"/>
                  </a:moveTo>
                  <a:lnTo>
                    <a:pt x="1182951" y="144018"/>
                  </a:lnTo>
                  <a:cubicBezTo>
                    <a:pt x="1182951" y="135131"/>
                    <a:pt x="1182703" y="126235"/>
                    <a:pt x="1182189" y="117348"/>
                  </a:cubicBezTo>
                  <a:cubicBezTo>
                    <a:pt x="1181941" y="108204"/>
                    <a:pt x="1181180" y="99184"/>
                    <a:pt x="1179904" y="90297"/>
                  </a:cubicBezTo>
                  <a:lnTo>
                    <a:pt x="1209228" y="90297"/>
                  </a:lnTo>
                  <a:lnTo>
                    <a:pt x="1212656" y="129921"/>
                  </a:lnTo>
                  <a:lnTo>
                    <a:pt x="1208847" y="132588"/>
                  </a:lnTo>
                  <a:cubicBezTo>
                    <a:pt x="1213418" y="117605"/>
                    <a:pt x="1221291" y="106042"/>
                    <a:pt x="1232459" y="97917"/>
                  </a:cubicBezTo>
                  <a:cubicBezTo>
                    <a:pt x="1243885" y="89792"/>
                    <a:pt x="1257347" y="85725"/>
                    <a:pt x="1272828" y="85725"/>
                  </a:cubicBezTo>
                  <a:cubicBezTo>
                    <a:pt x="1291365" y="85725"/>
                    <a:pt x="1305713" y="90297"/>
                    <a:pt x="1315862" y="99441"/>
                  </a:cubicBezTo>
                  <a:cubicBezTo>
                    <a:pt x="1326278" y="108585"/>
                    <a:pt x="1332876" y="122558"/>
                    <a:pt x="1335665" y="141351"/>
                  </a:cubicBezTo>
                  <a:lnTo>
                    <a:pt x="1326526" y="136398"/>
                  </a:lnTo>
                  <a:cubicBezTo>
                    <a:pt x="1330591" y="120901"/>
                    <a:pt x="1338712" y="108585"/>
                    <a:pt x="1350899" y="99441"/>
                  </a:cubicBezTo>
                  <a:cubicBezTo>
                    <a:pt x="1363343" y="90297"/>
                    <a:pt x="1378196" y="85725"/>
                    <a:pt x="1395457" y="85725"/>
                  </a:cubicBezTo>
                  <a:cubicBezTo>
                    <a:pt x="1416536" y="85725"/>
                    <a:pt x="1432398" y="92078"/>
                    <a:pt x="1443061" y="104775"/>
                  </a:cubicBezTo>
                  <a:cubicBezTo>
                    <a:pt x="1453725" y="117224"/>
                    <a:pt x="1459056" y="136141"/>
                    <a:pt x="1459056" y="161544"/>
                  </a:cubicBezTo>
                  <a:lnTo>
                    <a:pt x="1459056" y="281940"/>
                  </a:lnTo>
                  <a:lnTo>
                    <a:pt x="1428209" y="281940"/>
                  </a:lnTo>
                  <a:lnTo>
                    <a:pt x="1428209" y="163068"/>
                  </a:lnTo>
                  <a:cubicBezTo>
                    <a:pt x="1428209" y="145285"/>
                    <a:pt x="1425038" y="132331"/>
                    <a:pt x="1418688" y="124206"/>
                  </a:cubicBezTo>
                  <a:cubicBezTo>
                    <a:pt x="1412347" y="115824"/>
                    <a:pt x="1402312" y="111633"/>
                    <a:pt x="1388602" y="111633"/>
                  </a:cubicBezTo>
                  <a:cubicBezTo>
                    <a:pt x="1372607" y="111633"/>
                    <a:pt x="1359915" y="117091"/>
                    <a:pt x="1350518" y="128016"/>
                  </a:cubicBezTo>
                  <a:cubicBezTo>
                    <a:pt x="1341378" y="138941"/>
                    <a:pt x="1336808" y="153800"/>
                    <a:pt x="1336808" y="172593"/>
                  </a:cubicBezTo>
                  <a:lnTo>
                    <a:pt x="1336808" y="281940"/>
                  </a:lnTo>
                  <a:lnTo>
                    <a:pt x="1305960" y="281940"/>
                  </a:lnTo>
                  <a:lnTo>
                    <a:pt x="1305960" y="163068"/>
                  </a:lnTo>
                  <a:cubicBezTo>
                    <a:pt x="1305960" y="145285"/>
                    <a:pt x="1302666" y="132331"/>
                    <a:pt x="1296059" y="124206"/>
                  </a:cubicBezTo>
                  <a:cubicBezTo>
                    <a:pt x="1289718" y="115824"/>
                    <a:pt x="1279683" y="111633"/>
                    <a:pt x="1265973" y="111633"/>
                  </a:cubicBezTo>
                  <a:cubicBezTo>
                    <a:pt x="1249730" y="111633"/>
                    <a:pt x="1236906" y="117091"/>
                    <a:pt x="1227508" y="128016"/>
                  </a:cubicBezTo>
                  <a:cubicBezTo>
                    <a:pt x="1218368" y="138941"/>
                    <a:pt x="1213798" y="153800"/>
                    <a:pt x="1213798" y="172593"/>
                  </a:cubicBezTo>
                  <a:lnTo>
                    <a:pt x="1213798" y="281940"/>
                  </a:lnTo>
                  <a:lnTo>
                    <a:pt x="1182951" y="2819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24"/>
            <p:cNvSpPr/>
            <p:nvPr/>
          </p:nvSpPr>
          <p:spPr>
            <a:xfrm>
              <a:off x="4527854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4"/>
            <p:cNvSpPr/>
            <p:nvPr/>
          </p:nvSpPr>
          <p:spPr>
            <a:xfrm>
              <a:off x="1919132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--Warehouse">
  <p:cSld name="Background--Warehouse">
    <p:bg>
      <p:bgPr>
        <a:solidFill>
          <a:schemeClr val="accent5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25"/>
          <p:cNvPicPr preferRelativeResize="0"/>
          <p:nvPr/>
        </p:nvPicPr>
        <p:blipFill rotWithShape="1">
          <a:blip r:embed="rId2">
            <a:alphaModFix amt="40000"/>
          </a:blip>
          <a:srcRect b="12063" l="0" r="52412" t="24766"/>
          <a:stretch/>
        </p:blipFill>
        <p:spPr>
          <a:xfrm>
            <a:off x="3007268" y="-1"/>
            <a:ext cx="9184732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5"/>
          <p:cNvSpPr txBox="1"/>
          <p:nvPr>
            <p:ph idx="1" type="body"/>
          </p:nvPr>
        </p:nvSpPr>
        <p:spPr>
          <a:xfrm>
            <a:off x="155786" y="6472155"/>
            <a:ext cx="5940214" cy="258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type="title"/>
          </p:nvPr>
        </p:nvSpPr>
        <p:spPr>
          <a:xfrm>
            <a:off x="155786" y="1191528"/>
            <a:ext cx="5054601" cy="4887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  <a:defRPr b="1" sz="32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1" name="Google Shape;81;p25"/>
          <p:cNvGrpSpPr/>
          <p:nvPr/>
        </p:nvGrpSpPr>
        <p:grpSpPr>
          <a:xfrm>
            <a:off x="300959" y="308426"/>
            <a:ext cx="2013104" cy="571854"/>
            <a:chOff x="338666" y="4303183"/>
            <a:chExt cx="7340599" cy="2085212"/>
          </a:xfrm>
        </p:grpSpPr>
        <p:sp>
          <p:nvSpPr>
            <p:cNvPr id="82" name="Google Shape;82;p25"/>
            <p:cNvSpPr/>
            <p:nvPr/>
          </p:nvSpPr>
          <p:spPr>
            <a:xfrm>
              <a:off x="338666" y="4817769"/>
              <a:ext cx="931067" cy="1085156"/>
            </a:xfrm>
            <a:custGeom>
              <a:rect b="b" l="l" r="r" t="t"/>
              <a:pathLst>
                <a:path extrusionOk="0" h="1085156" w="931067">
                  <a:moveTo>
                    <a:pt x="266668" y="724502"/>
                  </a:moveTo>
                  <a:lnTo>
                    <a:pt x="0" y="724502"/>
                  </a:lnTo>
                  <a:cubicBezTo>
                    <a:pt x="0" y="847803"/>
                    <a:pt x="39462" y="937691"/>
                    <a:pt x="117749" y="995117"/>
                  </a:cubicBezTo>
                  <a:cubicBezTo>
                    <a:pt x="188382" y="1054534"/>
                    <a:pt x="298318" y="1085157"/>
                    <a:pt x="451383" y="1085157"/>
                  </a:cubicBezTo>
                  <a:cubicBezTo>
                    <a:pt x="735511" y="1085157"/>
                    <a:pt x="931068" y="993278"/>
                    <a:pt x="931068" y="736551"/>
                  </a:cubicBezTo>
                  <a:cubicBezTo>
                    <a:pt x="931068" y="663885"/>
                    <a:pt x="908108" y="599124"/>
                    <a:pt x="860036" y="546727"/>
                  </a:cubicBezTo>
                  <a:cubicBezTo>
                    <a:pt x="804550" y="492016"/>
                    <a:pt x="691505" y="445600"/>
                    <a:pt x="507268" y="409227"/>
                  </a:cubicBezTo>
                  <a:cubicBezTo>
                    <a:pt x="364487" y="382909"/>
                    <a:pt x="294252" y="340558"/>
                    <a:pt x="294252" y="285925"/>
                  </a:cubicBezTo>
                  <a:cubicBezTo>
                    <a:pt x="294252" y="231452"/>
                    <a:pt x="348064" y="203059"/>
                    <a:pt x="455529" y="203059"/>
                  </a:cubicBezTo>
                  <a:cubicBezTo>
                    <a:pt x="546571" y="203059"/>
                    <a:pt x="602376" y="229378"/>
                    <a:pt x="621111" y="275875"/>
                  </a:cubicBezTo>
                  <a:cubicBezTo>
                    <a:pt x="637534" y="318386"/>
                    <a:pt x="678032" y="340558"/>
                    <a:pt x="737424" y="342631"/>
                  </a:cubicBezTo>
                  <a:lnTo>
                    <a:pt x="898542" y="342631"/>
                  </a:lnTo>
                  <a:cubicBezTo>
                    <a:pt x="892802" y="231452"/>
                    <a:pt x="852463" y="146910"/>
                    <a:pt x="777764" y="86934"/>
                  </a:cubicBezTo>
                  <a:cubicBezTo>
                    <a:pt x="701151" y="28951"/>
                    <a:pt x="592251" y="0"/>
                    <a:pt x="451543" y="0"/>
                  </a:cubicBezTo>
                  <a:cubicBezTo>
                    <a:pt x="206080" y="3908"/>
                    <a:pt x="29577" y="108388"/>
                    <a:pt x="29577" y="334417"/>
                  </a:cubicBezTo>
                  <a:cubicBezTo>
                    <a:pt x="31649" y="502141"/>
                    <a:pt x="149159" y="607421"/>
                    <a:pt x="383141" y="649693"/>
                  </a:cubicBezTo>
                  <a:cubicBezTo>
                    <a:pt x="571284" y="682230"/>
                    <a:pt x="666472" y="726578"/>
                    <a:pt x="666472" y="781214"/>
                  </a:cubicBezTo>
                  <a:cubicBezTo>
                    <a:pt x="666472" y="849880"/>
                    <a:pt x="608515" y="882103"/>
                    <a:pt x="492679" y="882103"/>
                  </a:cubicBezTo>
                  <a:cubicBezTo>
                    <a:pt x="358348" y="882103"/>
                    <a:pt x="272648" y="841907"/>
                    <a:pt x="266668" y="7245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25"/>
            <p:cNvSpPr/>
            <p:nvPr/>
          </p:nvSpPr>
          <p:spPr>
            <a:xfrm>
              <a:off x="1374890" y="4819443"/>
              <a:ext cx="1517750" cy="1067689"/>
            </a:xfrm>
            <a:custGeom>
              <a:rect b="b" l="l" r="r" t="t"/>
              <a:pathLst>
                <a:path extrusionOk="0" h="1067689" w="1517750">
                  <a:moveTo>
                    <a:pt x="448672" y="223396"/>
                  </a:moveTo>
                  <a:cubicBezTo>
                    <a:pt x="569444" y="223396"/>
                    <a:pt x="630673" y="277471"/>
                    <a:pt x="636890" y="387375"/>
                  </a:cubicBezTo>
                  <a:lnTo>
                    <a:pt x="636890" y="1063784"/>
                  </a:lnTo>
                  <a:lnTo>
                    <a:pt x="880920" y="1063784"/>
                  </a:lnTo>
                  <a:lnTo>
                    <a:pt x="880920" y="391522"/>
                  </a:lnTo>
                  <a:cubicBezTo>
                    <a:pt x="882995" y="281379"/>
                    <a:pt x="944138" y="227305"/>
                    <a:pt x="1064996" y="227305"/>
                  </a:cubicBezTo>
                  <a:cubicBezTo>
                    <a:pt x="1185778" y="227305"/>
                    <a:pt x="1246998" y="281379"/>
                    <a:pt x="1253139" y="391522"/>
                  </a:cubicBezTo>
                  <a:lnTo>
                    <a:pt x="1253139" y="935778"/>
                  </a:lnTo>
                  <a:cubicBezTo>
                    <a:pt x="1253139" y="1019760"/>
                    <a:pt x="1296268" y="1061794"/>
                    <a:pt x="1382527" y="1067690"/>
                  </a:cubicBezTo>
                  <a:lnTo>
                    <a:pt x="1517733" y="1067690"/>
                  </a:lnTo>
                  <a:lnTo>
                    <a:pt x="1517733" y="445517"/>
                  </a:lnTo>
                  <a:cubicBezTo>
                    <a:pt x="1519571" y="146911"/>
                    <a:pt x="1372645" y="3669"/>
                    <a:pt x="1069062" y="3669"/>
                  </a:cubicBezTo>
                  <a:cubicBezTo>
                    <a:pt x="930028" y="3669"/>
                    <a:pt x="829973" y="30387"/>
                    <a:pt x="760699" y="85897"/>
                  </a:cubicBezTo>
                  <a:cubicBezTo>
                    <a:pt x="691502" y="28553"/>
                    <a:pt x="591847" y="0"/>
                    <a:pt x="452737" y="0"/>
                  </a:cubicBezTo>
                  <a:cubicBezTo>
                    <a:pt x="148992" y="0"/>
                    <a:pt x="0" y="143242"/>
                    <a:pt x="0" y="441449"/>
                  </a:cubicBezTo>
                  <a:lnTo>
                    <a:pt x="0" y="1063784"/>
                  </a:lnTo>
                  <a:lnTo>
                    <a:pt x="264509" y="1063784"/>
                  </a:lnTo>
                  <a:lnTo>
                    <a:pt x="264509" y="387375"/>
                  </a:lnTo>
                  <a:cubicBezTo>
                    <a:pt x="266747" y="277471"/>
                    <a:pt x="327890" y="223396"/>
                    <a:pt x="448672" y="2233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25"/>
            <p:cNvSpPr/>
            <p:nvPr/>
          </p:nvSpPr>
          <p:spPr>
            <a:xfrm>
              <a:off x="3018422" y="4817769"/>
              <a:ext cx="880929" cy="1069283"/>
            </a:xfrm>
            <a:custGeom>
              <a:rect b="b" l="l" r="r" t="t"/>
              <a:pathLst>
                <a:path extrusionOk="0" h="1069283" w="880929">
                  <a:moveTo>
                    <a:pt x="450909" y="203059"/>
                  </a:moveTo>
                  <a:cubicBezTo>
                    <a:pt x="567140" y="203059"/>
                    <a:pt x="626293" y="232648"/>
                    <a:pt x="632672" y="291907"/>
                  </a:cubicBezTo>
                  <a:cubicBezTo>
                    <a:pt x="632672" y="349012"/>
                    <a:pt x="571443" y="382510"/>
                    <a:pt x="450909" y="396308"/>
                  </a:cubicBezTo>
                  <a:cubicBezTo>
                    <a:pt x="176822" y="421989"/>
                    <a:pt x="5503" y="489301"/>
                    <a:pt x="0" y="739732"/>
                  </a:cubicBezTo>
                  <a:cubicBezTo>
                    <a:pt x="0" y="970552"/>
                    <a:pt x="163912" y="1086833"/>
                    <a:pt x="421566" y="1067135"/>
                  </a:cubicBezTo>
                  <a:cubicBezTo>
                    <a:pt x="714466" y="1047438"/>
                    <a:pt x="880929" y="919183"/>
                    <a:pt x="880929" y="631186"/>
                  </a:cubicBezTo>
                  <a:lnTo>
                    <a:pt x="880929" y="276035"/>
                  </a:lnTo>
                  <a:cubicBezTo>
                    <a:pt x="875188" y="89406"/>
                    <a:pt x="735279" y="0"/>
                    <a:pt x="438475" y="0"/>
                  </a:cubicBezTo>
                  <a:cubicBezTo>
                    <a:pt x="188228" y="0"/>
                    <a:pt x="59639" y="89406"/>
                    <a:pt x="29819" y="276035"/>
                  </a:cubicBezTo>
                  <a:lnTo>
                    <a:pt x="282056" y="276035"/>
                  </a:lnTo>
                  <a:cubicBezTo>
                    <a:pt x="296804" y="226746"/>
                    <a:pt x="351730" y="203059"/>
                    <a:pt x="450909" y="203059"/>
                  </a:cubicBezTo>
                  <a:close/>
                  <a:moveTo>
                    <a:pt x="385615" y="854023"/>
                  </a:moveTo>
                  <a:cubicBezTo>
                    <a:pt x="296804" y="854023"/>
                    <a:pt x="250409" y="814551"/>
                    <a:pt x="244030" y="731760"/>
                  </a:cubicBezTo>
                  <a:cubicBezTo>
                    <a:pt x="244030" y="654874"/>
                    <a:pt x="300955" y="605582"/>
                    <a:pt x="412959" y="585808"/>
                  </a:cubicBezTo>
                  <a:cubicBezTo>
                    <a:pt x="495314" y="570016"/>
                    <a:pt x="571529" y="548404"/>
                    <a:pt x="636899" y="522724"/>
                  </a:cubicBezTo>
                  <a:lnTo>
                    <a:pt x="636899" y="619308"/>
                  </a:lnTo>
                  <a:cubicBezTo>
                    <a:pt x="636814" y="767250"/>
                    <a:pt x="541872" y="854023"/>
                    <a:pt x="385615" y="8540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5"/>
            <p:cNvSpPr/>
            <p:nvPr/>
          </p:nvSpPr>
          <p:spPr>
            <a:xfrm>
              <a:off x="5216460" y="4303183"/>
              <a:ext cx="408455" cy="1583837"/>
            </a:xfrm>
            <a:custGeom>
              <a:rect b="b" l="l" r="r" t="t"/>
              <a:pathLst>
                <a:path extrusionOk="0" h="1583837" w="408455">
                  <a:moveTo>
                    <a:pt x="244078" y="292465"/>
                  </a:moveTo>
                  <a:lnTo>
                    <a:pt x="244078" y="129683"/>
                  </a:lnTo>
                  <a:cubicBezTo>
                    <a:pt x="244078" y="62050"/>
                    <a:pt x="190904" y="0"/>
                    <a:pt x="126647" y="0"/>
                  </a:cubicBezTo>
                  <a:lnTo>
                    <a:pt x="48" y="0"/>
                  </a:lnTo>
                  <a:lnTo>
                    <a:pt x="48" y="1388707"/>
                  </a:lnTo>
                  <a:cubicBezTo>
                    <a:pt x="-1704" y="1505236"/>
                    <a:pt x="44215" y="1566253"/>
                    <a:pt x="139958" y="1576140"/>
                  </a:cubicBezTo>
                  <a:cubicBezTo>
                    <a:pt x="235938" y="1586027"/>
                    <a:pt x="325872" y="1586027"/>
                    <a:pt x="408456" y="1578216"/>
                  </a:cubicBezTo>
                  <a:lnTo>
                    <a:pt x="408456" y="1378820"/>
                  </a:lnTo>
                  <a:lnTo>
                    <a:pt x="329776" y="1378820"/>
                  </a:lnTo>
                  <a:cubicBezTo>
                    <a:pt x="269747" y="1378820"/>
                    <a:pt x="244078" y="1354017"/>
                    <a:pt x="244078" y="1308402"/>
                  </a:cubicBezTo>
                  <a:lnTo>
                    <a:pt x="244078" y="700816"/>
                  </a:lnTo>
                  <a:lnTo>
                    <a:pt x="244078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25"/>
            <p:cNvSpPr/>
            <p:nvPr/>
          </p:nvSpPr>
          <p:spPr>
            <a:xfrm>
              <a:off x="5647957" y="4819443"/>
              <a:ext cx="942548" cy="1081815"/>
            </a:xfrm>
            <a:custGeom>
              <a:rect b="b" l="l" r="r" t="t"/>
              <a:pathLst>
                <a:path extrusionOk="0" h="1081815" w="942548">
                  <a:moveTo>
                    <a:pt x="474350" y="223396"/>
                  </a:moveTo>
                  <a:cubicBezTo>
                    <a:pt x="610108" y="223396"/>
                    <a:pt x="677954" y="326920"/>
                    <a:pt x="677954" y="535718"/>
                  </a:cubicBezTo>
                  <a:cubicBezTo>
                    <a:pt x="676040" y="748907"/>
                    <a:pt x="608042" y="858416"/>
                    <a:pt x="472274" y="858416"/>
                  </a:cubicBezTo>
                  <a:cubicBezTo>
                    <a:pt x="336507" y="858416"/>
                    <a:pt x="266432" y="752822"/>
                    <a:pt x="264595" y="544015"/>
                  </a:cubicBezTo>
                  <a:cubicBezTo>
                    <a:pt x="264681" y="330908"/>
                    <a:pt x="334431" y="223396"/>
                    <a:pt x="474350" y="223396"/>
                  </a:cubicBezTo>
                  <a:close/>
                  <a:moveTo>
                    <a:pt x="474350" y="0"/>
                  </a:moveTo>
                  <a:cubicBezTo>
                    <a:pt x="156733" y="0"/>
                    <a:pt x="0" y="173868"/>
                    <a:pt x="0" y="544015"/>
                  </a:cubicBezTo>
                  <a:cubicBezTo>
                    <a:pt x="0" y="908984"/>
                    <a:pt x="156733" y="1081815"/>
                    <a:pt x="474350" y="1081815"/>
                  </a:cubicBezTo>
                  <a:cubicBezTo>
                    <a:pt x="788206" y="1081815"/>
                    <a:pt x="942549" y="908898"/>
                    <a:pt x="942549" y="544015"/>
                  </a:cubicBezTo>
                  <a:cubicBezTo>
                    <a:pt x="942549" y="173947"/>
                    <a:pt x="788206" y="0"/>
                    <a:pt x="474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25"/>
            <p:cNvSpPr/>
            <p:nvPr/>
          </p:nvSpPr>
          <p:spPr>
            <a:xfrm>
              <a:off x="6716152" y="4817830"/>
              <a:ext cx="963113" cy="1497041"/>
            </a:xfrm>
            <a:custGeom>
              <a:rect b="b" l="l" r="r" t="t"/>
              <a:pathLst>
                <a:path extrusionOk="0" h="1497041" w="963113">
                  <a:moveTo>
                    <a:pt x="414073" y="1083504"/>
                  </a:moveTo>
                  <a:cubicBezTo>
                    <a:pt x="547365" y="1083504"/>
                    <a:pt x="650524" y="1033974"/>
                    <a:pt x="719084" y="934438"/>
                  </a:cubicBezTo>
                  <a:lnTo>
                    <a:pt x="719084" y="1037641"/>
                  </a:lnTo>
                  <a:cubicBezTo>
                    <a:pt x="719084" y="1206805"/>
                    <a:pt x="646382" y="1293978"/>
                    <a:pt x="505036" y="1293978"/>
                  </a:cubicBezTo>
                  <a:cubicBezTo>
                    <a:pt x="393898" y="1293978"/>
                    <a:pt x="331156" y="1255697"/>
                    <a:pt x="313142" y="1174983"/>
                  </a:cubicBezTo>
                  <a:lnTo>
                    <a:pt x="27183" y="1174983"/>
                  </a:lnTo>
                  <a:cubicBezTo>
                    <a:pt x="86973" y="1395505"/>
                    <a:pt x="233585" y="1497042"/>
                    <a:pt x="474578" y="1497042"/>
                  </a:cubicBezTo>
                  <a:cubicBezTo>
                    <a:pt x="807733" y="1491536"/>
                    <a:pt x="963114" y="1370226"/>
                    <a:pt x="963114" y="1100649"/>
                  </a:cubicBezTo>
                  <a:lnTo>
                    <a:pt x="963114" y="465398"/>
                  </a:lnTo>
                  <a:cubicBezTo>
                    <a:pt x="963114" y="140866"/>
                    <a:pt x="809732" y="-1817"/>
                    <a:pt x="484861" y="17"/>
                  </a:cubicBezTo>
                  <a:cubicBezTo>
                    <a:pt x="158485" y="5601"/>
                    <a:pt x="0" y="166548"/>
                    <a:pt x="0" y="530559"/>
                  </a:cubicBezTo>
                  <a:cubicBezTo>
                    <a:pt x="76" y="907720"/>
                    <a:pt x="135283" y="1083504"/>
                    <a:pt x="414073" y="1083504"/>
                  </a:cubicBezTo>
                  <a:close/>
                  <a:moveTo>
                    <a:pt x="488850" y="860105"/>
                  </a:moveTo>
                  <a:cubicBezTo>
                    <a:pt x="343437" y="860105"/>
                    <a:pt x="270650" y="753073"/>
                    <a:pt x="264671" y="538846"/>
                  </a:cubicBezTo>
                  <a:cubicBezTo>
                    <a:pt x="264671" y="314177"/>
                    <a:pt x="339448" y="202997"/>
                    <a:pt x="492915" y="202997"/>
                  </a:cubicBezTo>
                  <a:cubicBezTo>
                    <a:pt x="646382" y="202997"/>
                    <a:pt x="720922" y="314177"/>
                    <a:pt x="719084" y="538846"/>
                  </a:cubicBezTo>
                  <a:cubicBezTo>
                    <a:pt x="711115" y="753073"/>
                    <a:pt x="634263" y="860105"/>
                    <a:pt x="488850" y="8601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25"/>
            <p:cNvSpPr/>
            <p:nvPr/>
          </p:nvSpPr>
          <p:spPr>
            <a:xfrm>
              <a:off x="4661889" y="4843290"/>
              <a:ext cx="419889" cy="1039937"/>
            </a:xfrm>
            <a:custGeom>
              <a:rect b="b" l="l" r="r" t="t"/>
              <a:pathLst>
                <a:path extrusionOk="0" h="1039937" w="419889">
                  <a:moveTo>
                    <a:pt x="0" y="1039938"/>
                  </a:moveTo>
                  <a:lnTo>
                    <a:pt x="264595" y="1039938"/>
                  </a:lnTo>
                  <a:lnTo>
                    <a:pt x="264595" y="492412"/>
                  </a:lnTo>
                  <a:cubicBezTo>
                    <a:pt x="264595" y="363368"/>
                    <a:pt x="316331" y="20497"/>
                    <a:pt x="419890" y="0"/>
                  </a:cubicBezTo>
                  <a:cubicBezTo>
                    <a:pt x="146841" y="33737"/>
                    <a:pt x="6931" y="198992"/>
                    <a:pt x="0" y="496403"/>
                  </a:cubicBezTo>
                  <a:lnTo>
                    <a:pt x="0" y="10399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25"/>
            <p:cNvSpPr/>
            <p:nvPr/>
          </p:nvSpPr>
          <p:spPr>
            <a:xfrm>
              <a:off x="4661889" y="4488137"/>
              <a:ext cx="244020" cy="471437"/>
            </a:xfrm>
            <a:custGeom>
              <a:rect b="b" l="l" r="r" t="t"/>
              <a:pathLst>
                <a:path extrusionOk="0" h="471437" w="244020">
                  <a:moveTo>
                    <a:pt x="244020" y="292465"/>
                  </a:moveTo>
                  <a:lnTo>
                    <a:pt x="244020" y="129683"/>
                  </a:lnTo>
                  <a:cubicBezTo>
                    <a:pt x="244020" y="62050"/>
                    <a:pt x="190846" y="0"/>
                    <a:pt x="126513" y="0"/>
                  </a:cubicBezTo>
                  <a:lnTo>
                    <a:pt x="0" y="0"/>
                  </a:lnTo>
                  <a:lnTo>
                    <a:pt x="152" y="471438"/>
                  </a:lnTo>
                  <a:lnTo>
                    <a:pt x="244020" y="471438"/>
                  </a:lnTo>
                  <a:lnTo>
                    <a:pt x="244020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25"/>
            <p:cNvSpPr/>
            <p:nvPr/>
          </p:nvSpPr>
          <p:spPr>
            <a:xfrm>
              <a:off x="4025065" y="4842652"/>
              <a:ext cx="522658" cy="1040575"/>
            </a:xfrm>
            <a:custGeom>
              <a:rect b="b" l="l" r="r" t="t"/>
              <a:pathLst>
                <a:path extrusionOk="0" h="1040575" w="522658">
                  <a:moveTo>
                    <a:pt x="0" y="1040576"/>
                  </a:moveTo>
                  <a:lnTo>
                    <a:pt x="264604" y="1040576"/>
                  </a:lnTo>
                  <a:lnTo>
                    <a:pt x="264604" y="493050"/>
                  </a:lnTo>
                  <a:cubicBezTo>
                    <a:pt x="264604" y="339762"/>
                    <a:pt x="337544" y="262078"/>
                    <a:pt x="483356" y="262078"/>
                  </a:cubicBezTo>
                  <a:lnTo>
                    <a:pt x="522658" y="262078"/>
                  </a:lnTo>
                  <a:lnTo>
                    <a:pt x="522658" y="0"/>
                  </a:lnTo>
                  <a:cubicBezTo>
                    <a:pt x="214534" y="21774"/>
                    <a:pt x="7417" y="184795"/>
                    <a:pt x="86" y="496955"/>
                  </a:cubicBezTo>
                  <a:lnTo>
                    <a:pt x="86" y="1040576"/>
                  </a:lnTo>
                  <a:lnTo>
                    <a:pt x="0" y="10405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25"/>
            <p:cNvSpPr/>
            <p:nvPr/>
          </p:nvSpPr>
          <p:spPr>
            <a:xfrm>
              <a:off x="356946" y="6029112"/>
              <a:ext cx="1060969" cy="277368"/>
            </a:xfrm>
            <a:custGeom>
              <a:rect b="b" l="l" r="r" t="t"/>
              <a:pathLst>
                <a:path extrusionOk="0" h="277368" w="1060969">
                  <a:moveTo>
                    <a:pt x="101302" y="277368"/>
                  </a:moveTo>
                  <a:cubicBezTo>
                    <a:pt x="87338" y="277368"/>
                    <a:pt x="74263" y="276225"/>
                    <a:pt x="62076" y="273939"/>
                  </a:cubicBezTo>
                  <a:cubicBezTo>
                    <a:pt x="49889" y="271396"/>
                    <a:pt x="38591" y="267586"/>
                    <a:pt x="28182" y="262509"/>
                  </a:cubicBezTo>
                  <a:cubicBezTo>
                    <a:pt x="17772" y="257175"/>
                    <a:pt x="8378" y="250698"/>
                    <a:pt x="0" y="243078"/>
                  </a:cubicBezTo>
                  <a:lnTo>
                    <a:pt x="11806" y="219075"/>
                  </a:lnTo>
                  <a:cubicBezTo>
                    <a:pt x="25516" y="230505"/>
                    <a:pt x="39226" y="238630"/>
                    <a:pt x="52936" y="243459"/>
                  </a:cubicBezTo>
                  <a:cubicBezTo>
                    <a:pt x="66900" y="248288"/>
                    <a:pt x="83149" y="250698"/>
                    <a:pt x="101683" y="250698"/>
                  </a:cubicBezTo>
                  <a:cubicBezTo>
                    <a:pt x="123264" y="250698"/>
                    <a:pt x="140021" y="246507"/>
                    <a:pt x="151953" y="238125"/>
                  </a:cubicBezTo>
                  <a:cubicBezTo>
                    <a:pt x="163886" y="229486"/>
                    <a:pt x="169853" y="217427"/>
                    <a:pt x="169853" y="201930"/>
                  </a:cubicBezTo>
                  <a:cubicBezTo>
                    <a:pt x="169853" y="192529"/>
                    <a:pt x="166806" y="185042"/>
                    <a:pt x="160712" y="179451"/>
                  </a:cubicBezTo>
                  <a:cubicBezTo>
                    <a:pt x="154873" y="173612"/>
                    <a:pt x="146748" y="169040"/>
                    <a:pt x="136339" y="165735"/>
                  </a:cubicBezTo>
                  <a:cubicBezTo>
                    <a:pt x="126183" y="162182"/>
                    <a:pt x="114631" y="158877"/>
                    <a:pt x="101683" y="155829"/>
                  </a:cubicBezTo>
                  <a:cubicBezTo>
                    <a:pt x="88735" y="153038"/>
                    <a:pt x="76421" y="149857"/>
                    <a:pt x="64742" y="146304"/>
                  </a:cubicBezTo>
                  <a:cubicBezTo>
                    <a:pt x="53063" y="142494"/>
                    <a:pt x="42654" y="137798"/>
                    <a:pt x="33514" y="132207"/>
                  </a:cubicBezTo>
                  <a:cubicBezTo>
                    <a:pt x="24627" y="126616"/>
                    <a:pt x="17645" y="119510"/>
                    <a:pt x="12568" y="110871"/>
                  </a:cubicBezTo>
                  <a:cubicBezTo>
                    <a:pt x="7490" y="102232"/>
                    <a:pt x="4951" y="91440"/>
                    <a:pt x="4951" y="78486"/>
                  </a:cubicBezTo>
                  <a:cubicBezTo>
                    <a:pt x="4951" y="62989"/>
                    <a:pt x="9013" y="49406"/>
                    <a:pt x="17138" y="37719"/>
                  </a:cubicBezTo>
                  <a:cubicBezTo>
                    <a:pt x="25262" y="25784"/>
                    <a:pt x="36687" y="16507"/>
                    <a:pt x="51413" y="9906"/>
                  </a:cubicBezTo>
                  <a:cubicBezTo>
                    <a:pt x="66138" y="3305"/>
                    <a:pt x="83530" y="0"/>
                    <a:pt x="103587" y="0"/>
                  </a:cubicBezTo>
                  <a:cubicBezTo>
                    <a:pt x="116028" y="0"/>
                    <a:pt x="127961" y="1400"/>
                    <a:pt x="139386" y="4191"/>
                  </a:cubicBezTo>
                  <a:cubicBezTo>
                    <a:pt x="150811" y="6734"/>
                    <a:pt x="161348" y="10544"/>
                    <a:pt x="170995" y="15621"/>
                  </a:cubicBezTo>
                  <a:cubicBezTo>
                    <a:pt x="180897" y="20698"/>
                    <a:pt x="189656" y="26927"/>
                    <a:pt x="197273" y="34290"/>
                  </a:cubicBezTo>
                  <a:lnTo>
                    <a:pt x="185086" y="58293"/>
                  </a:lnTo>
                  <a:cubicBezTo>
                    <a:pt x="172645" y="47368"/>
                    <a:pt x="159824" y="39367"/>
                    <a:pt x="146622" y="34290"/>
                  </a:cubicBezTo>
                  <a:cubicBezTo>
                    <a:pt x="133419" y="29213"/>
                    <a:pt x="119075" y="26670"/>
                    <a:pt x="103587" y="26670"/>
                  </a:cubicBezTo>
                  <a:cubicBezTo>
                    <a:pt x="82515" y="26670"/>
                    <a:pt x="66011" y="31118"/>
                    <a:pt x="54079" y="40005"/>
                  </a:cubicBezTo>
                  <a:cubicBezTo>
                    <a:pt x="42146" y="48892"/>
                    <a:pt x="36179" y="61341"/>
                    <a:pt x="36179" y="77343"/>
                  </a:cubicBezTo>
                  <a:cubicBezTo>
                    <a:pt x="36179" y="87249"/>
                    <a:pt x="38845" y="95250"/>
                    <a:pt x="44177" y="101346"/>
                  </a:cubicBezTo>
                  <a:cubicBezTo>
                    <a:pt x="49509" y="107442"/>
                    <a:pt x="56998" y="112395"/>
                    <a:pt x="66646" y="116205"/>
                  </a:cubicBezTo>
                  <a:cubicBezTo>
                    <a:pt x="76294" y="119758"/>
                    <a:pt x="87338" y="123063"/>
                    <a:pt x="99779" y="126111"/>
                  </a:cubicBezTo>
                  <a:cubicBezTo>
                    <a:pt x="112981" y="129159"/>
                    <a:pt x="125676" y="132464"/>
                    <a:pt x="137862" y="136017"/>
                  </a:cubicBezTo>
                  <a:cubicBezTo>
                    <a:pt x="150049" y="139570"/>
                    <a:pt x="160839" y="144018"/>
                    <a:pt x="170233" y="149352"/>
                  </a:cubicBezTo>
                  <a:cubicBezTo>
                    <a:pt x="179881" y="154429"/>
                    <a:pt x="187498" y="161163"/>
                    <a:pt x="193084" y="169545"/>
                  </a:cubicBezTo>
                  <a:cubicBezTo>
                    <a:pt x="198669" y="177670"/>
                    <a:pt x="201462" y="188090"/>
                    <a:pt x="201462" y="200787"/>
                  </a:cubicBezTo>
                  <a:cubicBezTo>
                    <a:pt x="201462" y="216284"/>
                    <a:pt x="197399" y="229743"/>
                    <a:pt x="189275" y="241173"/>
                  </a:cubicBezTo>
                  <a:cubicBezTo>
                    <a:pt x="181151" y="252603"/>
                    <a:pt x="169598" y="261490"/>
                    <a:pt x="154619" y="267843"/>
                  </a:cubicBezTo>
                  <a:cubicBezTo>
                    <a:pt x="139640" y="274196"/>
                    <a:pt x="121867" y="277368"/>
                    <a:pt x="101302" y="277368"/>
                  </a:cubicBezTo>
                  <a:close/>
                  <a:moveTo>
                    <a:pt x="248704" y="274320"/>
                  </a:moveTo>
                  <a:lnTo>
                    <a:pt x="248704" y="136398"/>
                  </a:lnTo>
                  <a:cubicBezTo>
                    <a:pt x="248704" y="127511"/>
                    <a:pt x="248449" y="118615"/>
                    <a:pt x="247942" y="109728"/>
                  </a:cubicBezTo>
                  <a:cubicBezTo>
                    <a:pt x="247688" y="100584"/>
                    <a:pt x="246926" y="91564"/>
                    <a:pt x="245657" y="82677"/>
                  </a:cubicBezTo>
                  <a:lnTo>
                    <a:pt x="274981" y="82677"/>
                  </a:lnTo>
                  <a:lnTo>
                    <a:pt x="278409" y="122301"/>
                  </a:lnTo>
                  <a:lnTo>
                    <a:pt x="274600" y="124968"/>
                  </a:lnTo>
                  <a:cubicBezTo>
                    <a:pt x="279170" y="109985"/>
                    <a:pt x="287040" y="98422"/>
                    <a:pt x="298212" y="90297"/>
                  </a:cubicBezTo>
                  <a:cubicBezTo>
                    <a:pt x="309637" y="82172"/>
                    <a:pt x="323093" y="78105"/>
                    <a:pt x="338581" y="78105"/>
                  </a:cubicBezTo>
                  <a:cubicBezTo>
                    <a:pt x="357114" y="78105"/>
                    <a:pt x="371459" y="82677"/>
                    <a:pt x="381615" y="91821"/>
                  </a:cubicBezTo>
                  <a:cubicBezTo>
                    <a:pt x="392024" y="100965"/>
                    <a:pt x="398625" y="114938"/>
                    <a:pt x="401419" y="133731"/>
                  </a:cubicBezTo>
                  <a:lnTo>
                    <a:pt x="392278" y="128778"/>
                  </a:lnTo>
                  <a:cubicBezTo>
                    <a:pt x="396340" y="113281"/>
                    <a:pt x="404465" y="100965"/>
                    <a:pt x="416652" y="91821"/>
                  </a:cubicBezTo>
                  <a:cubicBezTo>
                    <a:pt x="429092" y="82677"/>
                    <a:pt x="443944" y="78105"/>
                    <a:pt x="461210" y="78105"/>
                  </a:cubicBezTo>
                  <a:cubicBezTo>
                    <a:pt x="482282" y="78105"/>
                    <a:pt x="498151" y="84458"/>
                    <a:pt x="508814" y="97155"/>
                  </a:cubicBezTo>
                  <a:cubicBezTo>
                    <a:pt x="519477" y="109604"/>
                    <a:pt x="524809" y="128521"/>
                    <a:pt x="524809" y="153924"/>
                  </a:cubicBezTo>
                  <a:lnTo>
                    <a:pt x="524809" y="274320"/>
                  </a:lnTo>
                  <a:lnTo>
                    <a:pt x="493961" y="274320"/>
                  </a:lnTo>
                  <a:lnTo>
                    <a:pt x="493961" y="155448"/>
                  </a:lnTo>
                  <a:cubicBezTo>
                    <a:pt x="493961" y="137665"/>
                    <a:pt x="490787" y="124711"/>
                    <a:pt x="484441" y="116586"/>
                  </a:cubicBezTo>
                  <a:cubicBezTo>
                    <a:pt x="478093" y="108204"/>
                    <a:pt x="468065" y="104013"/>
                    <a:pt x="454355" y="104013"/>
                  </a:cubicBezTo>
                  <a:cubicBezTo>
                    <a:pt x="438360" y="104013"/>
                    <a:pt x="425664" y="109471"/>
                    <a:pt x="416271" y="120396"/>
                  </a:cubicBezTo>
                  <a:cubicBezTo>
                    <a:pt x="407131" y="131321"/>
                    <a:pt x="402561" y="146180"/>
                    <a:pt x="402561" y="164973"/>
                  </a:cubicBezTo>
                  <a:lnTo>
                    <a:pt x="402561" y="274320"/>
                  </a:lnTo>
                  <a:lnTo>
                    <a:pt x="371713" y="274320"/>
                  </a:lnTo>
                  <a:lnTo>
                    <a:pt x="371713" y="155448"/>
                  </a:lnTo>
                  <a:cubicBezTo>
                    <a:pt x="371713" y="137665"/>
                    <a:pt x="368412" y="124711"/>
                    <a:pt x="361812" y="116586"/>
                  </a:cubicBezTo>
                  <a:cubicBezTo>
                    <a:pt x="355464" y="108204"/>
                    <a:pt x="345436" y="104013"/>
                    <a:pt x="331726" y="104013"/>
                  </a:cubicBezTo>
                  <a:cubicBezTo>
                    <a:pt x="315476" y="104013"/>
                    <a:pt x="302655" y="109471"/>
                    <a:pt x="293261" y="120396"/>
                  </a:cubicBezTo>
                  <a:cubicBezTo>
                    <a:pt x="284121" y="131321"/>
                    <a:pt x="279551" y="146180"/>
                    <a:pt x="279551" y="164973"/>
                  </a:cubicBezTo>
                  <a:lnTo>
                    <a:pt x="279551" y="274320"/>
                  </a:lnTo>
                  <a:lnTo>
                    <a:pt x="248704" y="274320"/>
                  </a:lnTo>
                  <a:close/>
                  <a:moveTo>
                    <a:pt x="656923" y="276987"/>
                  </a:moveTo>
                  <a:cubicBezTo>
                    <a:pt x="639913" y="276987"/>
                    <a:pt x="624933" y="273053"/>
                    <a:pt x="611984" y="265176"/>
                  </a:cubicBezTo>
                  <a:cubicBezTo>
                    <a:pt x="599290" y="257051"/>
                    <a:pt x="589388" y="245621"/>
                    <a:pt x="582279" y="230886"/>
                  </a:cubicBezTo>
                  <a:cubicBezTo>
                    <a:pt x="575424" y="215903"/>
                    <a:pt x="571997" y="198377"/>
                    <a:pt x="571997" y="178308"/>
                  </a:cubicBezTo>
                  <a:cubicBezTo>
                    <a:pt x="571997" y="158239"/>
                    <a:pt x="575552" y="140713"/>
                    <a:pt x="582660" y="125730"/>
                  </a:cubicBezTo>
                  <a:cubicBezTo>
                    <a:pt x="589769" y="110747"/>
                    <a:pt x="599671" y="99060"/>
                    <a:pt x="612365" y="90678"/>
                  </a:cubicBezTo>
                  <a:cubicBezTo>
                    <a:pt x="625313" y="82296"/>
                    <a:pt x="640166" y="78105"/>
                    <a:pt x="656923" y="78105"/>
                  </a:cubicBezTo>
                  <a:cubicBezTo>
                    <a:pt x="674441" y="78105"/>
                    <a:pt x="689294" y="82420"/>
                    <a:pt x="701481" y="91059"/>
                  </a:cubicBezTo>
                  <a:cubicBezTo>
                    <a:pt x="713667" y="99698"/>
                    <a:pt x="721919" y="112014"/>
                    <a:pt x="726235" y="128016"/>
                  </a:cubicBezTo>
                  <a:lnTo>
                    <a:pt x="721665" y="131064"/>
                  </a:lnTo>
                  <a:lnTo>
                    <a:pt x="721665" y="82677"/>
                  </a:lnTo>
                  <a:lnTo>
                    <a:pt x="752132" y="82677"/>
                  </a:lnTo>
                  <a:lnTo>
                    <a:pt x="752132" y="274320"/>
                  </a:lnTo>
                  <a:lnTo>
                    <a:pt x="721665" y="274320"/>
                  </a:lnTo>
                  <a:lnTo>
                    <a:pt x="721665" y="224790"/>
                  </a:lnTo>
                  <a:lnTo>
                    <a:pt x="726235" y="227076"/>
                  </a:lnTo>
                  <a:cubicBezTo>
                    <a:pt x="721919" y="243078"/>
                    <a:pt x="713667" y="255394"/>
                    <a:pt x="701481" y="264033"/>
                  </a:cubicBezTo>
                  <a:cubicBezTo>
                    <a:pt x="689294" y="272672"/>
                    <a:pt x="674441" y="276987"/>
                    <a:pt x="656923" y="276987"/>
                  </a:cubicBezTo>
                  <a:close/>
                  <a:moveTo>
                    <a:pt x="663016" y="251460"/>
                  </a:moveTo>
                  <a:cubicBezTo>
                    <a:pt x="681805" y="251460"/>
                    <a:pt x="696276" y="245107"/>
                    <a:pt x="706431" y="232410"/>
                  </a:cubicBezTo>
                  <a:cubicBezTo>
                    <a:pt x="716587" y="219456"/>
                    <a:pt x="721665" y="201168"/>
                    <a:pt x="721665" y="177546"/>
                  </a:cubicBezTo>
                  <a:cubicBezTo>
                    <a:pt x="721665" y="153924"/>
                    <a:pt x="716461" y="135760"/>
                    <a:pt x="706051" y="123063"/>
                  </a:cubicBezTo>
                  <a:cubicBezTo>
                    <a:pt x="695896" y="110366"/>
                    <a:pt x="681550" y="104013"/>
                    <a:pt x="663016" y="104013"/>
                  </a:cubicBezTo>
                  <a:cubicBezTo>
                    <a:pt x="644229" y="104013"/>
                    <a:pt x="629503" y="110614"/>
                    <a:pt x="618839" y="123825"/>
                  </a:cubicBezTo>
                  <a:cubicBezTo>
                    <a:pt x="608430" y="136779"/>
                    <a:pt x="603225" y="154943"/>
                    <a:pt x="603225" y="178308"/>
                  </a:cubicBezTo>
                  <a:cubicBezTo>
                    <a:pt x="603225" y="201673"/>
                    <a:pt x="608430" y="219713"/>
                    <a:pt x="618839" y="232410"/>
                  </a:cubicBezTo>
                  <a:cubicBezTo>
                    <a:pt x="629503" y="245107"/>
                    <a:pt x="644229" y="251460"/>
                    <a:pt x="663016" y="251460"/>
                  </a:cubicBezTo>
                  <a:close/>
                  <a:moveTo>
                    <a:pt x="811774" y="274320"/>
                  </a:moveTo>
                  <a:lnTo>
                    <a:pt x="811774" y="136398"/>
                  </a:lnTo>
                  <a:cubicBezTo>
                    <a:pt x="811774" y="127511"/>
                    <a:pt x="811520" y="118615"/>
                    <a:pt x="811013" y="109728"/>
                  </a:cubicBezTo>
                  <a:cubicBezTo>
                    <a:pt x="810758" y="100584"/>
                    <a:pt x="809997" y="91564"/>
                    <a:pt x="808728" y="82677"/>
                  </a:cubicBezTo>
                  <a:lnTo>
                    <a:pt x="838052" y="82677"/>
                  </a:lnTo>
                  <a:lnTo>
                    <a:pt x="842241" y="129921"/>
                  </a:lnTo>
                  <a:lnTo>
                    <a:pt x="838052" y="128778"/>
                  </a:lnTo>
                  <a:cubicBezTo>
                    <a:pt x="841606" y="112014"/>
                    <a:pt x="849223" y="99441"/>
                    <a:pt x="860902" y="91059"/>
                  </a:cubicBezTo>
                  <a:cubicBezTo>
                    <a:pt x="872835" y="82420"/>
                    <a:pt x="886164" y="78105"/>
                    <a:pt x="900890" y="78105"/>
                  </a:cubicBezTo>
                  <a:cubicBezTo>
                    <a:pt x="904191" y="78105"/>
                    <a:pt x="907237" y="78362"/>
                    <a:pt x="910030" y="78867"/>
                  </a:cubicBezTo>
                  <a:cubicBezTo>
                    <a:pt x="913076" y="79124"/>
                    <a:pt x="915869" y="79629"/>
                    <a:pt x="918408" y="80391"/>
                  </a:cubicBezTo>
                  <a:lnTo>
                    <a:pt x="917646" y="108585"/>
                  </a:lnTo>
                  <a:cubicBezTo>
                    <a:pt x="911807" y="106556"/>
                    <a:pt x="905079" y="105537"/>
                    <a:pt x="897462" y="105537"/>
                  </a:cubicBezTo>
                  <a:cubicBezTo>
                    <a:pt x="884260" y="105537"/>
                    <a:pt x="873596" y="108461"/>
                    <a:pt x="865472" y="114300"/>
                  </a:cubicBezTo>
                  <a:cubicBezTo>
                    <a:pt x="857601" y="120139"/>
                    <a:pt x="851762" y="127635"/>
                    <a:pt x="847954" y="136779"/>
                  </a:cubicBezTo>
                  <a:cubicBezTo>
                    <a:pt x="844399" y="145666"/>
                    <a:pt x="842622" y="155067"/>
                    <a:pt x="842622" y="164973"/>
                  </a:cubicBezTo>
                  <a:lnTo>
                    <a:pt x="842622" y="274320"/>
                  </a:lnTo>
                  <a:lnTo>
                    <a:pt x="811774" y="274320"/>
                  </a:lnTo>
                  <a:close/>
                  <a:moveTo>
                    <a:pt x="937959" y="107061"/>
                  </a:moveTo>
                  <a:lnTo>
                    <a:pt x="937959" y="82677"/>
                  </a:lnTo>
                  <a:lnTo>
                    <a:pt x="1060969" y="82677"/>
                  </a:lnTo>
                  <a:lnTo>
                    <a:pt x="1060969" y="107061"/>
                  </a:lnTo>
                  <a:lnTo>
                    <a:pt x="937959" y="107061"/>
                  </a:lnTo>
                  <a:close/>
                  <a:moveTo>
                    <a:pt x="1060207" y="246888"/>
                  </a:moveTo>
                  <a:lnTo>
                    <a:pt x="1060207" y="273177"/>
                  </a:lnTo>
                  <a:cubicBezTo>
                    <a:pt x="1055894" y="274444"/>
                    <a:pt x="1051582" y="275339"/>
                    <a:pt x="1047259" y="275844"/>
                  </a:cubicBezTo>
                  <a:cubicBezTo>
                    <a:pt x="1043203" y="276606"/>
                    <a:pt x="1038633" y="276987"/>
                    <a:pt x="1033549" y="276987"/>
                  </a:cubicBezTo>
                  <a:cubicBezTo>
                    <a:pt x="1015783" y="276987"/>
                    <a:pt x="1001559" y="271910"/>
                    <a:pt x="990895" y="261747"/>
                  </a:cubicBezTo>
                  <a:cubicBezTo>
                    <a:pt x="980489" y="251584"/>
                    <a:pt x="975281" y="236344"/>
                    <a:pt x="975281" y="216027"/>
                  </a:cubicBezTo>
                  <a:lnTo>
                    <a:pt x="975281" y="33528"/>
                  </a:lnTo>
                  <a:lnTo>
                    <a:pt x="1006129" y="22479"/>
                  </a:lnTo>
                  <a:lnTo>
                    <a:pt x="1006129" y="211836"/>
                  </a:lnTo>
                  <a:cubicBezTo>
                    <a:pt x="1006129" y="221999"/>
                    <a:pt x="1007528" y="229867"/>
                    <a:pt x="1010318" y="235458"/>
                  </a:cubicBezTo>
                  <a:cubicBezTo>
                    <a:pt x="1013365" y="241049"/>
                    <a:pt x="1017430" y="244983"/>
                    <a:pt x="1022505" y="247269"/>
                  </a:cubicBezTo>
                  <a:cubicBezTo>
                    <a:pt x="1027589" y="249298"/>
                    <a:pt x="1033301" y="250317"/>
                    <a:pt x="1039642" y="250317"/>
                  </a:cubicBezTo>
                  <a:cubicBezTo>
                    <a:pt x="1043451" y="250317"/>
                    <a:pt x="1046878" y="250060"/>
                    <a:pt x="1049925" y="249555"/>
                  </a:cubicBezTo>
                  <a:cubicBezTo>
                    <a:pt x="1052972" y="249050"/>
                    <a:pt x="1056399" y="248155"/>
                    <a:pt x="1060207" y="2468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25"/>
            <p:cNvSpPr/>
            <p:nvPr/>
          </p:nvSpPr>
          <p:spPr>
            <a:xfrm>
              <a:off x="2533419" y="6030637"/>
              <a:ext cx="1481153" cy="357758"/>
            </a:xfrm>
            <a:custGeom>
              <a:rect b="b" l="l" r="r" t="t"/>
              <a:pathLst>
                <a:path extrusionOk="0" h="357758" w="1481153">
                  <a:moveTo>
                    <a:pt x="0" y="272796"/>
                  </a:moveTo>
                  <a:lnTo>
                    <a:pt x="0" y="1524"/>
                  </a:lnTo>
                  <a:lnTo>
                    <a:pt x="31228" y="1524"/>
                  </a:lnTo>
                  <a:lnTo>
                    <a:pt x="31228" y="246126"/>
                  </a:lnTo>
                  <a:lnTo>
                    <a:pt x="167187" y="246126"/>
                  </a:lnTo>
                  <a:lnTo>
                    <a:pt x="167187" y="272796"/>
                  </a:lnTo>
                  <a:lnTo>
                    <a:pt x="0" y="272796"/>
                  </a:lnTo>
                  <a:close/>
                  <a:moveTo>
                    <a:pt x="282561" y="275463"/>
                  </a:moveTo>
                  <a:cubicBezTo>
                    <a:pt x="264281" y="275463"/>
                    <a:pt x="248285" y="271396"/>
                    <a:pt x="234576" y="263271"/>
                  </a:cubicBezTo>
                  <a:cubicBezTo>
                    <a:pt x="221113" y="255146"/>
                    <a:pt x="210583" y="243716"/>
                    <a:pt x="202966" y="228981"/>
                  </a:cubicBezTo>
                  <a:cubicBezTo>
                    <a:pt x="195597" y="213998"/>
                    <a:pt x="191922" y="196339"/>
                    <a:pt x="191922" y="176022"/>
                  </a:cubicBezTo>
                  <a:cubicBezTo>
                    <a:pt x="191922" y="155953"/>
                    <a:pt x="195597" y="138427"/>
                    <a:pt x="202966" y="123444"/>
                  </a:cubicBezTo>
                  <a:cubicBezTo>
                    <a:pt x="210583" y="108461"/>
                    <a:pt x="221113" y="96898"/>
                    <a:pt x="234576" y="88773"/>
                  </a:cubicBezTo>
                  <a:cubicBezTo>
                    <a:pt x="248285" y="80648"/>
                    <a:pt x="264281" y="76581"/>
                    <a:pt x="282561" y="76581"/>
                  </a:cubicBezTo>
                  <a:cubicBezTo>
                    <a:pt x="300841" y="76581"/>
                    <a:pt x="316703" y="80648"/>
                    <a:pt x="330165" y="88773"/>
                  </a:cubicBezTo>
                  <a:cubicBezTo>
                    <a:pt x="343875" y="96898"/>
                    <a:pt x="354405" y="108461"/>
                    <a:pt x="361774" y="123444"/>
                  </a:cubicBezTo>
                  <a:cubicBezTo>
                    <a:pt x="369391" y="138427"/>
                    <a:pt x="373199" y="155953"/>
                    <a:pt x="373199" y="176022"/>
                  </a:cubicBezTo>
                  <a:cubicBezTo>
                    <a:pt x="373199" y="196339"/>
                    <a:pt x="369391" y="213998"/>
                    <a:pt x="361774" y="228981"/>
                  </a:cubicBezTo>
                  <a:cubicBezTo>
                    <a:pt x="354405" y="243716"/>
                    <a:pt x="343875" y="255146"/>
                    <a:pt x="330165" y="263271"/>
                  </a:cubicBezTo>
                  <a:cubicBezTo>
                    <a:pt x="316703" y="271396"/>
                    <a:pt x="300841" y="275463"/>
                    <a:pt x="282561" y="275463"/>
                  </a:cubicBezTo>
                  <a:close/>
                  <a:moveTo>
                    <a:pt x="282561" y="249936"/>
                  </a:moveTo>
                  <a:cubicBezTo>
                    <a:pt x="301345" y="249936"/>
                    <a:pt x="315817" y="243716"/>
                    <a:pt x="325976" y="231267"/>
                  </a:cubicBezTo>
                  <a:cubicBezTo>
                    <a:pt x="336382" y="218570"/>
                    <a:pt x="341590" y="200149"/>
                    <a:pt x="341590" y="176022"/>
                  </a:cubicBezTo>
                  <a:cubicBezTo>
                    <a:pt x="341590" y="152400"/>
                    <a:pt x="336382" y="134236"/>
                    <a:pt x="325976" y="121539"/>
                  </a:cubicBezTo>
                  <a:cubicBezTo>
                    <a:pt x="315560" y="108842"/>
                    <a:pt x="301088" y="102489"/>
                    <a:pt x="282561" y="102489"/>
                  </a:cubicBezTo>
                  <a:cubicBezTo>
                    <a:pt x="264024" y="102489"/>
                    <a:pt x="249428" y="108842"/>
                    <a:pt x="238765" y="121539"/>
                  </a:cubicBezTo>
                  <a:cubicBezTo>
                    <a:pt x="228349" y="134236"/>
                    <a:pt x="223150" y="152400"/>
                    <a:pt x="223150" y="176022"/>
                  </a:cubicBezTo>
                  <a:cubicBezTo>
                    <a:pt x="223150" y="200149"/>
                    <a:pt x="228225" y="218570"/>
                    <a:pt x="238384" y="231267"/>
                  </a:cubicBezTo>
                  <a:cubicBezTo>
                    <a:pt x="248790" y="243716"/>
                    <a:pt x="263519" y="249936"/>
                    <a:pt x="282561" y="249936"/>
                  </a:cubicBezTo>
                  <a:close/>
                  <a:moveTo>
                    <a:pt x="505445" y="357759"/>
                  </a:moveTo>
                  <a:cubicBezTo>
                    <a:pt x="476501" y="357759"/>
                    <a:pt x="451366" y="351158"/>
                    <a:pt x="430039" y="337947"/>
                  </a:cubicBezTo>
                  <a:lnTo>
                    <a:pt x="435371" y="312801"/>
                  </a:lnTo>
                  <a:cubicBezTo>
                    <a:pt x="447310" y="319659"/>
                    <a:pt x="458602" y="324612"/>
                    <a:pt x="469265" y="327660"/>
                  </a:cubicBezTo>
                  <a:cubicBezTo>
                    <a:pt x="479929" y="330708"/>
                    <a:pt x="491992" y="332232"/>
                    <a:pt x="505445" y="332232"/>
                  </a:cubicBezTo>
                  <a:cubicBezTo>
                    <a:pt x="523725" y="332232"/>
                    <a:pt x="537568" y="327279"/>
                    <a:pt x="546955" y="317373"/>
                  </a:cubicBezTo>
                  <a:cubicBezTo>
                    <a:pt x="556610" y="307724"/>
                    <a:pt x="561427" y="293246"/>
                    <a:pt x="561427" y="273939"/>
                  </a:cubicBezTo>
                  <a:lnTo>
                    <a:pt x="561427" y="222123"/>
                  </a:lnTo>
                  <a:lnTo>
                    <a:pt x="565617" y="217170"/>
                  </a:lnTo>
                  <a:cubicBezTo>
                    <a:pt x="562570" y="227333"/>
                    <a:pt x="557752" y="236220"/>
                    <a:pt x="551145" y="243840"/>
                  </a:cubicBezTo>
                  <a:cubicBezTo>
                    <a:pt x="544804" y="251203"/>
                    <a:pt x="536930" y="256918"/>
                    <a:pt x="527533" y="260985"/>
                  </a:cubicBezTo>
                  <a:cubicBezTo>
                    <a:pt x="518145" y="265052"/>
                    <a:pt x="507482" y="267081"/>
                    <a:pt x="495543" y="267081"/>
                  </a:cubicBezTo>
                  <a:cubicBezTo>
                    <a:pt x="478539" y="267081"/>
                    <a:pt x="463553" y="263147"/>
                    <a:pt x="450604" y="255270"/>
                  </a:cubicBezTo>
                  <a:cubicBezTo>
                    <a:pt x="437913" y="247145"/>
                    <a:pt x="427888" y="235963"/>
                    <a:pt x="420518" y="221742"/>
                  </a:cubicBezTo>
                  <a:cubicBezTo>
                    <a:pt x="413416" y="207521"/>
                    <a:pt x="409855" y="190881"/>
                    <a:pt x="409855" y="171831"/>
                  </a:cubicBezTo>
                  <a:cubicBezTo>
                    <a:pt x="409855" y="152781"/>
                    <a:pt x="413416" y="136141"/>
                    <a:pt x="420518" y="121920"/>
                  </a:cubicBezTo>
                  <a:cubicBezTo>
                    <a:pt x="427888" y="107699"/>
                    <a:pt x="437913" y="96650"/>
                    <a:pt x="450604" y="88773"/>
                  </a:cubicBezTo>
                  <a:cubicBezTo>
                    <a:pt x="463553" y="80648"/>
                    <a:pt x="478539" y="76581"/>
                    <a:pt x="495543" y="76581"/>
                  </a:cubicBezTo>
                  <a:cubicBezTo>
                    <a:pt x="513318" y="76581"/>
                    <a:pt x="528295" y="81029"/>
                    <a:pt x="540481" y="89916"/>
                  </a:cubicBezTo>
                  <a:cubicBezTo>
                    <a:pt x="552925" y="98555"/>
                    <a:pt x="561304" y="110747"/>
                    <a:pt x="565617" y="126492"/>
                  </a:cubicBezTo>
                  <a:lnTo>
                    <a:pt x="561047" y="122301"/>
                  </a:lnTo>
                  <a:lnTo>
                    <a:pt x="561047" y="81153"/>
                  </a:lnTo>
                  <a:lnTo>
                    <a:pt x="591894" y="81153"/>
                  </a:lnTo>
                  <a:lnTo>
                    <a:pt x="591894" y="271272"/>
                  </a:lnTo>
                  <a:cubicBezTo>
                    <a:pt x="591894" y="299971"/>
                    <a:pt x="584535" y="321564"/>
                    <a:pt x="569806" y="336042"/>
                  </a:cubicBezTo>
                  <a:cubicBezTo>
                    <a:pt x="555334" y="350520"/>
                    <a:pt x="533883" y="357759"/>
                    <a:pt x="505445" y="357759"/>
                  </a:cubicBezTo>
                  <a:close/>
                  <a:moveTo>
                    <a:pt x="501636" y="241173"/>
                  </a:moveTo>
                  <a:cubicBezTo>
                    <a:pt x="520173" y="241173"/>
                    <a:pt x="534645" y="235077"/>
                    <a:pt x="545051" y="222885"/>
                  </a:cubicBezTo>
                  <a:cubicBezTo>
                    <a:pt x="555715" y="210436"/>
                    <a:pt x="561047" y="193424"/>
                    <a:pt x="561047" y="171831"/>
                  </a:cubicBezTo>
                  <a:cubicBezTo>
                    <a:pt x="561047" y="150238"/>
                    <a:pt x="555715" y="133350"/>
                    <a:pt x="545051" y="121158"/>
                  </a:cubicBezTo>
                  <a:cubicBezTo>
                    <a:pt x="534645" y="108709"/>
                    <a:pt x="520173" y="102489"/>
                    <a:pt x="501636" y="102489"/>
                  </a:cubicBezTo>
                  <a:cubicBezTo>
                    <a:pt x="482851" y="102489"/>
                    <a:pt x="467999" y="108709"/>
                    <a:pt x="457079" y="121158"/>
                  </a:cubicBezTo>
                  <a:cubicBezTo>
                    <a:pt x="446415" y="133350"/>
                    <a:pt x="441083" y="150238"/>
                    <a:pt x="441083" y="171831"/>
                  </a:cubicBezTo>
                  <a:cubicBezTo>
                    <a:pt x="441083" y="193672"/>
                    <a:pt x="446415" y="210693"/>
                    <a:pt x="457079" y="222885"/>
                  </a:cubicBezTo>
                  <a:cubicBezTo>
                    <a:pt x="467999" y="235077"/>
                    <a:pt x="482851" y="241173"/>
                    <a:pt x="501636" y="241173"/>
                  </a:cubicBezTo>
                  <a:close/>
                  <a:moveTo>
                    <a:pt x="651124" y="272796"/>
                  </a:moveTo>
                  <a:lnTo>
                    <a:pt x="651124" y="81153"/>
                  </a:lnTo>
                  <a:lnTo>
                    <a:pt x="681971" y="81153"/>
                  </a:lnTo>
                  <a:lnTo>
                    <a:pt x="681971" y="272796"/>
                  </a:lnTo>
                  <a:lnTo>
                    <a:pt x="651124" y="272796"/>
                  </a:lnTo>
                  <a:close/>
                  <a:moveTo>
                    <a:pt x="648077" y="0"/>
                  </a:moveTo>
                  <a:lnTo>
                    <a:pt x="685780" y="0"/>
                  </a:lnTo>
                  <a:lnTo>
                    <a:pt x="685780" y="35052"/>
                  </a:lnTo>
                  <a:lnTo>
                    <a:pt x="648077" y="35052"/>
                  </a:lnTo>
                  <a:lnTo>
                    <a:pt x="648077" y="0"/>
                  </a:lnTo>
                  <a:close/>
                  <a:moveTo>
                    <a:pt x="806609" y="275463"/>
                  </a:moveTo>
                  <a:cubicBezTo>
                    <a:pt x="774371" y="275463"/>
                    <a:pt x="748856" y="267205"/>
                    <a:pt x="730061" y="250698"/>
                  </a:cubicBezTo>
                  <a:lnTo>
                    <a:pt x="740344" y="227838"/>
                  </a:lnTo>
                  <a:cubicBezTo>
                    <a:pt x="750502" y="235715"/>
                    <a:pt x="760909" y="241554"/>
                    <a:pt x="771572" y="245364"/>
                  </a:cubicBezTo>
                  <a:cubicBezTo>
                    <a:pt x="782493" y="248917"/>
                    <a:pt x="794556" y="250698"/>
                    <a:pt x="807751" y="250698"/>
                  </a:cubicBezTo>
                  <a:cubicBezTo>
                    <a:pt x="822223" y="250698"/>
                    <a:pt x="833144" y="248288"/>
                    <a:pt x="840503" y="243459"/>
                  </a:cubicBezTo>
                  <a:cubicBezTo>
                    <a:pt x="848120" y="238382"/>
                    <a:pt x="851929" y="231143"/>
                    <a:pt x="851929" y="221742"/>
                  </a:cubicBezTo>
                  <a:cubicBezTo>
                    <a:pt x="851929" y="214122"/>
                    <a:pt x="849396" y="208150"/>
                    <a:pt x="844312" y="203835"/>
                  </a:cubicBezTo>
                  <a:cubicBezTo>
                    <a:pt x="839237" y="199263"/>
                    <a:pt x="830859" y="195577"/>
                    <a:pt x="819177" y="192786"/>
                  </a:cubicBezTo>
                  <a:lnTo>
                    <a:pt x="786806" y="185166"/>
                  </a:lnTo>
                  <a:cubicBezTo>
                    <a:pt x="770811" y="181613"/>
                    <a:pt x="758376" y="175260"/>
                    <a:pt x="749484" y="166116"/>
                  </a:cubicBezTo>
                  <a:cubicBezTo>
                    <a:pt x="740858" y="156972"/>
                    <a:pt x="736535" y="146047"/>
                    <a:pt x="736535" y="133350"/>
                  </a:cubicBezTo>
                  <a:cubicBezTo>
                    <a:pt x="736535" y="122177"/>
                    <a:pt x="739582" y="112395"/>
                    <a:pt x="745675" y="104013"/>
                  </a:cubicBezTo>
                  <a:cubicBezTo>
                    <a:pt x="751769" y="95374"/>
                    <a:pt x="760280" y="88649"/>
                    <a:pt x="771191" y="83820"/>
                  </a:cubicBezTo>
                  <a:cubicBezTo>
                    <a:pt x="782112" y="78991"/>
                    <a:pt x="795060" y="76581"/>
                    <a:pt x="810037" y="76581"/>
                  </a:cubicBezTo>
                  <a:cubicBezTo>
                    <a:pt x="823499" y="76581"/>
                    <a:pt x="836190" y="78743"/>
                    <a:pt x="848120" y="83058"/>
                  </a:cubicBezTo>
                  <a:cubicBezTo>
                    <a:pt x="860059" y="87373"/>
                    <a:pt x="870085" y="93602"/>
                    <a:pt x="878206" y="101727"/>
                  </a:cubicBezTo>
                  <a:lnTo>
                    <a:pt x="867924" y="124206"/>
                  </a:lnTo>
                  <a:cubicBezTo>
                    <a:pt x="858784" y="116586"/>
                    <a:pt x="849396" y="110995"/>
                    <a:pt x="839742" y="107442"/>
                  </a:cubicBezTo>
                  <a:cubicBezTo>
                    <a:pt x="830354" y="103632"/>
                    <a:pt x="820452" y="101727"/>
                    <a:pt x="810037" y="101727"/>
                  </a:cubicBezTo>
                  <a:cubicBezTo>
                    <a:pt x="796327" y="101727"/>
                    <a:pt x="785663" y="104394"/>
                    <a:pt x="778046" y="109728"/>
                  </a:cubicBezTo>
                  <a:cubicBezTo>
                    <a:pt x="770687" y="115062"/>
                    <a:pt x="767002" y="122301"/>
                    <a:pt x="767002" y="131445"/>
                  </a:cubicBezTo>
                  <a:cubicBezTo>
                    <a:pt x="767002" y="139322"/>
                    <a:pt x="769287" y="145542"/>
                    <a:pt x="773857" y="150114"/>
                  </a:cubicBezTo>
                  <a:cubicBezTo>
                    <a:pt x="778684" y="154686"/>
                    <a:pt x="786301" y="158239"/>
                    <a:pt x="796708" y="160782"/>
                  </a:cubicBezTo>
                  <a:lnTo>
                    <a:pt x="829078" y="168783"/>
                  </a:lnTo>
                  <a:cubicBezTo>
                    <a:pt x="847111" y="172593"/>
                    <a:pt x="860307" y="178946"/>
                    <a:pt x="868685" y="187833"/>
                  </a:cubicBezTo>
                  <a:cubicBezTo>
                    <a:pt x="877321" y="196472"/>
                    <a:pt x="881634" y="207521"/>
                    <a:pt x="881634" y="220980"/>
                  </a:cubicBezTo>
                  <a:cubicBezTo>
                    <a:pt x="881634" y="237487"/>
                    <a:pt x="874912" y="250698"/>
                    <a:pt x="861449" y="260604"/>
                  </a:cubicBezTo>
                  <a:cubicBezTo>
                    <a:pt x="847996" y="270510"/>
                    <a:pt x="829716" y="275463"/>
                    <a:pt x="806609" y="275463"/>
                  </a:cubicBezTo>
                  <a:close/>
                  <a:moveTo>
                    <a:pt x="901904" y="105537"/>
                  </a:moveTo>
                  <a:lnTo>
                    <a:pt x="901904" y="81153"/>
                  </a:lnTo>
                  <a:lnTo>
                    <a:pt x="1024913" y="81153"/>
                  </a:lnTo>
                  <a:lnTo>
                    <a:pt x="1024913" y="105537"/>
                  </a:lnTo>
                  <a:lnTo>
                    <a:pt x="901904" y="105537"/>
                  </a:lnTo>
                  <a:close/>
                  <a:moveTo>
                    <a:pt x="1024152" y="245364"/>
                  </a:moveTo>
                  <a:lnTo>
                    <a:pt x="1024152" y="271653"/>
                  </a:lnTo>
                  <a:cubicBezTo>
                    <a:pt x="1019829" y="272920"/>
                    <a:pt x="1015516" y="273815"/>
                    <a:pt x="1011203" y="274320"/>
                  </a:cubicBezTo>
                  <a:cubicBezTo>
                    <a:pt x="1007138" y="275082"/>
                    <a:pt x="1002568" y="275463"/>
                    <a:pt x="997493" y="275463"/>
                  </a:cubicBezTo>
                  <a:cubicBezTo>
                    <a:pt x="979718" y="275463"/>
                    <a:pt x="965503" y="270386"/>
                    <a:pt x="954840" y="260223"/>
                  </a:cubicBezTo>
                  <a:cubicBezTo>
                    <a:pt x="944424" y="250060"/>
                    <a:pt x="939226" y="234820"/>
                    <a:pt x="939226" y="214503"/>
                  </a:cubicBezTo>
                  <a:lnTo>
                    <a:pt x="939226" y="32004"/>
                  </a:lnTo>
                  <a:lnTo>
                    <a:pt x="970073" y="20955"/>
                  </a:lnTo>
                  <a:lnTo>
                    <a:pt x="970073" y="210312"/>
                  </a:lnTo>
                  <a:cubicBezTo>
                    <a:pt x="970073" y="220475"/>
                    <a:pt x="971463" y="228343"/>
                    <a:pt x="974262" y="233934"/>
                  </a:cubicBezTo>
                  <a:cubicBezTo>
                    <a:pt x="977309" y="239525"/>
                    <a:pt x="981365" y="243459"/>
                    <a:pt x="986449" y="245745"/>
                  </a:cubicBezTo>
                  <a:cubicBezTo>
                    <a:pt x="991524" y="247774"/>
                    <a:pt x="997236" y="248793"/>
                    <a:pt x="1003587" y="248793"/>
                  </a:cubicBezTo>
                  <a:cubicBezTo>
                    <a:pt x="1007395" y="248793"/>
                    <a:pt x="1010822" y="248536"/>
                    <a:pt x="1013869" y="248031"/>
                  </a:cubicBezTo>
                  <a:cubicBezTo>
                    <a:pt x="1016916" y="247526"/>
                    <a:pt x="1020343" y="246631"/>
                    <a:pt x="1024152" y="245364"/>
                  </a:cubicBezTo>
                  <a:close/>
                  <a:moveTo>
                    <a:pt x="1062083" y="272796"/>
                  </a:moveTo>
                  <a:lnTo>
                    <a:pt x="1062083" y="81153"/>
                  </a:lnTo>
                  <a:lnTo>
                    <a:pt x="1092931" y="81153"/>
                  </a:lnTo>
                  <a:lnTo>
                    <a:pt x="1092931" y="272796"/>
                  </a:lnTo>
                  <a:lnTo>
                    <a:pt x="1062083" y="272796"/>
                  </a:lnTo>
                  <a:close/>
                  <a:moveTo>
                    <a:pt x="1059036" y="0"/>
                  </a:moveTo>
                  <a:lnTo>
                    <a:pt x="1096739" y="0"/>
                  </a:lnTo>
                  <a:lnTo>
                    <a:pt x="1096739" y="35052"/>
                  </a:lnTo>
                  <a:lnTo>
                    <a:pt x="1059036" y="35052"/>
                  </a:lnTo>
                  <a:lnTo>
                    <a:pt x="1059036" y="0"/>
                  </a:lnTo>
                  <a:close/>
                  <a:moveTo>
                    <a:pt x="1233183" y="275463"/>
                  </a:moveTo>
                  <a:cubicBezTo>
                    <a:pt x="1214398" y="275463"/>
                    <a:pt x="1198146" y="271396"/>
                    <a:pt x="1184436" y="263271"/>
                  </a:cubicBezTo>
                  <a:cubicBezTo>
                    <a:pt x="1170726" y="255146"/>
                    <a:pt x="1160062" y="243716"/>
                    <a:pt x="1152446" y="228981"/>
                  </a:cubicBezTo>
                  <a:cubicBezTo>
                    <a:pt x="1145086" y="214246"/>
                    <a:pt x="1141401" y="196853"/>
                    <a:pt x="1141401" y="176784"/>
                  </a:cubicBezTo>
                  <a:cubicBezTo>
                    <a:pt x="1141401" y="156972"/>
                    <a:pt x="1145210" y="139570"/>
                    <a:pt x="1152827" y="124587"/>
                  </a:cubicBezTo>
                  <a:cubicBezTo>
                    <a:pt x="1160443" y="109347"/>
                    <a:pt x="1171240" y="97536"/>
                    <a:pt x="1185197" y="89154"/>
                  </a:cubicBezTo>
                  <a:cubicBezTo>
                    <a:pt x="1199165" y="80772"/>
                    <a:pt x="1215664" y="76581"/>
                    <a:pt x="1234706" y="76581"/>
                  </a:cubicBezTo>
                  <a:cubicBezTo>
                    <a:pt x="1247654" y="76581"/>
                    <a:pt x="1260098" y="78867"/>
                    <a:pt x="1272028" y="83439"/>
                  </a:cubicBezTo>
                  <a:cubicBezTo>
                    <a:pt x="1284215" y="87754"/>
                    <a:pt x="1294250" y="93850"/>
                    <a:pt x="1302114" y="101727"/>
                  </a:cubicBezTo>
                  <a:lnTo>
                    <a:pt x="1291831" y="124587"/>
                  </a:lnTo>
                  <a:cubicBezTo>
                    <a:pt x="1282444" y="117224"/>
                    <a:pt x="1273170" y="111757"/>
                    <a:pt x="1264030" y="108204"/>
                  </a:cubicBezTo>
                  <a:cubicBezTo>
                    <a:pt x="1255148" y="104394"/>
                    <a:pt x="1245884" y="102489"/>
                    <a:pt x="1236230" y="102489"/>
                  </a:cubicBezTo>
                  <a:cubicBezTo>
                    <a:pt x="1216940" y="102489"/>
                    <a:pt x="1201573" y="108966"/>
                    <a:pt x="1190148" y="121920"/>
                  </a:cubicBezTo>
                  <a:cubicBezTo>
                    <a:pt x="1178980" y="134874"/>
                    <a:pt x="1173392" y="153162"/>
                    <a:pt x="1173392" y="176784"/>
                  </a:cubicBezTo>
                  <a:cubicBezTo>
                    <a:pt x="1173392" y="200149"/>
                    <a:pt x="1178980" y="218189"/>
                    <a:pt x="1190148" y="230886"/>
                  </a:cubicBezTo>
                  <a:cubicBezTo>
                    <a:pt x="1201326" y="243583"/>
                    <a:pt x="1216683" y="249936"/>
                    <a:pt x="1236230" y="249936"/>
                  </a:cubicBezTo>
                  <a:cubicBezTo>
                    <a:pt x="1245627" y="249936"/>
                    <a:pt x="1254890" y="248155"/>
                    <a:pt x="1264030" y="244602"/>
                  </a:cubicBezTo>
                  <a:cubicBezTo>
                    <a:pt x="1273170" y="240792"/>
                    <a:pt x="1282444" y="235201"/>
                    <a:pt x="1291831" y="227838"/>
                  </a:cubicBezTo>
                  <a:lnTo>
                    <a:pt x="1302114" y="250698"/>
                  </a:lnTo>
                  <a:cubicBezTo>
                    <a:pt x="1293993" y="258318"/>
                    <a:pt x="1283710" y="264414"/>
                    <a:pt x="1271266" y="268986"/>
                  </a:cubicBezTo>
                  <a:cubicBezTo>
                    <a:pt x="1259080" y="273301"/>
                    <a:pt x="1246388" y="275463"/>
                    <a:pt x="1233183" y="275463"/>
                  </a:cubicBezTo>
                  <a:close/>
                  <a:moveTo>
                    <a:pt x="1406130" y="275463"/>
                  </a:moveTo>
                  <a:cubicBezTo>
                    <a:pt x="1373882" y="275463"/>
                    <a:pt x="1348366" y="267205"/>
                    <a:pt x="1329582" y="250698"/>
                  </a:cubicBezTo>
                  <a:lnTo>
                    <a:pt x="1339864" y="227838"/>
                  </a:lnTo>
                  <a:cubicBezTo>
                    <a:pt x="1350023" y="235715"/>
                    <a:pt x="1360429" y="241554"/>
                    <a:pt x="1371093" y="245364"/>
                  </a:cubicBezTo>
                  <a:cubicBezTo>
                    <a:pt x="1382013" y="248917"/>
                    <a:pt x="1394066" y="250698"/>
                    <a:pt x="1407272" y="250698"/>
                  </a:cubicBezTo>
                  <a:cubicBezTo>
                    <a:pt x="1421744" y="250698"/>
                    <a:pt x="1432664" y="248288"/>
                    <a:pt x="1440024" y="243459"/>
                  </a:cubicBezTo>
                  <a:cubicBezTo>
                    <a:pt x="1447641" y="238382"/>
                    <a:pt x="1451449" y="231143"/>
                    <a:pt x="1451449" y="221742"/>
                  </a:cubicBezTo>
                  <a:cubicBezTo>
                    <a:pt x="1451449" y="214122"/>
                    <a:pt x="1448907" y="208150"/>
                    <a:pt x="1443832" y="203835"/>
                  </a:cubicBezTo>
                  <a:cubicBezTo>
                    <a:pt x="1438757" y="199263"/>
                    <a:pt x="1430379" y="195577"/>
                    <a:pt x="1418697" y="192786"/>
                  </a:cubicBezTo>
                  <a:lnTo>
                    <a:pt x="1386326" y="185166"/>
                  </a:lnTo>
                  <a:cubicBezTo>
                    <a:pt x="1370331" y="181613"/>
                    <a:pt x="1357887" y="175260"/>
                    <a:pt x="1349004" y="166116"/>
                  </a:cubicBezTo>
                  <a:cubicBezTo>
                    <a:pt x="1340369" y="156972"/>
                    <a:pt x="1336056" y="146047"/>
                    <a:pt x="1336056" y="133350"/>
                  </a:cubicBezTo>
                  <a:cubicBezTo>
                    <a:pt x="1336056" y="122177"/>
                    <a:pt x="1339103" y="112395"/>
                    <a:pt x="1345196" y="104013"/>
                  </a:cubicBezTo>
                  <a:cubicBezTo>
                    <a:pt x="1351289" y="95374"/>
                    <a:pt x="1359792" y="88649"/>
                    <a:pt x="1370712" y="83820"/>
                  </a:cubicBezTo>
                  <a:cubicBezTo>
                    <a:pt x="1381632" y="78991"/>
                    <a:pt x="1394581" y="76581"/>
                    <a:pt x="1409557" y="76581"/>
                  </a:cubicBezTo>
                  <a:cubicBezTo>
                    <a:pt x="1423010" y="76581"/>
                    <a:pt x="1435711" y="78743"/>
                    <a:pt x="1447641" y="83058"/>
                  </a:cubicBezTo>
                  <a:cubicBezTo>
                    <a:pt x="1459570" y="87373"/>
                    <a:pt x="1469605" y="93602"/>
                    <a:pt x="1477727" y="101727"/>
                  </a:cubicBezTo>
                  <a:lnTo>
                    <a:pt x="1467444" y="124206"/>
                  </a:lnTo>
                  <a:cubicBezTo>
                    <a:pt x="1458304" y="116586"/>
                    <a:pt x="1448907" y="110995"/>
                    <a:pt x="1439262" y="107442"/>
                  </a:cubicBezTo>
                  <a:cubicBezTo>
                    <a:pt x="1429865" y="103632"/>
                    <a:pt x="1419963" y="101727"/>
                    <a:pt x="1409557" y="101727"/>
                  </a:cubicBezTo>
                  <a:cubicBezTo>
                    <a:pt x="1395847" y="101727"/>
                    <a:pt x="1385184" y="104394"/>
                    <a:pt x="1377567" y="109728"/>
                  </a:cubicBezTo>
                  <a:cubicBezTo>
                    <a:pt x="1370207" y="115062"/>
                    <a:pt x="1366523" y="122301"/>
                    <a:pt x="1366523" y="131445"/>
                  </a:cubicBezTo>
                  <a:cubicBezTo>
                    <a:pt x="1366523" y="139322"/>
                    <a:pt x="1368808" y="145542"/>
                    <a:pt x="1373378" y="150114"/>
                  </a:cubicBezTo>
                  <a:cubicBezTo>
                    <a:pt x="1378205" y="154686"/>
                    <a:pt x="1385821" y="158239"/>
                    <a:pt x="1396228" y="160782"/>
                  </a:cubicBezTo>
                  <a:lnTo>
                    <a:pt x="1428599" y="168783"/>
                  </a:lnTo>
                  <a:cubicBezTo>
                    <a:pt x="1446622" y="172593"/>
                    <a:pt x="1459827" y="178946"/>
                    <a:pt x="1468206" y="187833"/>
                  </a:cubicBezTo>
                  <a:cubicBezTo>
                    <a:pt x="1476841" y="196472"/>
                    <a:pt x="1481154" y="207521"/>
                    <a:pt x="1481154" y="220980"/>
                  </a:cubicBezTo>
                  <a:cubicBezTo>
                    <a:pt x="1481154" y="237487"/>
                    <a:pt x="1474423" y="250698"/>
                    <a:pt x="1460970" y="260604"/>
                  </a:cubicBezTo>
                  <a:cubicBezTo>
                    <a:pt x="1447517" y="270510"/>
                    <a:pt x="1429237" y="275463"/>
                    <a:pt x="1406130" y="2754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25"/>
            <p:cNvSpPr/>
            <p:nvPr/>
          </p:nvSpPr>
          <p:spPr>
            <a:xfrm>
              <a:off x="5142141" y="6021492"/>
              <a:ext cx="1459056" cy="284607"/>
            </a:xfrm>
            <a:custGeom>
              <a:rect b="b" l="l" r="r" t="t"/>
              <a:pathLst>
                <a:path extrusionOk="0" h="284607" w="1459056">
                  <a:moveTo>
                    <a:pt x="0" y="281940"/>
                  </a:moveTo>
                  <a:lnTo>
                    <a:pt x="0" y="10668"/>
                  </a:lnTo>
                  <a:lnTo>
                    <a:pt x="108157" y="10668"/>
                  </a:lnTo>
                  <a:cubicBezTo>
                    <a:pt x="136082" y="10668"/>
                    <a:pt x="157790" y="17402"/>
                    <a:pt x="173280" y="30861"/>
                  </a:cubicBezTo>
                  <a:cubicBezTo>
                    <a:pt x="189018" y="44320"/>
                    <a:pt x="196892" y="62865"/>
                    <a:pt x="196892" y="86487"/>
                  </a:cubicBezTo>
                  <a:cubicBezTo>
                    <a:pt x="196892" y="109852"/>
                    <a:pt x="189018" y="128397"/>
                    <a:pt x="173280" y="142113"/>
                  </a:cubicBezTo>
                  <a:cubicBezTo>
                    <a:pt x="157542" y="155829"/>
                    <a:pt x="135834" y="162687"/>
                    <a:pt x="108157" y="162687"/>
                  </a:cubicBezTo>
                  <a:lnTo>
                    <a:pt x="31228" y="162687"/>
                  </a:lnTo>
                  <a:lnTo>
                    <a:pt x="31228" y="281940"/>
                  </a:lnTo>
                  <a:lnTo>
                    <a:pt x="0" y="281940"/>
                  </a:lnTo>
                  <a:close/>
                  <a:moveTo>
                    <a:pt x="31228" y="136779"/>
                  </a:moveTo>
                  <a:lnTo>
                    <a:pt x="105491" y="136779"/>
                  </a:lnTo>
                  <a:cubicBezTo>
                    <a:pt x="125552" y="136779"/>
                    <a:pt x="140652" y="132464"/>
                    <a:pt x="150811" y="123825"/>
                  </a:cubicBezTo>
                  <a:cubicBezTo>
                    <a:pt x="160970" y="114938"/>
                    <a:pt x="166045" y="102489"/>
                    <a:pt x="166045" y="86487"/>
                  </a:cubicBezTo>
                  <a:cubicBezTo>
                    <a:pt x="166045" y="70485"/>
                    <a:pt x="160970" y="58169"/>
                    <a:pt x="150811" y="49530"/>
                  </a:cubicBezTo>
                  <a:cubicBezTo>
                    <a:pt x="140652" y="40891"/>
                    <a:pt x="125552" y="36576"/>
                    <a:pt x="105491" y="36576"/>
                  </a:cubicBezTo>
                  <a:lnTo>
                    <a:pt x="31228" y="36576"/>
                  </a:lnTo>
                  <a:lnTo>
                    <a:pt x="31228" y="136779"/>
                  </a:lnTo>
                  <a:close/>
                  <a:moveTo>
                    <a:pt x="244258" y="281940"/>
                  </a:moveTo>
                  <a:lnTo>
                    <a:pt x="244258" y="1524"/>
                  </a:lnTo>
                  <a:lnTo>
                    <a:pt x="275106" y="1524"/>
                  </a:lnTo>
                  <a:lnTo>
                    <a:pt x="275106" y="281940"/>
                  </a:lnTo>
                  <a:lnTo>
                    <a:pt x="244258" y="281940"/>
                  </a:lnTo>
                  <a:close/>
                  <a:moveTo>
                    <a:pt x="408503" y="284607"/>
                  </a:moveTo>
                  <a:cubicBezTo>
                    <a:pt x="391489" y="284607"/>
                    <a:pt x="376513" y="280673"/>
                    <a:pt x="363564" y="272796"/>
                  </a:cubicBezTo>
                  <a:cubicBezTo>
                    <a:pt x="350873" y="264671"/>
                    <a:pt x="340972" y="253241"/>
                    <a:pt x="333859" y="238506"/>
                  </a:cubicBezTo>
                  <a:cubicBezTo>
                    <a:pt x="327005" y="223523"/>
                    <a:pt x="323577" y="205997"/>
                    <a:pt x="323577" y="185928"/>
                  </a:cubicBezTo>
                  <a:cubicBezTo>
                    <a:pt x="323577" y="165859"/>
                    <a:pt x="327128" y="148333"/>
                    <a:pt x="334240" y="133350"/>
                  </a:cubicBezTo>
                  <a:cubicBezTo>
                    <a:pt x="341352" y="118367"/>
                    <a:pt x="351254" y="106680"/>
                    <a:pt x="363945" y="98298"/>
                  </a:cubicBezTo>
                  <a:cubicBezTo>
                    <a:pt x="376894" y="89916"/>
                    <a:pt x="391746" y="85725"/>
                    <a:pt x="408503" y="85725"/>
                  </a:cubicBezTo>
                  <a:cubicBezTo>
                    <a:pt x="426021" y="85725"/>
                    <a:pt x="440874" y="90040"/>
                    <a:pt x="453061" y="98679"/>
                  </a:cubicBezTo>
                  <a:cubicBezTo>
                    <a:pt x="465247" y="107318"/>
                    <a:pt x="473502" y="119634"/>
                    <a:pt x="477815" y="135636"/>
                  </a:cubicBezTo>
                  <a:lnTo>
                    <a:pt x="473245" y="138684"/>
                  </a:lnTo>
                  <a:lnTo>
                    <a:pt x="473245" y="90297"/>
                  </a:lnTo>
                  <a:lnTo>
                    <a:pt x="503712" y="90297"/>
                  </a:lnTo>
                  <a:lnTo>
                    <a:pt x="503712" y="281940"/>
                  </a:lnTo>
                  <a:lnTo>
                    <a:pt x="473245" y="281940"/>
                  </a:lnTo>
                  <a:lnTo>
                    <a:pt x="473245" y="232410"/>
                  </a:lnTo>
                  <a:lnTo>
                    <a:pt x="477815" y="234696"/>
                  </a:lnTo>
                  <a:cubicBezTo>
                    <a:pt x="473502" y="250698"/>
                    <a:pt x="465247" y="263014"/>
                    <a:pt x="453061" y="271653"/>
                  </a:cubicBezTo>
                  <a:cubicBezTo>
                    <a:pt x="440874" y="280292"/>
                    <a:pt x="426021" y="284607"/>
                    <a:pt x="408503" y="284607"/>
                  </a:cubicBezTo>
                  <a:close/>
                  <a:moveTo>
                    <a:pt x="414596" y="259080"/>
                  </a:moveTo>
                  <a:cubicBezTo>
                    <a:pt x="433381" y="259080"/>
                    <a:pt x="447853" y="252727"/>
                    <a:pt x="458011" y="240030"/>
                  </a:cubicBezTo>
                  <a:cubicBezTo>
                    <a:pt x="468170" y="227076"/>
                    <a:pt x="473245" y="208788"/>
                    <a:pt x="473245" y="185166"/>
                  </a:cubicBezTo>
                  <a:cubicBezTo>
                    <a:pt x="473245" y="161544"/>
                    <a:pt x="468037" y="143380"/>
                    <a:pt x="457631" y="130683"/>
                  </a:cubicBezTo>
                  <a:cubicBezTo>
                    <a:pt x="447472" y="117986"/>
                    <a:pt x="433134" y="111633"/>
                    <a:pt x="414596" y="111633"/>
                  </a:cubicBezTo>
                  <a:cubicBezTo>
                    <a:pt x="395812" y="111633"/>
                    <a:pt x="381083" y="118234"/>
                    <a:pt x="370420" y="131445"/>
                  </a:cubicBezTo>
                  <a:cubicBezTo>
                    <a:pt x="360013" y="144399"/>
                    <a:pt x="354805" y="162563"/>
                    <a:pt x="354805" y="185928"/>
                  </a:cubicBezTo>
                  <a:cubicBezTo>
                    <a:pt x="354805" y="209293"/>
                    <a:pt x="360013" y="227333"/>
                    <a:pt x="370420" y="240030"/>
                  </a:cubicBezTo>
                  <a:cubicBezTo>
                    <a:pt x="381083" y="252727"/>
                    <a:pt x="395812" y="259080"/>
                    <a:pt x="414596" y="259080"/>
                  </a:cubicBezTo>
                  <a:close/>
                  <a:moveTo>
                    <a:pt x="536311" y="114681"/>
                  </a:moveTo>
                  <a:lnTo>
                    <a:pt x="536311" y="90297"/>
                  </a:lnTo>
                  <a:lnTo>
                    <a:pt x="659321" y="90297"/>
                  </a:lnTo>
                  <a:lnTo>
                    <a:pt x="659321" y="114681"/>
                  </a:lnTo>
                  <a:lnTo>
                    <a:pt x="536311" y="114681"/>
                  </a:lnTo>
                  <a:close/>
                  <a:moveTo>
                    <a:pt x="658560" y="254508"/>
                  </a:moveTo>
                  <a:lnTo>
                    <a:pt x="658560" y="280797"/>
                  </a:lnTo>
                  <a:cubicBezTo>
                    <a:pt x="654247" y="282064"/>
                    <a:pt x="649934" y="282959"/>
                    <a:pt x="645611" y="283464"/>
                  </a:cubicBezTo>
                  <a:cubicBezTo>
                    <a:pt x="641555" y="284226"/>
                    <a:pt x="636985" y="284607"/>
                    <a:pt x="631901" y="284607"/>
                  </a:cubicBezTo>
                  <a:cubicBezTo>
                    <a:pt x="614135" y="284607"/>
                    <a:pt x="599911" y="279530"/>
                    <a:pt x="589247" y="269367"/>
                  </a:cubicBezTo>
                  <a:cubicBezTo>
                    <a:pt x="578841" y="259204"/>
                    <a:pt x="573633" y="243964"/>
                    <a:pt x="573633" y="223647"/>
                  </a:cubicBezTo>
                  <a:lnTo>
                    <a:pt x="573633" y="41148"/>
                  </a:lnTo>
                  <a:lnTo>
                    <a:pt x="604481" y="30099"/>
                  </a:lnTo>
                  <a:lnTo>
                    <a:pt x="604481" y="219456"/>
                  </a:lnTo>
                  <a:cubicBezTo>
                    <a:pt x="604481" y="229619"/>
                    <a:pt x="605880" y="237487"/>
                    <a:pt x="608670" y="243078"/>
                  </a:cubicBezTo>
                  <a:cubicBezTo>
                    <a:pt x="611717" y="248669"/>
                    <a:pt x="615782" y="252603"/>
                    <a:pt x="620857" y="254889"/>
                  </a:cubicBezTo>
                  <a:cubicBezTo>
                    <a:pt x="625941" y="256918"/>
                    <a:pt x="631654" y="257937"/>
                    <a:pt x="637995" y="257937"/>
                  </a:cubicBezTo>
                  <a:cubicBezTo>
                    <a:pt x="641803" y="257937"/>
                    <a:pt x="645230" y="257680"/>
                    <a:pt x="648277" y="257175"/>
                  </a:cubicBezTo>
                  <a:cubicBezTo>
                    <a:pt x="651324" y="256670"/>
                    <a:pt x="654751" y="255775"/>
                    <a:pt x="658560" y="254508"/>
                  </a:cubicBezTo>
                  <a:close/>
                  <a:moveTo>
                    <a:pt x="673545" y="114681"/>
                  </a:moveTo>
                  <a:lnTo>
                    <a:pt x="673545" y="90297"/>
                  </a:lnTo>
                  <a:lnTo>
                    <a:pt x="788558" y="90297"/>
                  </a:lnTo>
                  <a:lnTo>
                    <a:pt x="788558" y="114681"/>
                  </a:lnTo>
                  <a:lnTo>
                    <a:pt x="673545" y="114681"/>
                  </a:lnTo>
                  <a:close/>
                  <a:moveTo>
                    <a:pt x="793889" y="29718"/>
                  </a:moveTo>
                  <a:cubicBezTo>
                    <a:pt x="786787" y="27689"/>
                    <a:pt x="780179" y="26670"/>
                    <a:pt x="774086" y="26670"/>
                  </a:cubicBezTo>
                  <a:cubicBezTo>
                    <a:pt x="767993" y="26670"/>
                    <a:pt x="762414" y="27813"/>
                    <a:pt x="757329" y="30099"/>
                  </a:cubicBezTo>
                  <a:cubicBezTo>
                    <a:pt x="752511" y="32128"/>
                    <a:pt x="748703" y="35938"/>
                    <a:pt x="745904" y="41529"/>
                  </a:cubicBezTo>
                  <a:cubicBezTo>
                    <a:pt x="743114" y="47120"/>
                    <a:pt x="741715" y="54864"/>
                    <a:pt x="741715" y="64770"/>
                  </a:cubicBezTo>
                  <a:lnTo>
                    <a:pt x="741715" y="281940"/>
                  </a:lnTo>
                  <a:lnTo>
                    <a:pt x="710867" y="281940"/>
                  </a:lnTo>
                  <a:lnTo>
                    <a:pt x="710867" y="60960"/>
                  </a:lnTo>
                  <a:cubicBezTo>
                    <a:pt x="710867" y="40386"/>
                    <a:pt x="715952" y="25146"/>
                    <a:pt x="726101" y="15240"/>
                  </a:cubicBezTo>
                  <a:cubicBezTo>
                    <a:pt x="736260" y="5077"/>
                    <a:pt x="750227" y="0"/>
                    <a:pt x="767993" y="0"/>
                  </a:cubicBezTo>
                  <a:cubicBezTo>
                    <a:pt x="772315" y="0"/>
                    <a:pt x="776628" y="257"/>
                    <a:pt x="780941" y="762"/>
                  </a:cubicBezTo>
                  <a:cubicBezTo>
                    <a:pt x="785263" y="1267"/>
                    <a:pt x="789576" y="2162"/>
                    <a:pt x="793889" y="3429"/>
                  </a:cubicBezTo>
                  <a:lnTo>
                    <a:pt x="793889" y="29718"/>
                  </a:lnTo>
                  <a:close/>
                  <a:moveTo>
                    <a:pt x="906255" y="284607"/>
                  </a:moveTo>
                  <a:cubicBezTo>
                    <a:pt x="887975" y="284607"/>
                    <a:pt x="871980" y="280540"/>
                    <a:pt x="858270" y="272415"/>
                  </a:cubicBezTo>
                  <a:cubicBezTo>
                    <a:pt x="844807" y="264290"/>
                    <a:pt x="834277" y="252860"/>
                    <a:pt x="826660" y="238125"/>
                  </a:cubicBezTo>
                  <a:cubicBezTo>
                    <a:pt x="819291" y="223142"/>
                    <a:pt x="815616" y="205483"/>
                    <a:pt x="815616" y="185166"/>
                  </a:cubicBezTo>
                  <a:cubicBezTo>
                    <a:pt x="815616" y="165097"/>
                    <a:pt x="819291" y="147571"/>
                    <a:pt x="826660" y="132588"/>
                  </a:cubicBezTo>
                  <a:cubicBezTo>
                    <a:pt x="834277" y="117605"/>
                    <a:pt x="844807" y="106042"/>
                    <a:pt x="858270" y="97917"/>
                  </a:cubicBezTo>
                  <a:cubicBezTo>
                    <a:pt x="871980" y="89792"/>
                    <a:pt x="887975" y="85725"/>
                    <a:pt x="906255" y="85725"/>
                  </a:cubicBezTo>
                  <a:cubicBezTo>
                    <a:pt x="924535" y="85725"/>
                    <a:pt x="940397" y="89792"/>
                    <a:pt x="953859" y="97917"/>
                  </a:cubicBezTo>
                  <a:cubicBezTo>
                    <a:pt x="967569" y="106042"/>
                    <a:pt x="978100" y="117605"/>
                    <a:pt x="985469" y="132588"/>
                  </a:cubicBezTo>
                  <a:cubicBezTo>
                    <a:pt x="993085" y="147571"/>
                    <a:pt x="996894" y="165097"/>
                    <a:pt x="996894" y="185166"/>
                  </a:cubicBezTo>
                  <a:cubicBezTo>
                    <a:pt x="996894" y="205483"/>
                    <a:pt x="993085" y="223142"/>
                    <a:pt x="985469" y="238125"/>
                  </a:cubicBezTo>
                  <a:cubicBezTo>
                    <a:pt x="978100" y="252860"/>
                    <a:pt x="967569" y="264290"/>
                    <a:pt x="953859" y="272415"/>
                  </a:cubicBezTo>
                  <a:cubicBezTo>
                    <a:pt x="940397" y="280540"/>
                    <a:pt x="924535" y="284607"/>
                    <a:pt x="906255" y="284607"/>
                  </a:cubicBezTo>
                  <a:close/>
                  <a:moveTo>
                    <a:pt x="906255" y="259080"/>
                  </a:moveTo>
                  <a:cubicBezTo>
                    <a:pt x="925040" y="259080"/>
                    <a:pt x="939511" y="252860"/>
                    <a:pt x="949670" y="240411"/>
                  </a:cubicBezTo>
                  <a:cubicBezTo>
                    <a:pt x="960076" y="227714"/>
                    <a:pt x="965284" y="209293"/>
                    <a:pt x="965284" y="185166"/>
                  </a:cubicBezTo>
                  <a:cubicBezTo>
                    <a:pt x="965284" y="161544"/>
                    <a:pt x="960076" y="143380"/>
                    <a:pt x="949670" y="130683"/>
                  </a:cubicBezTo>
                  <a:cubicBezTo>
                    <a:pt x="939254" y="117986"/>
                    <a:pt x="924782" y="111633"/>
                    <a:pt x="906255" y="111633"/>
                  </a:cubicBezTo>
                  <a:cubicBezTo>
                    <a:pt x="887717" y="111633"/>
                    <a:pt x="873122" y="117986"/>
                    <a:pt x="862459" y="130683"/>
                  </a:cubicBezTo>
                  <a:cubicBezTo>
                    <a:pt x="852043" y="143380"/>
                    <a:pt x="846845" y="161544"/>
                    <a:pt x="846845" y="185166"/>
                  </a:cubicBezTo>
                  <a:cubicBezTo>
                    <a:pt x="846845" y="209293"/>
                    <a:pt x="851919" y="227714"/>
                    <a:pt x="862078" y="240411"/>
                  </a:cubicBezTo>
                  <a:cubicBezTo>
                    <a:pt x="872484" y="252860"/>
                    <a:pt x="887213" y="259080"/>
                    <a:pt x="906255" y="259080"/>
                  </a:cubicBezTo>
                  <a:close/>
                  <a:moveTo>
                    <a:pt x="1044974" y="281940"/>
                  </a:moveTo>
                  <a:lnTo>
                    <a:pt x="1044974" y="144018"/>
                  </a:lnTo>
                  <a:cubicBezTo>
                    <a:pt x="1044974" y="135131"/>
                    <a:pt x="1044727" y="126235"/>
                    <a:pt x="1044212" y="117348"/>
                  </a:cubicBezTo>
                  <a:cubicBezTo>
                    <a:pt x="1043965" y="108204"/>
                    <a:pt x="1043203" y="99184"/>
                    <a:pt x="1041927" y="90297"/>
                  </a:cubicBezTo>
                  <a:lnTo>
                    <a:pt x="1071252" y="90297"/>
                  </a:lnTo>
                  <a:lnTo>
                    <a:pt x="1075441" y="137541"/>
                  </a:lnTo>
                  <a:lnTo>
                    <a:pt x="1071252" y="136398"/>
                  </a:lnTo>
                  <a:cubicBezTo>
                    <a:pt x="1074812" y="119634"/>
                    <a:pt x="1082429" y="107061"/>
                    <a:pt x="1094102" y="98679"/>
                  </a:cubicBezTo>
                  <a:cubicBezTo>
                    <a:pt x="1106041" y="90040"/>
                    <a:pt x="1119371" y="85725"/>
                    <a:pt x="1134089" y="85725"/>
                  </a:cubicBezTo>
                  <a:cubicBezTo>
                    <a:pt x="1137393" y="85725"/>
                    <a:pt x="1140440" y="85982"/>
                    <a:pt x="1143230" y="86487"/>
                  </a:cubicBezTo>
                  <a:cubicBezTo>
                    <a:pt x="1146276" y="86744"/>
                    <a:pt x="1149076" y="87249"/>
                    <a:pt x="1151608" y="88011"/>
                  </a:cubicBezTo>
                  <a:lnTo>
                    <a:pt x="1150846" y="116205"/>
                  </a:lnTo>
                  <a:cubicBezTo>
                    <a:pt x="1145010" y="114176"/>
                    <a:pt x="1138279" y="113157"/>
                    <a:pt x="1130662" y="113157"/>
                  </a:cubicBezTo>
                  <a:cubicBezTo>
                    <a:pt x="1117466" y="113157"/>
                    <a:pt x="1106803" y="116081"/>
                    <a:pt x="1098672" y="121920"/>
                  </a:cubicBezTo>
                  <a:cubicBezTo>
                    <a:pt x="1090808" y="127759"/>
                    <a:pt x="1084962" y="135255"/>
                    <a:pt x="1081153" y="144399"/>
                  </a:cubicBezTo>
                  <a:cubicBezTo>
                    <a:pt x="1077602" y="153286"/>
                    <a:pt x="1075822" y="162687"/>
                    <a:pt x="1075822" y="172593"/>
                  </a:cubicBezTo>
                  <a:lnTo>
                    <a:pt x="1075822" y="281940"/>
                  </a:lnTo>
                  <a:lnTo>
                    <a:pt x="1044974" y="281940"/>
                  </a:lnTo>
                  <a:close/>
                  <a:moveTo>
                    <a:pt x="1182951" y="281940"/>
                  </a:moveTo>
                  <a:lnTo>
                    <a:pt x="1182951" y="144018"/>
                  </a:lnTo>
                  <a:cubicBezTo>
                    <a:pt x="1182951" y="135131"/>
                    <a:pt x="1182703" y="126235"/>
                    <a:pt x="1182189" y="117348"/>
                  </a:cubicBezTo>
                  <a:cubicBezTo>
                    <a:pt x="1181941" y="108204"/>
                    <a:pt x="1181180" y="99184"/>
                    <a:pt x="1179904" y="90297"/>
                  </a:cubicBezTo>
                  <a:lnTo>
                    <a:pt x="1209228" y="90297"/>
                  </a:lnTo>
                  <a:lnTo>
                    <a:pt x="1212656" y="129921"/>
                  </a:lnTo>
                  <a:lnTo>
                    <a:pt x="1208847" y="132588"/>
                  </a:lnTo>
                  <a:cubicBezTo>
                    <a:pt x="1213418" y="117605"/>
                    <a:pt x="1221291" y="106042"/>
                    <a:pt x="1232459" y="97917"/>
                  </a:cubicBezTo>
                  <a:cubicBezTo>
                    <a:pt x="1243885" y="89792"/>
                    <a:pt x="1257347" y="85725"/>
                    <a:pt x="1272828" y="85725"/>
                  </a:cubicBezTo>
                  <a:cubicBezTo>
                    <a:pt x="1291365" y="85725"/>
                    <a:pt x="1305713" y="90297"/>
                    <a:pt x="1315862" y="99441"/>
                  </a:cubicBezTo>
                  <a:cubicBezTo>
                    <a:pt x="1326278" y="108585"/>
                    <a:pt x="1332876" y="122558"/>
                    <a:pt x="1335665" y="141351"/>
                  </a:cubicBezTo>
                  <a:lnTo>
                    <a:pt x="1326526" y="136398"/>
                  </a:lnTo>
                  <a:cubicBezTo>
                    <a:pt x="1330591" y="120901"/>
                    <a:pt x="1338712" y="108585"/>
                    <a:pt x="1350899" y="99441"/>
                  </a:cubicBezTo>
                  <a:cubicBezTo>
                    <a:pt x="1363343" y="90297"/>
                    <a:pt x="1378196" y="85725"/>
                    <a:pt x="1395457" y="85725"/>
                  </a:cubicBezTo>
                  <a:cubicBezTo>
                    <a:pt x="1416536" y="85725"/>
                    <a:pt x="1432398" y="92078"/>
                    <a:pt x="1443061" y="104775"/>
                  </a:cubicBezTo>
                  <a:cubicBezTo>
                    <a:pt x="1453725" y="117224"/>
                    <a:pt x="1459056" y="136141"/>
                    <a:pt x="1459056" y="161544"/>
                  </a:cubicBezTo>
                  <a:lnTo>
                    <a:pt x="1459056" y="281940"/>
                  </a:lnTo>
                  <a:lnTo>
                    <a:pt x="1428209" y="281940"/>
                  </a:lnTo>
                  <a:lnTo>
                    <a:pt x="1428209" y="163068"/>
                  </a:lnTo>
                  <a:cubicBezTo>
                    <a:pt x="1428209" y="145285"/>
                    <a:pt x="1425038" y="132331"/>
                    <a:pt x="1418688" y="124206"/>
                  </a:cubicBezTo>
                  <a:cubicBezTo>
                    <a:pt x="1412347" y="115824"/>
                    <a:pt x="1402312" y="111633"/>
                    <a:pt x="1388602" y="111633"/>
                  </a:cubicBezTo>
                  <a:cubicBezTo>
                    <a:pt x="1372607" y="111633"/>
                    <a:pt x="1359915" y="117091"/>
                    <a:pt x="1350518" y="128016"/>
                  </a:cubicBezTo>
                  <a:cubicBezTo>
                    <a:pt x="1341378" y="138941"/>
                    <a:pt x="1336808" y="153800"/>
                    <a:pt x="1336808" y="172593"/>
                  </a:cubicBezTo>
                  <a:lnTo>
                    <a:pt x="1336808" y="281940"/>
                  </a:lnTo>
                  <a:lnTo>
                    <a:pt x="1305960" y="281940"/>
                  </a:lnTo>
                  <a:lnTo>
                    <a:pt x="1305960" y="163068"/>
                  </a:lnTo>
                  <a:cubicBezTo>
                    <a:pt x="1305960" y="145285"/>
                    <a:pt x="1302666" y="132331"/>
                    <a:pt x="1296059" y="124206"/>
                  </a:cubicBezTo>
                  <a:cubicBezTo>
                    <a:pt x="1289718" y="115824"/>
                    <a:pt x="1279683" y="111633"/>
                    <a:pt x="1265973" y="111633"/>
                  </a:cubicBezTo>
                  <a:cubicBezTo>
                    <a:pt x="1249730" y="111633"/>
                    <a:pt x="1236906" y="117091"/>
                    <a:pt x="1227508" y="128016"/>
                  </a:cubicBezTo>
                  <a:cubicBezTo>
                    <a:pt x="1218368" y="138941"/>
                    <a:pt x="1213798" y="153800"/>
                    <a:pt x="1213798" y="172593"/>
                  </a:cubicBezTo>
                  <a:lnTo>
                    <a:pt x="1213798" y="281940"/>
                  </a:lnTo>
                  <a:lnTo>
                    <a:pt x="1182951" y="2819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5"/>
            <p:cNvSpPr/>
            <p:nvPr/>
          </p:nvSpPr>
          <p:spPr>
            <a:xfrm>
              <a:off x="4527854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5"/>
            <p:cNvSpPr/>
            <p:nvPr/>
          </p:nvSpPr>
          <p:spPr>
            <a:xfrm>
              <a:off x="1919132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6" name="Google Shape;96;p25"/>
          <p:cNvPicPr preferRelativeResize="0"/>
          <p:nvPr/>
        </p:nvPicPr>
        <p:blipFill rotWithShape="1">
          <a:blip r:embed="rId3">
            <a:alphaModFix/>
          </a:blip>
          <a:srcRect b="13879" l="8643" r="36228" t="-13879"/>
          <a:stretch/>
        </p:blipFill>
        <p:spPr>
          <a:xfrm>
            <a:off x="5513831" y="1879156"/>
            <a:ext cx="6678169" cy="2713843"/>
          </a:xfrm>
          <a:prstGeom prst="rect">
            <a:avLst/>
          </a:prstGeom>
          <a:noFill/>
          <a:ln>
            <a:noFill/>
          </a:ln>
          <a:effectLst>
            <a:outerShdw blurRad="317500" rotWithShape="0" algn="t" dir="5400000" dist="127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S">
  <p:cSld name="COS">
    <p:bg>
      <p:bgPr>
        <a:solidFill>
          <a:srgbClr val="245893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7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3007268" y="-1"/>
            <a:ext cx="9184732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7"/>
          <p:cNvSpPr txBox="1"/>
          <p:nvPr>
            <p:ph type="title"/>
          </p:nvPr>
        </p:nvSpPr>
        <p:spPr>
          <a:xfrm>
            <a:off x="155786" y="1191528"/>
            <a:ext cx="5054601" cy="4887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Rokkitt"/>
              <a:buNone/>
              <a:defRPr b="1" sz="3200">
                <a:solidFill>
                  <a:schemeClr val="dk2"/>
                </a:solidFill>
                <a:latin typeface="Rokkitt"/>
                <a:ea typeface="Rokkitt"/>
                <a:cs typeface="Rokkitt"/>
                <a:sym typeface="Rokkit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00" name="Google Shape;100;p27"/>
          <p:cNvGrpSpPr/>
          <p:nvPr/>
        </p:nvGrpSpPr>
        <p:grpSpPr>
          <a:xfrm>
            <a:off x="300959" y="308426"/>
            <a:ext cx="2013104" cy="571854"/>
            <a:chOff x="338666" y="4303183"/>
            <a:chExt cx="7340599" cy="2085212"/>
          </a:xfrm>
        </p:grpSpPr>
        <p:sp>
          <p:nvSpPr>
            <p:cNvPr id="101" name="Google Shape;101;p27"/>
            <p:cNvSpPr/>
            <p:nvPr/>
          </p:nvSpPr>
          <p:spPr>
            <a:xfrm>
              <a:off x="338666" y="4817769"/>
              <a:ext cx="931067" cy="1085156"/>
            </a:xfrm>
            <a:custGeom>
              <a:rect b="b" l="l" r="r" t="t"/>
              <a:pathLst>
                <a:path extrusionOk="0" h="1085156" w="931067">
                  <a:moveTo>
                    <a:pt x="266668" y="724502"/>
                  </a:moveTo>
                  <a:lnTo>
                    <a:pt x="0" y="724502"/>
                  </a:lnTo>
                  <a:cubicBezTo>
                    <a:pt x="0" y="847803"/>
                    <a:pt x="39462" y="937691"/>
                    <a:pt x="117749" y="995117"/>
                  </a:cubicBezTo>
                  <a:cubicBezTo>
                    <a:pt x="188382" y="1054534"/>
                    <a:pt x="298318" y="1085157"/>
                    <a:pt x="451383" y="1085157"/>
                  </a:cubicBezTo>
                  <a:cubicBezTo>
                    <a:pt x="735511" y="1085157"/>
                    <a:pt x="931068" y="993278"/>
                    <a:pt x="931068" y="736551"/>
                  </a:cubicBezTo>
                  <a:cubicBezTo>
                    <a:pt x="931068" y="663885"/>
                    <a:pt x="908108" y="599124"/>
                    <a:pt x="860036" y="546727"/>
                  </a:cubicBezTo>
                  <a:cubicBezTo>
                    <a:pt x="804550" y="492016"/>
                    <a:pt x="691505" y="445600"/>
                    <a:pt x="507268" y="409227"/>
                  </a:cubicBezTo>
                  <a:cubicBezTo>
                    <a:pt x="364487" y="382909"/>
                    <a:pt x="294252" y="340558"/>
                    <a:pt x="294252" y="285925"/>
                  </a:cubicBezTo>
                  <a:cubicBezTo>
                    <a:pt x="294252" y="231452"/>
                    <a:pt x="348064" y="203059"/>
                    <a:pt x="455529" y="203059"/>
                  </a:cubicBezTo>
                  <a:cubicBezTo>
                    <a:pt x="546571" y="203059"/>
                    <a:pt x="602376" y="229378"/>
                    <a:pt x="621111" y="275875"/>
                  </a:cubicBezTo>
                  <a:cubicBezTo>
                    <a:pt x="637534" y="318386"/>
                    <a:pt x="678032" y="340558"/>
                    <a:pt x="737424" y="342631"/>
                  </a:cubicBezTo>
                  <a:lnTo>
                    <a:pt x="898542" y="342631"/>
                  </a:lnTo>
                  <a:cubicBezTo>
                    <a:pt x="892802" y="231452"/>
                    <a:pt x="852463" y="146910"/>
                    <a:pt x="777764" y="86934"/>
                  </a:cubicBezTo>
                  <a:cubicBezTo>
                    <a:pt x="701151" y="28951"/>
                    <a:pt x="592251" y="0"/>
                    <a:pt x="451543" y="0"/>
                  </a:cubicBezTo>
                  <a:cubicBezTo>
                    <a:pt x="206080" y="3908"/>
                    <a:pt x="29577" y="108388"/>
                    <a:pt x="29577" y="334417"/>
                  </a:cubicBezTo>
                  <a:cubicBezTo>
                    <a:pt x="31649" y="502141"/>
                    <a:pt x="149159" y="607421"/>
                    <a:pt x="383141" y="649693"/>
                  </a:cubicBezTo>
                  <a:cubicBezTo>
                    <a:pt x="571284" y="682230"/>
                    <a:pt x="666472" y="726578"/>
                    <a:pt x="666472" y="781214"/>
                  </a:cubicBezTo>
                  <a:cubicBezTo>
                    <a:pt x="666472" y="849880"/>
                    <a:pt x="608515" y="882103"/>
                    <a:pt x="492679" y="882103"/>
                  </a:cubicBezTo>
                  <a:cubicBezTo>
                    <a:pt x="358348" y="882103"/>
                    <a:pt x="272648" y="841907"/>
                    <a:pt x="266668" y="7245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7"/>
            <p:cNvSpPr/>
            <p:nvPr/>
          </p:nvSpPr>
          <p:spPr>
            <a:xfrm>
              <a:off x="1374890" y="4819443"/>
              <a:ext cx="1517750" cy="1067689"/>
            </a:xfrm>
            <a:custGeom>
              <a:rect b="b" l="l" r="r" t="t"/>
              <a:pathLst>
                <a:path extrusionOk="0" h="1067689" w="1517750">
                  <a:moveTo>
                    <a:pt x="448672" y="223396"/>
                  </a:moveTo>
                  <a:cubicBezTo>
                    <a:pt x="569444" y="223396"/>
                    <a:pt x="630673" y="277471"/>
                    <a:pt x="636890" y="387375"/>
                  </a:cubicBezTo>
                  <a:lnTo>
                    <a:pt x="636890" y="1063784"/>
                  </a:lnTo>
                  <a:lnTo>
                    <a:pt x="880920" y="1063784"/>
                  </a:lnTo>
                  <a:lnTo>
                    <a:pt x="880920" y="391522"/>
                  </a:lnTo>
                  <a:cubicBezTo>
                    <a:pt x="882995" y="281379"/>
                    <a:pt x="944138" y="227305"/>
                    <a:pt x="1064996" y="227305"/>
                  </a:cubicBezTo>
                  <a:cubicBezTo>
                    <a:pt x="1185778" y="227305"/>
                    <a:pt x="1246998" y="281379"/>
                    <a:pt x="1253139" y="391522"/>
                  </a:cubicBezTo>
                  <a:lnTo>
                    <a:pt x="1253139" y="935778"/>
                  </a:lnTo>
                  <a:cubicBezTo>
                    <a:pt x="1253139" y="1019760"/>
                    <a:pt x="1296268" y="1061794"/>
                    <a:pt x="1382527" y="1067690"/>
                  </a:cubicBezTo>
                  <a:lnTo>
                    <a:pt x="1517733" y="1067690"/>
                  </a:lnTo>
                  <a:lnTo>
                    <a:pt x="1517733" y="445517"/>
                  </a:lnTo>
                  <a:cubicBezTo>
                    <a:pt x="1519571" y="146911"/>
                    <a:pt x="1372645" y="3669"/>
                    <a:pt x="1069062" y="3669"/>
                  </a:cubicBezTo>
                  <a:cubicBezTo>
                    <a:pt x="930028" y="3669"/>
                    <a:pt x="829973" y="30387"/>
                    <a:pt x="760699" y="85897"/>
                  </a:cubicBezTo>
                  <a:cubicBezTo>
                    <a:pt x="691502" y="28553"/>
                    <a:pt x="591847" y="0"/>
                    <a:pt x="452737" y="0"/>
                  </a:cubicBezTo>
                  <a:cubicBezTo>
                    <a:pt x="148992" y="0"/>
                    <a:pt x="0" y="143242"/>
                    <a:pt x="0" y="441449"/>
                  </a:cubicBezTo>
                  <a:lnTo>
                    <a:pt x="0" y="1063784"/>
                  </a:lnTo>
                  <a:lnTo>
                    <a:pt x="264509" y="1063784"/>
                  </a:lnTo>
                  <a:lnTo>
                    <a:pt x="264509" y="387375"/>
                  </a:lnTo>
                  <a:cubicBezTo>
                    <a:pt x="266747" y="277471"/>
                    <a:pt x="327890" y="223396"/>
                    <a:pt x="448672" y="2233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7"/>
            <p:cNvSpPr/>
            <p:nvPr/>
          </p:nvSpPr>
          <p:spPr>
            <a:xfrm>
              <a:off x="3018422" y="4817769"/>
              <a:ext cx="880929" cy="1069283"/>
            </a:xfrm>
            <a:custGeom>
              <a:rect b="b" l="l" r="r" t="t"/>
              <a:pathLst>
                <a:path extrusionOk="0" h="1069283" w="880929">
                  <a:moveTo>
                    <a:pt x="450909" y="203059"/>
                  </a:moveTo>
                  <a:cubicBezTo>
                    <a:pt x="567140" y="203059"/>
                    <a:pt x="626293" y="232648"/>
                    <a:pt x="632672" y="291907"/>
                  </a:cubicBezTo>
                  <a:cubicBezTo>
                    <a:pt x="632672" y="349012"/>
                    <a:pt x="571443" y="382510"/>
                    <a:pt x="450909" y="396308"/>
                  </a:cubicBezTo>
                  <a:cubicBezTo>
                    <a:pt x="176822" y="421989"/>
                    <a:pt x="5503" y="489301"/>
                    <a:pt x="0" y="739732"/>
                  </a:cubicBezTo>
                  <a:cubicBezTo>
                    <a:pt x="0" y="970552"/>
                    <a:pt x="163912" y="1086833"/>
                    <a:pt x="421566" y="1067135"/>
                  </a:cubicBezTo>
                  <a:cubicBezTo>
                    <a:pt x="714466" y="1047438"/>
                    <a:pt x="880929" y="919183"/>
                    <a:pt x="880929" y="631186"/>
                  </a:cubicBezTo>
                  <a:lnTo>
                    <a:pt x="880929" y="276035"/>
                  </a:lnTo>
                  <a:cubicBezTo>
                    <a:pt x="875188" y="89406"/>
                    <a:pt x="735279" y="0"/>
                    <a:pt x="438475" y="0"/>
                  </a:cubicBezTo>
                  <a:cubicBezTo>
                    <a:pt x="188228" y="0"/>
                    <a:pt x="59639" y="89406"/>
                    <a:pt x="29819" y="276035"/>
                  </a:cubicBezTo>
                  <a:lnTo>
                    <a:pt x="282056" y="276035"/>
                  </a:lnTo>
                  <a:cubicBezTo>
                    <a:pt x="296804" y="226746"/>
                    <a:pt x="351730" y="203059"/>
                    <a:pt x="450909" y="203059"/>
                  </a:cubicBezTo>
                  <a:close/>
                  <a:moveTo>
                    <a:pt x="385615" y="854023"/>
                  </a:moveTo>
                  <a:cubicBezTo>
                    <a:pt x="296804" y="854023"/>
                    <a:pt x="250409" y="814551"/>
                    <a:pt x="244030" y="731760"/>
                  </a:cubicBezTo>
                  <a:cubicBezTo>
                    <a:pt x="244030" y="654874"/>
                    <a:pt x="300955" y="605582"/>
                    <a:pt x="412959" y="585808"/>
                  </a:cubicBezTo>
                  <a:cubicBezTo>
                    <a:pt x="495314" y="570016"/>
                    <a:pt x="571529" y="548404"/>
                    <a:pt x="636899" y="522724"/>
                  </a:cubicBezTo>
                  <a:lnTo>
                    <a:pt x="636899" y="619308"/>
                  </a:lnTo>
                  <a:cubicBezTo>
                    <a:pt x="636814" y="767250"/>
                    <a:pt x="541872" y="854023"/>
                    <a:pt x="385615" y="8540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7"/>
            <p:cNvSpPr/>
            <p:nvPr/>
          </p:nvSpPr>
          <p:spPr>
            <a:xfrm>
              <a:off x="5216460" y="4303183"/>
              <a:ext cx="408455" cy="1583837"/>
            </a:xfrm>
            <a:custGeom>
              <a:rect b="b" l="l" r="r" t="t"/>
              <a:pathLst>
                <a:path extrusionOk="0" h="1583837" w="408455">
                  <a:moveTo>
                    <a:pt x="244078" y="292465"/>
                  </a:moveTo>
                  <a:lnTo>
                    <a:pt x="244078" y="129683"/>
                  </a:lnTo>
                  <a:cubicBezTo>
                    <a:pt x="244078" y="62050"/>
                    <a:pt x="190904" y="0"/>
                    <a:pt x="126647" y="0"/>
                  </a:cubicBezTo>
                  <a:lnTo>
                    <a:pt x="48" y="0"/>
                  </a:lnTo>
                  <a:lnTo>
                    <a:pt x="48" y="1388707"/>
                  </a:lnTo>
                  <a:cubicBezTo>
                    <a:pt x="-1704" y="1505236"/>
                    <a:pt x="44215" y="1566253"/>
                    <a:pt x="139958" y="1576140"/>
                  </a:cubicBezTo>
                  <a:cubicBezTo>
                    <a:pt x="235938" y="1586027"/>
                    <a:pt x="325872" y="1586027"/>
                    <a:pt x="408456" y="1578216"/>
                  </a:cubicBezTo>
                  <a:lnTo>
                    <a:pt x="408456" y="1378820"/>
                  </a:lnTo>
                  <a:lnTo>
                    <a:pt x="329776" y="1378820"/>
                  </a:lnTo>
                  <a:cubicBezTo>
                    <a:pt x="269747" y="1378820"/>
                    <a:pt x="244078" y="1354017"/>
                    <a:pt x="244078" y="1308402"/>
                  </a:cubicBezTo>
                  <a:lnTo>
                    <a:pt x="244078" y="700816"/>
                  </a:lnTo>
                  <a:lnTo>
                    <a:pt x="244078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7"/>
            <p:cNvSpPr/>
            <p:nvPr/>
          </p:nvSpPr>
          <p:spPr>
            <a:xfrm>
              <a:off x="5647957" y="4819443"/>
              <a:ext cx="942548" cy="1081815"/>
            </a:xfrm>
            <a:custGeom>
              <a:rect b="b" l="l" r="r" t="t"/>
              <a:pathLst>
                <a:path extrusionOk="0" h="1081815" w="942548">
                  <a:moveTo>
                    <a:pt x="474350" y="223396"/>
                  </a:moveTo>
                  <a:cubicBezTo>
                    <a:pt x="610108" y="223396"/>
                    <a:pt x="677954" y="326920"/>
                    <a:pt x="677954" y="535718"/>
                  </a:cubicBezTo>
                  <a:cubicBezTo>
                    <a:pt x="676040" y="748907"/>
                    <a:pt x="608042" y="858416"/>
                    <a:pt x="472274" y="858416"/>
                  </a:cubicBezTo>
                  <a:cubicBezTo>
                    <a:pt x="336507" y="858416"/>
                    <a:pt x="266432" y="752822"/>
                    <a:pt x="264595" y="544015"/>
                  </a:cubicBezTo>
                  <a:cubicBezTo>
                    <a:pt x="264681" y="330908"/>
                    <a:pt x="334431" y="223396"/>
                    <a:pt x="474350" y="223396"/>
                  </a:cubicBezTo>
                  <a:close/>
                  <a:moveTo>
                    <a:pt x="474350" y="0"/>
                  </a:moveTo>
                  <a:cubicBezTo>
                    <a:pt x="156733" y="0"/>
                    <a:pt x="0" y="173868"/>
                    <a:pt x="0" y="544015"/>
                  </a:cubicBezTo>
                  <a:cubicBezTo>
                    <a:pt x="0" y="908984"/>
                    <a:pt x="156733" y="1081815"/>
                    <a:pt x="474350" y="1081815"/>
                  </a:cubicBezTo>
                  <a:cubicBezTo>
                    <a:pt x="788206" y="1081815"/>
                    <a:pt x="942549" y="908898"/>
                    <a:pt x="942549" y="544015"/>
                  </a:cubicBezTo>
                  <a:cubicBezTo>
                    <a:pt x="942549" y="173947"/>
                    <a:pt x="788206" y="0"/>
                    <a:pt x="474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7"/>
            <p:cNvSpPr/>
            <p:nvPr/>
          </p:nvSpPr>
          <p:spPr>
            <a:xfrm>
              <a:off x="6716152" y="4817830"/>
              <a:ext cx="963113" cy="1497041"/>
            </a:xfrm>
            <a:custGeom>
              <a:rect b="b" l="l" r="r" t="t"/>
              <a:pathLst>
                <a:path extrusionOk="0" h="1497041" w="963113">
                  <a:moveTo>
                    <a:pt x="414073" y="1083504"/>
                  </a:moveTo>
                  <a:cubicBezTo>
                    <a:pt x="547365" y="1083504"/>
                    <a:pt x="650524" y="1033974"/>
                    <a:pt x="719084" y="934438"/>
                  </a:cubicBezTo>
                  <a:lnTo>
                    <a:pt x="719084" y="1037641"/>
                  </a:lnTo>
                  <a:cubicBezTo>
                    <a:pt x="719084" y="1206805"/>
                    <a:pt x="646382" y="1293978"/>
                    <a:pt x="505036" y="1293978"/>
                  </a:cubicBezTo>
                  <a:cubicBezTo>
                    <a:pt x="393898" y="1293978"/>
                    <a:pt x="331156" y="1255697"/>
                    <a:pt x="313142" y="1174983"/>
                  </a:cubicBezTo>
                  <a:lnTo>
                    <a:pt x="27183" y="1174983"/>
                  </a:lnTo>
                  <a:cubicBezTo>
                    <a:pt x="86973" y="1395505"/>
                    <a:pt x="233585" y="1497042"/>
                    <a:pt x="474578" y="1497042"/>
                  </a:cubicBezTo>
                  <a:cubicBezTo>
                    <a:pt x="807733" y="1491536"/>
                    <a:pt x="963114" y="1370226"/>
                    <a:pt x="963114" y="1100649"/>
                  </a:cubicBezTo>
                  <a:lnTo>
                    <a:pt x="963114" y="465398"/>
                  </a:lnTo>
                  <a:cubicBezTo>
                    <a:pt x="963114" y="140866"/>
                    <a:pt x="809732" y="-1817"/>
                    <a:pt x="484861" y="17"/>
                  </a:cubicBezTo>
                  <a:cubicBezTo>
                    <a:pt x="158485" y="5601"/>
                    <a:pt x="0" y="166548"/>
                    <a:pt x="0" y="530559"/>
                  </a:cubicBezTo>
                  <a:cubicBezTo>
                    <a:pt x="76" y="907720"/>
                    <a:pt x="135283" y="1083504"/>
                    <a:pt x="414073" y="1083504"/>
                  </a:cubicBezTo>
                  <a:close/>
                  <a:moveTo>
                    <a:pt x="488850" y="860105"/>
                  </a:moveTo>
                  <a:cubicBezTo>
                    <a:pt x="343437" y="860105"/>
                    <a:pt x="270650" y="753073"/>
                    <a:pt x="264671" y="538846"/>
                  </a:cubicBezTo>
                  <a:cubicBezTo>
                    <a:pt x="264671" y="314177"/>
                    <a:pt x="339448" y="202997"/>
                    <a:pt x="492915" y="202997"/>
                  </a:cubicBezTo>
                  <a:cubicBezTo>
                    <a:pt x="646382" y="202997"/>
                    <a:pt x="720922" y="314177"/>
                    <a:pt x="719084" y="538846"/>
                  </a:cubicBezTo>
                  <a:cubicBezTo>
                    <a:pt x="711115" y="753073"/>
                    <a:pt x="634263" y="860105"/>
                    <a:pt x="488850" y="8601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7"/>
            <p:cNvSpPr/>
            <p:nvPr/>
          </p:nvSpPr>
          <p:spPr>
            <a:xfrm>
              <a:off x="4661889" y="4843290"/>
              <a:ext cx="419889" cy="1039937"/>
            </a:xfrm>
            <a:custGeom>
              <a:rect b="b" l="l" r="r" t="t"/>
              <a:pathLst>
                <a:path extrusionOk="0" h="1039937" w="419889">
                  <a:moveTo>
                    <a:pt x="0" y="1039938"/>
                  </a:moveTo>
                  <a:lnTo>
                    <a:pt x="264595" y="1039938"/>
                  </a:lnTo>
                  <a:lnTo>
                    <a:pt x="264595" y="492412"/>
                  </a:lnTo>
                  <a:cubicBezTo>
                    <a:pt x="264595" y="363368"/>
                    <a:pt x="316331" y="20497"/>
                    <a:pt x="419890" y="0"/>
                  </a:cubicBezTo>
                  <a:cubicBezTo>
                    <a:pt x="146841" y="33737"/>
                    <a:pt x="6931" y="198992"/>
                    <a:pt x="0" y="496403"/>
                  </a:cubicBezTo>
                  <a:lnTo>
                    <a:pt x="0" y="10399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7"/>
            <p:cNvSpPr/>
            <p:nvPr/>
          </p:nvSpPr>
          <p:spPr>
            <a:xfrm>
              <a:off x="4661889" y="4488137"/>
              <a:ext cx="244020" cy="471437"/>
            </a:xfrm>
            <a:custGeom>
              <a:rect b="b" l="l" r="r" t="t"/>
              <a:pathLst>
                <a:path extrusionOk="0" h="471437" w="244020">
                  <a:moveTo>
                    <a:pt x="244020" y="292465"/>
                  </a:moveTo>
                  <a:lnTo>
                    <a:pt x="244020" y="129683"/>
                  </a:lnTo>
                  <a:cubicBezTo>
                    <a:pt x="244020" y="62050"/>
                    <a:pt x="190846" y="0"/>
                    <a:pt x="126513" y="0"/>
                  </a:cubicBezTo>
                  <a:lnTo>
                    <a:pt x="0" y="0"/>
                  </a:lnTo>
                  <a:lnTo>
                    <a:pt x="152" y="471438"/>
                  </a:lnTo>
                  <a:lnTo>
                    <a:pt x="244020" y="471438"/>
                  </a:lnTo>
                  <a:lnTo>
                    <a:pt x="244020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7"/>
            <p:cNvSpPr/>
            <p:nvPr/>
          </p:nvSpPr>
          <p:spPr>
            <a:xfrm>
              <a:off x="4025065" y="4842652"/>
              <a:ext cx="522658" cy="1040575"/>
            </a:xfrm>
            <a:custGeom>
              <a:rect b="b" l="l" r="r" t="t"/>
              <a:pathLst>
                <a:path extrusionOk="0" h="1040575" w="522658">
                  <a:moveTo>
                    <a:pt x="0" y="1040576"/>
                  </a:moveTo>
                  <a:lnTo>
                    <a:pt x="264604" y="1040576"/>
                  </a:lnTo>
                  <a:lnTo>
                    <a:pt x="264604" y="493050"/>
                  </a:lnTo>
                  <a:cubicBezTo>
                    <a:pt x="264604" y="339762"/>
                    <a:pt x="337544" y="262078"/>
                    <a:pt x="483356" y="262078"/>
                  </a:cubicBezTo>
                  <a:lnTo>
                    <a:pt x="522658" y="262078"/>
                  </a:lnTo>
                  <a:lnTo>
                    <a:pt x="522658" y="0"/>
                  </a:lnTo>
                  <a:cubicBezTo>
                    <a:pt x="214534" y="21774"/>
                    <a:pt x="7417" y="184795"/>
                    <a:pt x="86" y="496955"/>
                  </a:cubicBezTo>
                  <a:lnTo>
                    <a:pt x="86" y="1040576"/>
                  </a:lnTo>
                  <a:lnTo>
                    <a:pt x="0" y="10405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7"/>
            <p:cNvSpPr/>
            <p:nvPr/>
          </p:nvSpPr>
          <p:spPr>
            <a:xfrm>
              <a:off x="356946" y="6029112"/>
              <a:ext cx="1060969" cy="277368"/>
            </a:xfrm>
            <a:custGeom>
              <a:rect b="b" l="l" r="r" t="t"/>
              <a:pathLst>
                <a:path extrusionOk="0" h="277368" w="1060969">
                  <a:moveTo>
                    <a:pt x="101302" y="277368"/>
                  </a:moveTo>
                  <a:cubicBezTo>
                    <a:pt x="87338" y="277368"/>
                    <a:pt x="74263" y="276225"/>
                    <a:pt x="62076" y="273939"/>
                  </a:cubicBezTo>
                  <a:cubicBezTo>
                    <a:pt x="49889" y="271396"/>
                    <a:pt x="38591" y="267586"/>
                    <a:pt x="28182" y="262509"/>
                  </a:cubicBezTo>
                  <a:cubicBezTo>
                    <a:pt x="17772" y="257175"/>
                    <a:pt x="8378" y="250698"/>
                    <a:pt x="0" y="243078"/>
                  </a:cubicBezTo>
                  <a:lnTo>
                    <a:pt x="11806" y="219075"/>
                  </a:lnTo>
                  <a:cubicBezTo>
                    <a:pt x="25516" y="230505"/>
                    <a:pt x="39226" y="238630"/>
                    <a:pt x="52936" y="243459"/>
                  </a:cubicBezTo>
                  <a:cubicBezTo>
                    <a:pt x="66900" y="248288"/>
                    <a:pt x="83149" y="250698"/>
                    <a:pt x="101683" y="250698"/>
                  </a:cubicBezTo>
                  <a:cubicBezTo>
                    <a:pt x="123264" y="250698"/>
                    <a:pt x="140021" y="246507"/>
                    <a:pt x="151953" y="238125"/>
                  </a:cubicBezTo>
                  <a:cubicBezTo>
                    <a:pt x="163886" y="229486"/>
                    <a:pt x="169853" y="217427"/>
                    <a:pt x="169853" y="201930"/>
                  </a:cubicBezTo>
                  <a:cubicBezTo>
                    <a:pt x="169853" y="192529"/>
                    <a:pt x="166806" y="185042"/>
                    <a:pt x="160712" y="179451"/>
                  </a:cubicBezTo>
                  <a:cubicBezTo>
                    <a:pt x="154873" y="173612"/>
                    <a:pt x="146748" y="169040"/>
                    <a:pt x="136339" y="165735"/>
                  </a:cubicBezTo>
                  <a:cubicBezTo>
                    <a:pt x="126183" y="162182"/>
                    <a:pt x="114631" y="158877"/>
                    <a:pt x="101683" y="155829"/>
                  </a:cubicBezTo>
                  <a:cubicBezTo>
                    <a:pt x="88735" y="153038"/>
                    <a:pt x="76421" y="149857"/>
                    <a:pt x="64742" y="146304"/>
                  </a:cubicBezTo>
                  <a:cubicBezTo>
                    <a:pt x="53063" y="142494"/>
                    <a:pt x="42654" y="137798"/>
                    <a:pt x="33514" y="132207"/>
                  </a:cubicBezTo>
                  <a:cubicBezTo>
                    <a:pt x="24627" y="126616"/>
                    <a:pt x="17645" y="119510"/>
                    <a:pt x="12568" y="110871"/>
                  </a:cubicBezTo>
                  <a:cubicBezTo>
                    <a:pt x="7490" y="102232"/>
                    <a:pt x="4951" y="91440"/>
                    <a:pt x="4951" y="78486"/>
                  </a:cubicBezTo>
                  <a:cubicBezTo>
                    <a:pt x="4951" y="62989"/>
                    <a:pt x="9013" y="49406"/>
                    <a:pt x="17138" y="37719"/>
                  </a:cubicBezTo>
                  <a:cubicBezTo>
                    <a:pt x="25262" y="25784"/>
                    <a:pt x="36687" y="16507"/>
                    <a:pt x="51413" y="9906"/>
                  </a:cubicBezTo>
                  <a:cubicBezTo>
                    <a:pt x="66138" y="3305"/>
                    <a:pt x="83530" y="0"/>
                    <a:pt x="103587" y="0"/>
                  </a:cubicBezTo>
                  <a:cubicBezTo>
                    <a:pt x="116028" y="0"/>
                    <a:pt x="127961" y="1400"/>
                    <a:pt x="139386" y="4191"/>
                  </a:cubicBezTo>
                  <a:cubicBezTo>
                    <a:pt x="150811" y="6734"/>
                    <a:pt x="161348" y="10544"/>
                    <a:pt x="170995" y="15621"/>
                  </a:cubicBezTo>
                  <a:cubicBezTo>
                    <a:pt x="180897" y="20698"/>
                    <a:pt x="189656" y="26927"/>
                    <a:pt x="197273" y="34290"/>
                  </a:cubicBezTo>
                  <a:lnTo>
                    <a:pt x="185086" y="58293"/>
                  </a:lnTo>
                  <a:cubicBezTo>
                    <a:pt x="172645" y="47368"/>
                    <a:pt x="159824" y="39367"/>
                    <a:pt x="146622" y="34290"/>
                  </a:cubicBezTo>
                  <a:cubicBezTo>
                    <a:pt x="133419" y="29213"/>
                    <a:pt x="119075" y="26670"/>
                    <a:pt x="103587" y="26670"/>
                  </a:cubicBezTo>
                  <a:cubicBezTo>
                    <a:pt x="82515" y="26670"/>
                    <a:pt x="66011" y="31118"/>
                    <a:pt x="54079" y="40005"/>
                  </a:cubicBezTo>
                  <a:cubicBezTo>
                    <a:pt x="42146" y="48892"/>
                    <a:pt x="36179" y="61341"/>
                    <a:pt x="36179" y="77343"/>
                  </a:cubicBezTo>
                  <a:cubicBezTo>
                    <a:pt x="36179" y="87249"/>
                    <a:pt x="38845" y="95250"/>
                    <a:pt x="44177" y="101346"/>
                  </a:cubicBezTo>
                  <a:cubicBezTo>
                    <a:pt x="49509" y="107442"/>
                    <a:pt x="56998" y="112395"/>
                    <a:pt x="66646" y="116205"/>
                  </a:cubicBezTo>
                  <a:cubicBezTo>
                    <a:pt x="76294" y="119758"/>
                    <a:pt x="87338" y="123063"/>
                    <a:pt x="99779" y="126111"/>
                  </a:cubicBezTo>
                  <a:cubicBezTo>
                    <a:pt x="112981" y="129159"/>
                    <a:pt x="125676" y="132464"/>
                    <a:pt x="137862" y="136017"/>
                  </a:cubicBezTo>
                  <a:cubicBezTo>
                    <a:pt x="150049" y="139570"/>
                    <a:pt x="160839" y="144018"/>
                    <a:pt x="170233" y="149352"/>
                  </a:cubicBezTo>
                  <a:cubicBezTo>
                    <a:pt x="179881" y="154429"/>
                    <a:pt x="187498" y="161163"/>
                    <a:pt x="193084" y="169545"/>
                  </a:cubicBezTo>
                  <a:cubicBezTo>
                    <a:pt x="198669" y="177670"/>
                    <a:pt x="201462" y="188090"/>
                    <a:pt x="201462" y="200787"/>
                  </a:cubicBezTo>
                  <a:cubicBezTo>
                    <a:pt x="201462" y="216284"/>
                    <a:pt x="197399" y="229743"/>
                    <a:pt x="189275" y="241173"/>
                  </a:cubicBezTo>
                  <a:cubicBezTo>
                    <a:pt x="181151" y="252603"/>
                    <a:pt x="169598" y="261490"/>
                    <a:pt x="154619" y="267843"/>
                  </a:cubicBezTo>
                  <a:cubicBezTo>
                    <a:pt x="139640" y="274196"/>
                    <a:pt x="121867" y="277368"/>
                    <a:pt x="101302" y="277368"/>
                  </a:cubicBezTo>
                  <a:close/>
                  <a:moveTo>
                    <a:pt x="248704" y="274320"/>
                  </a:moveTo>
                  <a:lnTo>
                    <a:pt x="248704" y="136398"/>
                  </a:lnTo>
                  <a:cubicBezTo>
                    <a:pt x="248704" y="127511"/>
                    <a:pt x="248449" y="118615"/>
                    <a:pt x="247942" y="109728"/>
                  </a:cubicBezTo>
                  <a:cubicBezTo>
                    <a:pt x="247688" y="100584"/>
                    <a:pt x="246926" y="91564"/>
                    <a:pt x="245657" y="82677"/>
                  </a:cubicBezTo>
                  <a:lnTo>
                    <a:pt x="274981" y="82677"/>
                  </a:lnTo>
                  <a:lnTo>
                    <a:pt x="278409" y="122301"/>
                  </a:lnTo>
                  <a:lnTo>
                    <a:pt x="274600" y="124968"/>
                  </a:lnTo>
                  <a:cubicBezTo>
                    <a:pt x="279170" y="109985"/>
                    <a:pt x="287040" y="98422"/>
                    <a:pt x="298212" y="90297"/>
                  </a:cubicBezTo>
                  <a:cubicBezTo>
                    <a:pt x="309637" y="82172"/>
                    <a:pt x="323093" y="78105"/>
                    <a:pt x="338581" y="78105"/>
                  </a:cubicBezTo>
                  <a:cubicBezTo>
                    <a:pt x="357114" y="78105"/>
                    <a:pt x="371459" y="82677"/>
                    <a:pt x="381615" y="91821"/>
                  </a:cubicBezTo>
                  <a:cubicBezTo>
                    <a:pt x="392024" y="100965"/>
                    <a:pt x="398625" y="114938"/>
                    <a:pt x="401419" y="133731"/>
                  </a:cubicBezTo>
                  <a:lnTo>
                    <a:pt x="392278" y="128778"/>
                  </a:lnTo>
                  <a:cubicBezTo>
                    <a:pt x="396340" y="113281"/>
                    <a:pt x="404465" y="100965"/>
                    <a:pt x="416652" y="91821"/>
                  </a:cubicBezTo>
                  <a:cubicBezTo>
                    <a:pt x="429092" y="82677"/>
                    <a:pt x="443944" y="78105"/>
                    <a:pt x="461210" y="78105"/>
                  </a:cubicBezTo>
                  <a:cubicBezTo>
                    <a:pt x="482282" y="78105"/>
                    <a:pt x="498151" y="84458"/>
                    <a:pt x="508814" y="97155"/>
                  </a:cubicBezTo>
                  <a:cubicBezTo>
                    <a:pt x="519477" y="109604"/>
                    <a:pt x="524809" y="128521"/>
                    <a:pt x="524809" y="153924"/>
                  </a:cubicBezTo>
                  <a:lnTo>
                    <a:pt x="524809" y="274320"/>
                  </a:lnTo>
                  <a:lnTo>
                    <a:pt x="493961" y="274320"/>
                  </a:lnTo>
                  <a:lnTo>
                    <a:pt x="493961" y="155448"/>
                  </a:lnTo>
                  <a:cubicBezTo>
                    <a:pt x="493961" y="137665"/>
                    <a:pt x="490787" y="124711"/>
                    <a:pt x="484441" y="116586"/>
                  </a:cubicBezTo>
                  <a:cubicBezTo>
                    <a:pt x="478093" y="108204"/>
                    <a:pt x="468065" y="104013"/>
                    <a:pt x="454355" y="104013"/>
                  </a:cubicBezTo>
                  <a:cubicBezTo>
                    <a:pt x="438360" y="104013"/>
                    <a:pt x="425664" y="109471"/>
                    <a:pt x="416271" y="120396"/>
                  </a:cubicBezTo>
                  <a:cubicBezTo>
                    <a:pt x="407131" y="131321"/>
                    <a:pt x="402561" y="146180"/>
                    <a:pt x="402561" y="164973"/>
                  </a:cubicBezTo>
                  <a:lnTo>
                    <a:pt x="402561" y="274320"/>
                  </a:lnTo>
                  <a:lnTo>
                    <a:pt x="371713" y="274320"/>
                  </a:lnTo>
                  <a:lnTo>
                    <a:pt x="371713" y="155448"/>
                  </a:lnTo>
                  <a:cubicBezTo>
                    <a:pt x="371713" y="137665"/>
                    <a:pt x="368412" y="124711"/>
                    <a:pt x="361812" y="116586"/>
                  </a:cubicBezTo>
                  <a:cubicBezTo>
                    <a:pt x="355464" y="108204"/>
                    <a:pt x="345436" y="104013"/>
                    <a:pt x="331726" y="104013"/>
                  </a:cubicBezTo>
                  <a:cubicBezTo>
                    <a:pt x="315476" y="104013"/>
                    <a:pt x="302655" y="109471"/>
                    <a:pt x="293261" y="120396"/>
                  </a:cubicBezTo>
                  <a:cubicBezTo>
                    <a:pt x="284121" y="131321"/>
                    <a:pt x="279551" y="146180"/>
                    <a:pt x="279551" y="164973"/>
                  </a:cubicBezTo>
                  <a:lnTo>
                    <a:pt x="279551" y="274320"/>
                  </a:lnTo>
                  <a:lnTo>
                    <a:pt x="248704" y="274320"/>
                  </a:lnTo>
                  <a:close/>
                  <a:moveTo>
                    <a:pt x="656923" y="276987"/>
                  </a:moveTo>
                  <a:cubicBezTo>
                    <a:pt x="639913" y="276987"/>
                    <a:pt x="624933" y="273053"/>
                    <a:pt x="611984" y="265176"/>
                  </a:cubicBezTo>
                  <a:cubicBezTo>
                    <a:pt x="599290" y="257051"/>
                    <a:pt x="589388" y="245621"/>
                    <a:pt x="582279" y="230886"/>
                  </a:cubicBezTo>
                  <a:cubicBezTo>
                    <a:pt x="575424" y="215903"/>
                    <a:pt x="571997" y="198377"/>
                    <a:pt x="571997" y="178308"/>
                  </a:cubicBezTo>
                  <a:cubicBezTo>
                    <a:pt x="571997" y="158239"/>
                    <a:pt x="575552" y="140713"/>
                    <a:pt x="582660" y="125730"/>
                  </a:cubicBezTo>
                  <a:cubicBezTo>
                    <a:pt x="589769" y="110747"/>
                    <a:pt x="599671" y="99060"/>
                    <a:pt x="612365" y="90678"/>
                  </a:cubicBezTo>
                  <a:cubicBezTo>
                    <a:pt x="625313" y="82296"/>
                    <a:pt x="640166" y="78105"/>
                    <a:pt x="656923" y="78105"/>
                  </a:cubicBezTo>
                  <a:cubicBezTo>
                    <a:pt x="674441" y="78105"/>
                    <a:pt x="689294" y="82420"/>
                    <a:pt x="701481" y="91059"/>
                  </a:cubicBezTo>
                  <a:cubicBezTo>
                    <a:pt x="713667" y="99698"/>
                    <a:pt x="721919" y="112014"/>
                    <a:pt x="726235" y="128016"/>
                  </a:cubicBezTo>
                  <a:lnTo>
                    <a:pt x="721665" y="131064"/>
                  </a:lnTo>
                  <a:lnTo>
                    <a:pt x="721665" y="82677"/>
                  </a:lnTo>
                  <a:lnTo>
                    <a:pt x="752132" y="82677"/>
                  </a:lnTo>
                  <a:lnTo>
                    <a:pt x="752132" y="274320"/>
                  </a:lnTo>
                  <a:lnTo>
                    <a:pt x="721665" y="274320"/>
                  </a:lnTo>
                  <a:lnTo>
                    <a:pt x="721665" y="224790"/>
                  </a:lnTo>
                  <a:lnTo>
                    <a:pt x="726235" y="227076"/>
                  </a:lnTo>
                  <a:cubicBezTo>
                    <a:pt x="721919" y="243078"/>
                    <a:pt x="713667" y="255394"/>
                    <a:pt x="701481" y="264033"/>
                  </a:cubicBezTo>
                  <a:cubicBezTo>
                    <a:pt x="689294" y="272672"/>
                    <a:pt x="674441" y="276987"/>
                    <a:pt x="656923" y="276987"/>
                  </a:cubicBezTo>
                  <a:close/>
                  <a:moveTo>
                    <a:pt x="663016" y="251460"/>
                  </a:moveTo>
                  <a:cubicBezTo>
                    <a:pt x="681805" y="251460"/>
                    <a:pt x="696276" y="245107"/>
                    <a:pt x="706431" y="232410"/>
                  </a:cubicBezTo>
                  <a:cubicBezTo>
                    <a:pt x="716587" y="219456"/>
                    <a:pt x="721665" y="201168"/>
                    <a:pt x="721665" y="177546"/>
                  </a:cubicBezTo>
                  <a:cubicBezTo>
                    <a:pt x="721665" y="153924"/>
                    <a:pt x="716461" y="135760"/>
                    <a:pt x="706051" y="123063"/>
                  </a:cubicBezTo>
                  <a:cubicBezTo>
                    <a:pt x="695896" y="110366"/>
                    <a:pt x="681550" y="104013"/>
                    <a:pt x="663016" y="104013"/>
                  </a:cubicBezTo>
                  <a:cubicBezTo>
                    <a:pt x="644229" y="104013"/>
                    <a:pt x="629503" y="110614"/>
                    <a:pt x="618839" y="123825"/>
                  </a:cubicBezTo>
                  <a:cubicBezTo>
                    <a:pt x="608430" y="136779"/>
                    <a:pt x="603225" y="154943"/>
                    <a:pt x="603225" y="178308"/>
                  </a:cubicBezTo>
                  <a:cubicBezTo>
                    <a:pt x="603225" y="201673"/>
                    <a:pt x="608430" y="219713"/>
                    <a:pt x="618839" y="232410"/>
                  </a:cubicBezTo>
                  <a:cubicBezTo>
                    <a:pt x="629503" y="245107"/>
                    <a:pt x="644229" y="251460"/>
                    <a:pt x="663016" y="251460"/>
                  </a:cubicBezTo>
                  <a:close/>
                  <a:moveTo>
                    <a:pt x="811774" y="274320"/>
                  </a:moveTo>
                  <a:lnTo>
                    <a:pt x="811774" y="136398"/>
                  </a:lnTo>
                  <a:cubicBezTo>
                    <a:pt x="811774" y="127511"/>
                    <a:pt x="811520" y="118615"/>
                    <a:pt x="811013" y="109728"/>
                  </a:cubicBezTo>
                  <a:cubicBezTo>
                    <a:pt x="810758" y="100584"/>
                    <a:pt x="809997" y="91564"/>
                    <a:pt x="808728" y="82677"/>
                  </a:cubicBezTo>
                  <a:lnTo>
                    <a:pt x="838052" y="82677"/>
                  </a:lnTo>
                  <a:lnTo>
                    <a:pt x="842241" y="129921"/>
                  </a:lnTo>
                  <a:lnTo>
                    <a:pt x="838052" y="128778"/>
                  </a:lnTo>
                  <a:cubicBezTo>
                    <a:pt x="841606" y="112014"/>
                    <a:pt x="849223" y="99441"/>
                    <a:pt x="860902" y="91059"/>
                  </a:cubicBezTo>
                  <a:cubicBezTo>
                    <a:pt x="872835" y="82420"/>
                    <a:pt x="886164" y="78105"/>
                    <a:pt x="900890" y="78105"/>
                  </a:cubicBezTo>
                  <a:cubicBezTo>
                    <a:pt x="904191" y="78105"/>
                    <a:pt x="907237" y="78362"/>
                    <a:pt x="910030" y="78867"/>
                  </a:cubicBezTo>
                  <a:cubicBezTo>
                    <a:pt x="913076" y="79124"/>
                    <a:pt x="915869" y="79629"/>
                    <a:pt x="918408" y="80391"/>
                  </a:cubicBezTo>
                  <a:lnTo>
                    <a:pt x="917646" y="108585"/>
                  </a:lnTo>
                  <a:cubicBezTo>
                    <a:pt x="911807" y="106556"/>
                    <a:pt x="905079" y="105537"/>
                    <a:pt x="897462" y="105537"/>
                  </a:cubicBezTo>
                  <a:cubicBezTo>
                    <a:pt x="884260" y="105537"/>
                    <a:pt x="873596" y="108461"/>
                    <a:pt x="865472" y="114300"/>
                  </a:cubicBezTo>
                  <a:cubicBezTo>
                    <a:pt x="857601" y="120139"/>
                    <a:pt x="851762" y="127635"/>
                    <a:pt x="847954" y="136779"/>
                  </a:cubicBezTo>
                  <a:cubicBezTo>
                    <a:pt x="844399" y="145666"/>
                    <a:pt x="842622" y="155067"/>
                    <a:pt x="842622" y="164973"/>
                  </a:cubicBezTo>
                  <a:lnTo>
                    <a:pt x="842622" y="274320"/>
                  </a:lnTo>
                  <a:lnTo>
                    <a:pt x="811774" y="274320"/>
                  </a:lnTo>
                  <a:close/>
                  <a:moveTo>
                    <a:pt x="937959" y="107061"/>
                  </a:moveTo>
                  <a:lnTo>
                    <a:pt x="937959" y="82677"/>
                  </a:lnTo>
                  <a:lnTo>
                    <a:pt x="1060969" y="82677"/>
                  </a:lnTo>
                  <a:lnTo>
                    <a:pt x="1060969" y="107061"/>
                  </a:lnTo>
                  <a:lnTo>
                    <a:pt x="937959" y="107061"/>
                  </a:lnTo>
                  <a:close/>
                  <a:moveTo>
                    <a:pt x="1060207" y="246888"/>
                  </a:moveTo>
                  <a:lnTo>
                    <a:pt x="1060207" y="273177"/>
                  </a:lnTo>
                  <a:cubicBezTo>
                    <a:pt x="1055894" y="274444"/>
                    <a:pt x="1051582" y="275339"/>
                    <a:pt x="1047259" y="275844"/>
                  </a:cubicBezTo>
                  <a:cubicBezTo>
                    <a:pt x="1043203" y="276606"/>
                    <a:pt x="1038633" y="276987"/>
                    <a:pt x="1033549" y="276987"/>
                  </a:cubicBezTo>
                  <a:cubicBezTo>
                    <a:pt x="1015783" y="276987"/>
                    <a:pt x="1001559" y="271910"/>
                    <a:pt x="990895" y="261747"/>
                  </a:cubicBezTo>
                  <a:cubicBezTo>
                    <a:pt x="980489" y="251584"/>
                    <a:pt x="975281" y="236344"/>
                    <a:pt x="975281" y="216027"/>
                  </a:cubicBezTo>
                  <a:lnTo>
                    <a:pt x="975281" y="33528"/>
                  </a:lnTo>
                  <a:lnTo>
                    <a:pt x="1006129" y="22479"/>
                  </a:lnTo>
                  <a:lnTo>
                    <a:pt x="1006129" y="211836"/>
                  </a:lnTo>
                  <a:cubicBezTo>
                    <a:pt x="1006129" y="221999"/>
                    <a:pt x="1007528" y="229867"/>
                    <a:pt x="1010318" y="235458"/>
                  </a:cubicBezTo>
                  <a:cubicBezTo>
                    <a:pt x="1013365" y="241049"/>
                    <a:pt x="1017430" y="244983"/>
                    <a:pt x="1022505" y="247269"/>
                  </a:cubicBezTo>
                  <a:cubicBezTo>
                    <a:pt x="1027589" y="249298"/>
                    <a:pt x="1033301" y="250317"/>
                    <a:pt x="1039642" y="250317"/>
                  </a:cubicBezTo>
                  <a:cubicBezTo>
                    <a:pt x="1043451" y="250317"/>
                    <a:pt x="1046878" y="250060"/>
                    <a:pt x="1049925" y="249555"/>
                  </a:cubicBezTo>
                  <a:cubicBezTo>
                    <a:pt x="1052972" y="249050"/>
                    <a:pt x="1056399" y="248155"/>
                    <a:pt x="1060207" y="2468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7"/>
            <p:cNvSpPr/>
            <p:nvPr/>
          </p:nvSpPr>
          <p:spPr>
            <a:xfrm>
              <a:off x="2533419" y="6030637"/>
              <a:ext cx="1481153" cy="357758"/>
            </a:xfrm>
            <a:custGeom>
              <a:rect b="b" l="l" r="r" t="t"/>
              <a:pathLst>
                <a:path extrusionOk="0" h="357758" w="1481153">
                  <a:moveTo>
                    <a:pt x="0" y="272796"/>
                  </a:moveTo>
                  <a:lnTo>
                    <a:pt x="0" y="1524"/>
                  </a:lnTo>
                  <a:lnTo>
                    <a:pt x="31228" y="1524"/>
                  </a:lnTo>
                  <a:lnTo>
                    <a:pt x="31228" y="246126"/>
                  </a:lnTo>
                  <a:lnTo>
                    <a:pt x="167187" y="246126"/>
                  </a:lnTo>
                  <a:lnTo>
                    <a:pt x="167187" y="272796"/>
                  </a:lnTo>
                  <a:lnTo>
                    <a:pt x="0" y="272796"/>
                  </a:lnTo>
                  <a:close/>
                  <a:moveTo>
                    <a:pt x="282561" y="275463"/>
                  </a:moveTo>
                  <a:cubicBezTo>
                    <a:pt x="264281" y="275463"/>
                    <a:pt x="248285" y="271396"/>
                    <a:pt x="234576" y="263271"/>
                  </a:cubicBezTo>
                  <a:cubicBezTo>
                    <a:pt x="221113" y="255146"/>
                    <a:pt x="210583" y="243716"/>
                    <a:pt x="202966" y="228981"/>
                  </a:cubicBezTo>
                  <a:cubicBezTo>
                    <a:pt x="195597" y="213998"/>
                    <a:pt x="191922" y="196339"/>
                    <a:pt x="191922" y="176022"/>
                  </a:cubicBezTo>
                  <a:cubicBezTo>
                    <a:pt x="191922" y="155953"/>
                    <a:pt x="195597" y="138427"/>
                    <a:pt x="202966" y="123444"/>
                  </a:cubicBezTo>
                  <a:cubicBezTo>
                    <a:pt x="210583" y="108461"/>
                    <a:pt x="221113" y="96898"/>
                    <a:pt x="234576" y="88773"/>
                  </a:cubicBezTo>
                  <a:cubicBezTo>
                    <a:pt x="248285" y="80648"/>
                    <a:pt x="264281" y="76581"/>
                    <a:pt x="282561" y="76581"/>
                  </a:cubicBezTo>
                  <a:cubicBezTo>
                    <a:pt x="300841" y="76581"/>
                    <a:pt x="316703" y="80648"/>
                    <a:pt x="330165" y="88773"/>
                  </a:cubicBezTo>
                  <a:cubicBezTo>
                    <a:pt x="343875" y="96898"/>
                    <a:pt x="354405" y="108461"/>
                    <a:pt x="361774" y="123444"/>
                  </a:cubicBezTo>
                  <a:cubicBezTo>
                    <a:pt x="369391" y="138427"/>
                    <a:pt x="373199" y="155953"/>
                    <a:pt x="373199" y="176022"/>
                  </a:cubicBezTo>
                  <a:cubicBezTo>
                    <a:pt x="373199" y="196339"/>
                    <a:pt x="369391" y="213998"/>
                    <a:pt x="361774" y="228981"/>
                  </a:cubicBezTo>
                  <a:cubicBezTo>
                    <a:pt x="354405" y="243716"/>
                    <a:pt x="343875" y="255146"/>
                    <a:pt x="330165" y="263271"/>
                  </a:cubicBezTo>
                  <a:cubicBezTo>
                    <a:pt x="316703" y="271396"/>
                    <a:pt x="300841" y="275463"/>
                    <a:pt x="282561" y="275463"/>
                  </a:cubicBezTo>
                  <a:close/>
                  <a:moveTo>
                    <a:pt x="282561" y="249936"/>
                  </a:moveTo>
                  <a:cubicBezTo>
                    <a:pt x="301345" y="249936"/>
                    <a:pt x="315817" y="243716"/>
                    <a:pt x="325976" y="231267"/>
                  </a:cubicBezTo>
                  <a:cubicBezTo>
                    <a:pt x="336382" y="218570"/>
                    <a:pt x="341590" y="200149"/>
                    <a:pt x="341590" y="176022"/>
                  </a:cubicBezTo>
                  <a:cubicBezTo>
                    <a:pt x="341590" y="152400"/>
                    <a:pt x="336382" y="134236"/>
                    <a:pt x="325976" y="121539"/>
                  </a:cubicBezTo>
                  <a:cubicBezTo>
                    <a:pt x="315560" y="108842"/>
                    <a:pt x="301088" y="102489"/>
                    <a:pt x="282561" y="102489"/>
                  </a:cubicBezTo>
                  <a:cubicBezTo>
                    <a:pt x="264024" y="102489"/>
                    <a:pt x="249428" y="108842"/>
                    <a:pt x="238765" y="121539"/>
                  </a:cubicBezTo>
                  <a:cubicBezTo>
                    <a:pt x="228349" y="134236"/>
                    <a:pt x="223150" y="152400"/>
                    <a:pt x="223150" y="176022"/>
                  </a:cubicBezTo>
                  <a:cubicBezTo>
                    <a:pt x="223150" y="200149"/>
                    <a:pt x="228225" y="218570"/>
                    <a:pt x="238384" y="231267"/>
                  </a:cubicBezTo>
                  <a:cubicBezTo>
                    <a:pt x="248790" y="243716"/>
                    <a:pt x="263519" y="249936"/>
                    <a:pt x="282561" y="249936"/>
                  </a:cubicBezTo>
                  <a:close/>
                  <a:moveTo>
                    <a:pt x="505445" y="357759"/>
                  </a:moveTo>
                  <a:cubicBezTo>
                    <a:pt x="476501" y="357759"/>
                    <a:pt x="451366" y="351158"/>
                    <a:pt x="430039" y="337947"/>
                  </a:cubicBezTo>
                  <a:lnTo>
                    <a:pt x="435371" y="312801"/>
                  </a:lnTo>
                  <a:cubicBezTo>
                    <a:pt x="447310" y="319659"/>
                    <a:pt x="458602" y="324612"/>
                    <a:pt x="469265" y="327660"/>
                  </a:cubicBezTo>
                  <a:cubicBezTo>
                    <a:pt x="479929" y="330708"/>
                    <a:pt x="491992" y="332232"/>
                    <a:pt x="505445" y="332232"/>
                  </a:cubicBezTo>
                  <a:cubicBezTo>
                    <a:pt x="523725" y="332232"/>
                    <a:pt x="537568" y="327279"/>
                    <a:pt x="546955" y="317373"/>
                  </a:cubicBezTo>
                  <a:cubicBezTo>
                    <a:pt x="556610" y="307724"/>
                    <a:pt x="561427" y="293246"/>
                    <a:pt x="561427" y="273939"/>
                  </a:cubicBezTo>
                  <a:lnTo>
                    <a:pt x="561427" y="222123"/>
                  </a:lnTo>
                  <a:lnTo>
                    <a:pt x="565617" y="217170"/>
                  </a:lnTo>
                  <a:cubicBezTo>
                    <a:pt x="562570" y="227333"/>
                    <a:pt x="557752" y="236220"/>
                    <a:pt x="551145" y="243840"/>
                  </a:cubicBezTo>
                  <a:cubicBezTo>
                    <a:pt x="544804" y="251203"/>
                    <a:pt x="536930" y="256918"/>
                    <a:pt x="527533" y="260985"/>
                  </a:cubicBezTo>
                  <a:cubicBezTo>
                    <a:pt x="518145" y="265052"/>
                    <a:pt x="507482" y="267081"/>
                    <a:pt x="495543" y="267081"/>
                  </a:cubicBezTo>
                  <a:cubicBezTo>
                    <a:pt x="478539" y="267081"/>
                    <a:pt x="463553" y="263147"/>
                    <a:pt x="450604" y="255270"/>
                  </a:cubicBezTo>
                  <a:cubicBezTo>
                    <a:pt x="437913" y="247145"/>
                    <a:pt x="427888" y="235963"/>
                    <a:pt x="420518" y="221742"/>
                  </a:cubicBezTo>
                  <a:cubicBezTo>
                    <a:pt x="413416" y="207521"/>
                    <a:pt x="409855" y="190881"/>
                    <a:pt x="409855" y="171831"/>
                  </a:cubicBezTo>
                  <a:cubicBezTo>
                    <a:pt x="409855" y="152781"/>
                    <a:pt x="413416" y="136141"/>
                    <a:pt x="420518" y="121920"/>
                  </a:cubicBezTo>
                  <a:cubicBezTo>
                    <a:pt x="427888" y="107699"/>
                    <a:pt x="437913" y="96650"/>
                    <a:pt x="450604" y="88773"/>
                  </a:cubicBezTo>
                  <a:cubicBezTo>
                    <a:pt x="463553" y="80648"/>
                    <a:pt x="478539" y="76581"/>
                    <a:pt x="495543" y="76581"/>
                  </a:cubicBezTo>
                  <a:cubicBezTo>
                    <a:pt x="513318" y="76581"/>
                    <a:pt x="528295" y="81029"/>
                    <a:pt x="540481" y="89916"/>
                  </a:cubicBezTo>
                  <a:cubicBezTo>
                    <a:pt x="552925" y="98555"/>
                    <a:pt x="561304" y="110747"/>
                    <a:pt x="565617" y="126492"/>
                  </a:cubicBezTo>
                  <a:lnTo>
                    <a:pt x="561047" y="122301"/>
                  </a:lnTo>
                  <a:lnTo>
                    <a:pt x="561047" y="81153"/>
                  </a:lnTo>
                  <a:lnTo>
                    <a:pt x="591894" y="81153"/>
                  </a:lnTo>
                  <a:lnTo>
                    <a:pt x="591894" y="271272"/>
                  </a:lnTo>
                  <a:cubicBezTo>
                    <a:pt x="591894" y="299971"/>
                    <a:pt x="584535" y="321564"/>
                    <a:pt x="569806" y="336042"/>
                  </a:cubicBezTo>
                  <a:cubicBezTo>
                    <a:pt x="555334" y="350520"/>
                    <a:pt x="533883" y="357759"/>
                    <a:pt x="505445" y="357759"/>
                  </a:cubicBezTo>
                  <a:close/>
                  <a:moveTo>
                    <a:pt x="501636" y="241173"/>
                  </a:moveTo>
                  <a:cubicBezTo>
                    <a:pt x="520173" y="241173"/>
                    <a:pt x="534645" y="235077"/>
                    <a:pt x="545051" y="222885"/>
                  </a:cubicBezTo>
                  <a:cubicBezTo>
                    <a:pt x="555715" y="210436"/>
                    <a:pt x="561047" y="193424"/>
                    <a:pt x="561047" y="171831"/>
                  </a:cubicBezTo>
                  <a:cubicBezTo>
                    <a:pt x="561047" y="150238"/>
                    <a:pt x="555715" y="133350"/>
                    <a:pt x="545051" y="121158"/>
                  </a:cubicBezTo>
                  <a:cubicBezTo>
                    <a:pt x="534645" y="108709"/>
                    <a:pt x="520173" y="102489"/>
                    <a:pt x="501636" y="102489"/>
                  </a:cubicBezTo>
                  <a:cubicBezTo>
                    <a:pt x="482851" y="102489"/>
                    <a:pt x="467999" y="108709"/>
                    <a:pt x="457079" y="121158"/>
                  </a:cubicBezTo>
                  <a:cubicBezTo>
                    <a:pt x="446415" y="133350"/>
                    <a:pt x="441083" y="150238"/>
                    <a:pt x="441083" y="171831"/>
                  </a:cubicBezTo>
                  <a:cubicBezTo>
                    <a:pt x="441083" y="193672"/>
                    <a:pt x="446415" y="210693"/>
                    <a:pt x="457079" y="222885"/>
                  </a:cubicBezTo>
                  <a:cubicBezTo>
                    <a:pt x="467999" y="235077"/>
                    <a:pt x="482851" y="241173"/>
                    <a:pt x="501636" y="241173"/>
                  </a:cubicBezTo>
                  <a:close/>
                  <a:moveTo>
                    <a:pt x="651124" y="272796"/>
                  </a:moveTo>
                  <a:lnTo>
                    <a:pt x="651124" y="81153"/>
                  </a:lnTo>
                  <a:lnTo>
                    <a:pt x="681971" y="81153"/>
                  </a:lnTo>
                  <a:lnTo>
                    <a:pt x="681971" y="272796"/>
                  </a:lnTo>
                  <a:lnTo>
                    <a:pt x="651124" y="272796"/>
                  </a:lnTo>
                  <a:close/>
                  <a:moveTo>
                    <a:pt x="648077" y="0"/>
                  </a:moveTo>
                  <a:lnTo>
                    <a:pt x="685780" y="0"/>
                  </a:lnTo>
                  <a:lnTo>
                    <a:pt x="685780" y="35052"/>
                  </a:lnTo>
                  <a:lnTo>
                    <a:pt x="648077" y="35052"/>
                  </a:lnTo>
                  <a:lnTo>
                    <a:pt x="648077" y="0"/>
                  </a:lnTo>
                  <a:close/>
                  <a:moveTo>
                    <a:pt x="806609" y="275463"/>
                  </a:moveTo>
                  <a:cubicBezTo>
                    <a:pt x="774371" y="275463"/>
                    <a:pt x="748856" y="267205"/>
                    <a:pt x="730061" y="250698"/>
                  </a:cubicBezTo>
                  <a:lnTo>
                    <a:pt x="740344" y="227838"/>
                  </a:lnTo>
                  <a:cubicBezTo>
                    <a:pt x="750502" y="235715"/>
                    <a:pt x="760909" y="241554"/>
                    <a:pt x="771572" y="245364"/>
                  </a:cubicBezTo>
                  <a:cubicBezTo>
                    <a:pt x="782493" y="248917"/>
                    <a:pt x="794556" y="250698"/>
                    <a:pt x="807751" y="250698"/>
                  </a:cubicBezTo>
                  <a:cubicBezTo>
                    <a:pt x="822223" y="250698"/>
                    <a:pt x="833144" y="248288"/>
                    <a:pt x="840503" y="243459"/>
                  </a:cubicBezTo>
                  <a:cubicBezTo>
                    <a:pt x="848120" y="238382"/>
                    <a:pt x="851929" y="231143"/>
                    <a:pt x="851929" y="221742"/>
                  </a:cubicBezTo>
                  <a:cubicBezTo>
                    <a:pt x="851929" y="214122"/>
                    <a:pt x="849396" y="208150"/>
                    <a:pt x="844312" y="203835"/>
                  </a:cubicBezTo>
                  <a:cubicBezTo>
                    <a:pt x="839237" y="199263"/>
                    <a:pt x="830859" y="195577"/>
                    <a:pt x="819177" y="192786"/>
                  </a:cubicBezTo>
                  <a:lnTo>
                    <a:pt x="786806" y="185166"/>
                  </a:lnTo>
                  <a:cubicBezTo>
                    <a:pt x="770811" y="181613"/>
                    <a:pt x="758376" y="175260"/>
                    <a:pt x="749484" y="166116"/>
                  </a:cubicBezTo>
                  <a:cubicBezTo>
                    <a:pt x="740858" y="156972"/>
                    <a:pt x="736535" y="146047"/>
                    <a:pt x="736535" y="133350"/>
                  </a:cubicBezTo>
                  <a:cubicBezTo>
                    <a:pt x="736535" y="122177"/>
                    <a:pt x="739582" y="112395"/>
                    <a:pt x="745675" y="104013"/>
                  </a:cubicBezTo>
                  <a:cubicBezTo>
                    <a:pt x="751769" y="95374"/>
                    <a:pt x="760280" y="88649"/>
                    <a:pt x="771191" y="83820"/>
                  </a:cubicBezTo>
                  <a:cubicBezTo>
                    <a:pt x="782112" y="78991"/>
                    <a:pt x="795060" y="76581"/>
                    <a:pt x="810037" y="76581"/>
                  </a:cubicBezTo>
                  <a:cubicBezTo>
                    <a:pt x="823499" y="76581"/>
                    <a:pt x="836190" y="78743"/>
                    <a:pt x="848120" y="83058"/>
                  </a:cubicBezTo>
                  <a:cubicBezTo>
                    <a:pt x="860059" y="87373"/>
                    <a:pt x="870085" y="93602"/>
                    <a:pt x="878206" y="101727"/>
                  </a:cubicBezTo>
                  <a:lnTo>
                    <a:pt x="867924" y="124206"/>
                  </a:lnTo>
                  <a:cubicBezTo>
                    <a:pt x="858784" y="116586"/>
                    <a:pt x="849396" y="110995"/>
                    <a:pt x="839742" y="107442"/>
                  </a:cubicBezTo>
                  <a:cubicBezTo>
                    <a:pt x="830354" y="103632"/>
                    <a:pt x="820452" y="101727"/>
                    <a:pt x="810037" y="101727"/>
                  </a:cubicBezTo>
                  <a:cubicBezTo>
                    <a:pt x="796327" y="101727"/>
                    <a:pt x="785663" y="104394"/>
                    <a:pt x="778046" y="109728"/>
                  </a:cubicBezTo>
                  <a:cubicBezTo>
                    <a:pt x="770687" y="115062"/>
                    <a:pt x="767002" y="122301"/>
                    <a:pt x="767002" y="131445"/>
                  </a:cubicBezTo>
                  <a:cubicBezTo>
                    <a:pt x="767002" y="139322"/>
                    <a:pt x="769287" y="145542"/>
                    <a:pt x="773857" y="150114"/>
                  </a:cubicBezTo>
                  <a:cubicBezTo>
                    <a:pt x="778684" y="154686"/>
                    <a:pt x="786301" y="158239"/>
                    <a:pt x="796708" y="160782"/>
                  </a:cubicBezTo>
                  <a:lnTo>
                    <a:pt x="829078" y="168783"/>
                  </a:lnTo>
                  <a:cubicBezTo>
                    <a:pt x="847111" y="172593"/>
                    <a:pt x="860307" y="178946"/>
                    <a:pt x="868685" y="187833"/>
                  </a:cubicBezTo>
                  <a:cubicBezTo>
                    <a:pt x="877321" y="196472"/>
                    <a:pt x="881634" y="207521"/>
                    <a:pt x="881634" y="220980"/>
                  </a:cubicBezTo>
                  <a:cubicBezTo>
                    <a:pt x="881634" y="237487"/>
                    <a:pt x="874912" y="250698"/>
                    <a:pt x="861449" y="260604"/>
                  </a:cubicBezTo>
                  <a:cubicBezTo>
                    <a:pt x="847996" y="270510"/>
                    <a:pt x="829716" y="275463"/>
                    <a:pt x="806609" y="275463"/>
                  </a:cubicBezTo>
                  <a:close/>
                  <a:moveTo>
                    <a:pt x="901904" y="105537"/>
                  </a:moveTo>
                  <a:lnTo>
                    <a:pt x="901904" y="81153"/>
                  </a:lnTo>
                  <a:lnTo>
                    <a:pt x="1024913" y="81153"/>
                  </a:lnTo>
                  <a:lnTo>
                    <a:pt x="1024913" y="105537"/>
                  </a:lnTo>
                  <a:lnTo>
                    <a:pt x="901904" y="105537"/>
                  </a:lnTo>
                  <a:close/>
                  <a:moveTo>
                    <a:pt x="1024152" y="245364"/>
                  </a:moveTo>
                  <a:lnTo>
                    <a:pt x="1024152" y="271653"/>
                  </a:lnTo>
                  <a:cubicBezTo>
                    <a:pt x="1019829" y="272920"/>
                    <a:pt x="1015516" y="273815"/>
                    <a:pt x="1011203" y="274320"/>
                  </a:cubicBezTo>
                  <a:cubicBezTo>
                    <a:pt x="1007138" y="275082"/>
                    <a:pt x="1002568" y="275463"/>
                    <a:pt x="997493" y="275463"/>
                  </a:cubicBezTo>
                  <a:cubicBezTo>
                    <a:pt x="979718" y="275463"/>
                    <a:pt x="965503" y="270386"/>
                    <a:pt x="954840" y="260223"/>
                  </a:cubicBezTo>
                  <a:cubicBezTo>
                    <a:pt x="944424" y="250060"/>
                    <a:pt x="939226" y="234820"/>
                    <a:pt x="939226" y="214503"/>
                  </a:cubicBezTo>
                  <a:lnTo>
                    <a:pt x="939226" y="32004"/>
                  </a:lnTo>
                  <a:lnTo>
                    <a:pt x="970073" y="20955"/>
                  </a:lnTo>
                  <a:lnTo>
                    <a:pt x="970073" y="210312"/>
                  </a:lnTo>
                  <a:cubicBezTo>
                    <a:pt x="970073" y="220475"/>
                    <a:pt x="971463" y="228343"/>
                    <a:pt x="974262" y="233934"/>
                  </a:cubicBezTo>
                  <a:cubicBezTo>
                    <a:pt x="977309" y="239525"/>
                    <a:pt x="981365" y="243459"/>
                    <a:pt x="986449" y="245745"/>
                  </a:cubicBezTo>
                  <a:cubicBezTo>
                    <a:pt x="991524" y="247774"/>
                    <a:pt x="997236" y="248793"/>
                    <a:pt x="1003587" y="248793"/>
                  </a:cubicBezTo>
                  <a:cubicBezTo>
                    <a:pt x="1007395" y="248793"/>
                    <a:pt x="1010822" y="248536"/>
                    <a:pt x="1013869" y="248031"/>
                  </a:cubicBezTo>
                  <a:cubicBezTo>
                    <a:pt x="1016916" y="247526"/>
                    <a:pt x="1020343" y="246631"/>
                    <a:pt x="1024152" y="245364"/>
                  </a:cubicBezTo>
                  <a:close/>
                  <a:moveTo>
                    <a:pt x="1062083" y="272796"/>
                  </a:moveTo>
                  <a:lnTo>
                    <a:pt x="1062083" y="81153"/>
                  </a:lnTo>
                  <a:lnTo>
                    <a:pt x="1092931" y="81153"/>
                  </a:lnTo>
                  <a:lnTo>
                    <a:pt x="1092931" y="272796"/>
                  </a:lnTo>
                  <a:lnTo>
                    <a:pt x="1062083" y="272796"/>
                  </a:lnTo>
                  <a:close/>
                  <a:moveTo>
                    <a:pt x="1059036" y="0"/>
                  </a:moveTo>
                  <a:lnTo>
                    <a:pt x="1096739" y="0"/>
                  </a:lnTo>
                  <a:lnTo>
                    <a:pt x="1096739" y="35052"/>
                  </a:lnTo>
                  <a:lnTo>
                    <a:pt x="1059036" y="35052"/>
                  </a:lnTo>
                  <a:lnTo>
                    <a:pt x="1059036" y="0"/>
                  </a:lnTo>
                  <a:close/>
                  <a:moveTo>
                    <a:pt x="1233183" y="275463"/>
                  </a:moveTo>
                  <a:cubicBezTo>
                    <a:pt x="1214398" y="275463"/>
                    <a:pt x="1198146" y="271396"/>
                    <a:pt x="1184436" y="263271"/>
                  </a:cubicBezTo>
                  <a:cubicBezTo>
                    <a:pt x="1170726" y="255146"/>
                    <a:pt x="1160062" y="243716"/>
                    <a:pt x="1152446" y="228981"/>
                  </a:cubicBezTo>
                  <a:cubicBezTo>
                    <a:pt x="1145086" y="214246"/>
                    <a:pt x="1141401" y="196853"/>
                    <a:pt x="1141401" y="176784"/>
                  </a:cubicBezTo>
                  <a:cubicBezTo>
                    <a:pt x="1141401" y="156972"/>
                    <a:pt x="1145210" y="139570"/>
                    <a:pt x="1152827" y="124587"/>
                  </a:cubicBezTo>
                  <a:cubicBezTo>
                    <a:pt x="1160443" y="109347"/>
                    <a:pt x="1171240" y="97536"/>
                    <a:pt x="1185197" y="89154"/>
                  </a:cubicBezTo>
                  <a:cubicBezTo>
                    <a:pt x="1199165" y="80772"/>
                    <a:pt x="1215664" y="76581"/>
                    <a:pt x="1234706" y="76581"/>
                  </a:cubicBezTo>
                  <a:cubicBezTo>
                    <a:pt x="1247654" y="76581"/>
                    <a:pt x="1260098" y="78867"/>
                    <a:pt x="1272028" y="83439"/>
                  </a:cubicBezTo>
                  <a:cubicBezTo>
                    <a:pt x="1284215" y="87754"/>
                    <a:pt x="1294250" y="93850"/>
                    <a:pt x="1302114" y="101727"/>
                  </a:cubicBezTo>
                  <a:lnTo>
                    <a:pt x="1291831" y="124587"/>
                  </a:lnTo>
                  <a:cubicBezTo>
                    <a:pt x="1282444" y="117224"/>
                    <a:pt x="1273170" y="111757"/>
                    <a:pt x="1264030" y="108204"/>
                  </a:cubicBezTo>
                  <a:cubicBezTo>
                    <a:pt x="1255148" y="104394"/>
                    <a:pt x="1245884" y="102489"/>
                    <a:pt x="1236230" y="102489"/>
                  </a:cubicBezTo>
                  <a:cubicBezTo>
                    <a:pt x="1216940" y="102489"/>
                    <a:pt x="1201573" y="108966"/>
                    <a:pt x="1190148" y="121920"/>
                  </a:cubicBezTo>
                  <a:cubicBezTo>
                    <a:pt x="1178980" y="134874"/>
                    <a:pt x="1173392" y="153162"/>
                    <a:pt x="1173392" y="176784"/>
                  </a:cubicBezTo>
                  <a:cubicBezTo>
                    <a:pt x="1173392" y="200149"/>
                    <a:pt x="1178980" y="218189"/>
                    <a:pt x="1190148" y="230886"/>
                  </a:cubicBezTo>
                  <a:cubicBezTo>
                    <a:pt x="1201326" y="243583"/>
                    <a:pt x="1216683" y="249936"/>
                    <a:pt x="1236230" y="249936"/>
                  </a:cubicBezTo>
                  <a:cubicBezTo>
                    <a:pt x="1245627" y="249936"/>
                    <a:pt x="1254890" y="248155"/>
                    <a:pt x="1264030" y="244602"/>
                  </a:cubicBezTo>
                  <a:cubicBezTo>
                    <a:pt x="1273170" y="240792"/>
                    <a:pt x="1282444" y="235201"/>
                    <a:pt x="1291831" y="227838"/>
                  </a:cubicBezTo>
                  <a:lnTo>
                    <a:pt x="1302114" y="250698"/>
                  </a:lnTo>
                  <a:cubicBezTo>
                    <a:pt x="1293993" y="258318"/>
                    <a:pt x="1283710" y="264414"/>
                    <a:pt x="1271266" y="268986"/>
                  </a:cubicBezTo>
                  <a:cubicBezTo>
                    <a:pt x="1259080" y="273301"/>
                    <a:pt x="1246388" y="275463"/>
                    <a:pt x="1233183" y="275463"/>
                  </a:cubicBezTo>
                  <a:close/>
                  <a:moveTo>
                    <a:pt x="1406130" y="275463"/>
                  </a:moveTo>
                  <a:cubicBezTo>
                    <a:pt x="1373882" y="275463"/>
                    <a:pt x="1348366" y="267205"/>
                    <a:pt x="1329582" y="250698"/>
                  </a:cubicBezTo>
                  <a:lnTo>
                    <a:pt x="1339864" y="227838"/>
                  </a:lnTo>
                  <a:cubicBezTo>
                    <a:pt x="1350023" y="235715"/>
                    <a:pt x="1360429" y="241554"/>
                    <a:pt x="1371093" y="245364"/>
                  </a:cubicBezTo>
                  <a:cubicBezTo>
                    <a:pt x="1382013" y="248917"/>
                    <a:pt x="1394066" y="250698"/>
                    <a:pt x="1407272" y="250698"/>
                  </a:cubicBezTo>
                  <a:cubicBezTo>
                    <a:pt x="1421744" y="250698"/>
                    <a:pt x="1432664" y="248288"/>
                    <a:pt x="1440024" y="243459"/>
                  </a:cubicBezTo>
                  <a:cubicBezTo>
                    <a:pt x="1447641" y="238382"/>
                    <a:pt x="1451449" y="231143"/>
                    <a:pt x="1451449" y="221742"/>
                  </a:cubicBezTo>
                  <a:cubicBezTo>
                    <a:pt x="1451449" y="214122"/>
                    <a:pt x="1448907" y="208150"/>
                    <a:pt x="1443832" y="203835"/>
                  </a:cubicBezTo>
                  <a:cubicBezTo>
                    <a:pt x="1438757" y="199263"/>
                    <a:pt x="1430379" y="195577"/>
                    <a:pt x="1418697" y="192786"/>
                  </a:cubicBezTo>
                  <a:lnTo>
                    <a:pt x="1386326" y="185166"/>
                  </a:lnTo>
                  <a:cubicBezTo>
                    <a:pt x="1370331" y="181613"/>
                    <a:pt x="1357887" y="175260"/>
                    <a:pt x="1349004" y="166116"/>
                  </a:cubicBezTo>
                  <a:cubicBezTo>
                    <a:pt x="1340369" y="156972"/>
                    <a:pt x="1336056" y="146047"/>
                    <a:pt x="1336056" y="133350"/>
                  </a:cubicBezTo>
                  <a:cubicBezTo>
                    <a:pt x="1336056" y="122177"/>
                    <a:pt x="1339103" y="112395"/>
                    <a:pt x="1345196" y="104013"/>
                  </a:cubicBezTo>
                  <a:cubicBezTo>
                    <a:pt x="1351289" y="95374"/>
                    <a:pt x="1359792" y="88649"/>
                    <a:pt x="1370712" y="83820"/>
                  </a:cubicBezTo>
                  <a:cubicBezTo>
                    <a:pt x="1381632" y="78991"/>
                    <a:pt x="1394581" y="76581"/>
                    <a:pt x="1409557" y="76581"/>
                  </a:cubicBezTo>
                  <a:cubicBezTo>
                    <a:pt x="1423010" y="76581"/>
                    <a:pt x="1435711" y="78743"/>
                    <a:pt x="1447641" y="83058"/>
                  </a:cubicBezTo>
                  <a:cubicBezTo>
                    <a:pt x="1459570" y="87373"/>
                    <a:pt x="1469605" y="93602"/>
                    <a:pt x="1477727" y="101727"/>
                  </a:cubicBezTo>
                  <a:lnTo>
                    <a:pt x="1467444" y="124206"/>
                  </a:lnTo>
                  <a:cubicBezTo>
                    <a:pt x="1458304" y="116586"/>
                    <a:pt x="1448907" y="110995"/>
                    <a:pt x="1439262" y="107442"/>
                  </a:cubicBezTo>
                  <a:cubicBezTo>
                    <a:pt x="1429865" y="103632"/>
                    <a:pt x="1419963" y="101727"/>
                    <a:pt x="1409557" y="101727"/>
                  </a:cubicBezTo>
                  <a:cubicBezTo>
                    <a:pt x="1395847" y="101727"/>
                    <a:pt x="1385184" y="104394"/>
                    <a:pt x="1377567" y="109728"/>
                  </a:cubicBezTo>
                  <a:cubicBezTo>
                    <a:pt x="1370207" y="115062"/>
                    <a:pt x="1366523" y="122301"/>
                    <a:pt x="1366523" y="131445"/>
                  </a:cubicBezTo>
                  <a:cubicBezTo>
                    <a:pt x="1366523" y="139322"/>
                    <a:pt x="1368808" y="145542"/>
                    <a:pt x="1373378" y="150114"/>
                  </a:cubicBezTo>
                  <a:cubicBezTo>
                    <a:pt x="1378205" y="154686"/>
                    <a:pt x="1385821" y="158239"/>
                    <a:pt x="1396228" y="160782"/>
                  </a:cubicBezTo>
                  <a:lnTo>
                    <a:pt x="1428599" y="168783"/>
                  </a:lnTo>
                  <a:cubicBezTo>
                    <a:pt x="1446622" y="172593"/>
                    <a:pt x="1459827" y="178946"/>
                    <a:pt x="1468206" y="187833"/>
                  </a:cubicBezTo>
                  <a:cubicBezTo>
                    <a:pt x="1476841" y="196472"/>
                    <a:pt x="1481154" y="207521"/>
                    <a:pt x="1481154" y="220980"/>
                  </a:cubicBezTo>
                  <a:cubicBezTo>
                    <a:pt x="1481154" y="237487"/>
                    <a:pt x="1474423" y="250698"/>
                    <a:pt x="1460970" y="260604"/>
                  </a:cubicBezTo>
                  <a:cubicBezTo>
                    <a:pt x="1447517" y="270510"/>
                    <a:pt x="1429237" y="275463"/>
                    <a:pt x="1406130" y="2754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7"/>
            <p:cNvSpPr/>
            <p:nvPr/>
          </p:nvSpPr>
          <p:spPr>
            <a:xfrm>
              <a:off x="5142141" y="6021492"/>
              <a:ext cx="1459056" cy="284607"/>
            </a:xfrm>
            <a:custGeom>
              <a:rect b="b" l="l" r="r" t="t"/>
              <a:pathLst>
                <a:path extrusionOk="0" h="284607" w="1459056">
                  <a:moveTo>
                    <a:pt x="0" y="281940"/>
                  </a:moveTo>
                  <a:lnTo>
                    <a:pt x="0" y="10668"/>
                  </a:lnTo>
                  <a:lnTo>
                    <a:pt x="108157" y="10668"/>
                  </a:lnTo>
                  <a:cubicBezTo>
                    <a:pt x="136082" y="10668"/>
                    <a:pt x="157790" y="17402"/>
                    <a:pt x="173280" y="30861"/>
                  </a:cubicBezTo>
                  <a:cubicBezTo>
                    <a:pt x="189018" y="44320"/>
                    <a:pt x="196892" y="62865"/>
                    <a:pt x="196892" y="86487"/>
                  </a:cubicBezTo>
                  <a:cubicBezTo>
                    <a:pt x="196892" y="109852"/>
                    <a:pt x="189018" y="128397"/>
                    <a:pt x="173280" y="142113"/>
                  </a:cubicBezTo>
                  <a:cubicBezTo>
                    <a:pt x="157542" y="155829"/>
                    <a:pt x="135834" y="162687"/>
                    <a:pt x="108157" y="162687"/>
                  </a:cubicBezTo>
                  <a:lnTo>
                    <a:pt x="31228" y="162687"/>
                  </a:lnTo>
                  <a:lnTo>
                    <a:pt x="31228" y="281940"/>
                  </a:lnTo>
                  <a:lnTo>
                    <a:pt x="0" y="281940"/>
                  </a:lnTo>
                  <a:close/>
                  <a:moveTo>
                    <a:pt x="31228" y="136779"/>
                  </a:moveTo>
                  <a:lnTo>
                    <a:pt x="105491" y="136779"/>
                  </a:lnTo>
                  <a:cubicBezTo>
                    <a:pt x="125552" y="136779"/>
                    <a:pt x="140652" y="132464"/>
                    <a:pt x="150811" y="123825"/>
                  </a:cubicBezTo>
                  <a:cubicBezTo>
                    <a:pt x="160970" y="114938"/>
                    <a:pt x="166045" y="102489"/>
                    <a:pt x="166045" y="86487"/>
                  </a:cubicBezTo>
                  <a:cubicBezTo>
                    <a:pt x="166045" y="70485"/>
                    <a:pt x="160970" y="58169"/>
                    <a:pt x="150811" y="49530"/>
                  </a:cubicBezTo>
                  <a:cubicBezTo>
                    <a:pt x="140652" y="40891"/>
                    <a:pt x="125552" y="36576"/>
                    <a:pt x="105491" y="36576"/>
                  </a:cubicBezTo>
                  <a:lnTo>
                    <a:pt x="31228" y="36576"/>
                  </a:lnTo>
                  <a:lnTo>
                    <a:pt x="31228" y="136779"/>
                  </a:lnTo>
                  <a:close/>
                  <a:moveTo>
                    <a:pt x="244258" y="281940"/>
                  </a:moveTo>
                  <a:lnTo>
                    <a:pt x="244258" y="1524"/>
                  </a:lnTo>
                  <a:lnTo>
                    <a:pt x="275106" y="1524"/>
                  </a:lnTo>
                  <a:lnTo>
                    <a:pt x="275106" y="281940"/>
                  </a:lnTo>
                  <a:lnTo>
                    <a:pt x="244258" y="281940"/>
                  </a:lnTo>
                  <a:close/>
                  <a:moveTo>
                    <a:pt x="408503" y="284607"/>
                  </a:moveTo>
                  <a:cubicBezTo>
                    <a:pt x="391489" y="284607"/>
                    <a:pt x="376513" y="280673"/>
                    <a:pt x="363564" y="272796"/>
                  </a:cubicBezTo>
                  <a:cubicBezTo>
                    <a:pt x="350873" y="264671"/>
                    <a:pt x="340972" y="253241"/>
                    <a:pt x="333859" y="238506"/>
                  </a:cubicBezTo>
                  <a:cubicBezTo>
                    <a:pt x="327005" y="223523"/>
                    <a:pt x="323577" y="205997"/>
                    <a:pt x="323577" y="185928"/>
                  </a:cubicBezTo>
                  <a:cubicBezTo>
                    <a:pt x="323577" y="165859"/>
                    <a:pt x="327128" y="148333"/>
                    <a:pt x="334240" y="133350"/>
                  </a:cubicBezTo>
                  <a:cubicBezTo>
                    <a:pt x="341352" y="118367"/>
                    <a:pt x="351254" y="106680"/>
                    <a:pt x="363945" y="98298"/>
                  </a:cubicBezTo>
                  <a:cubicBezTo>
                    <a:pt x="376894" y="89916"/>
                    <a:pt x="391746" y="85725"/>
                    <a:pt x="408503" y="85725"/>
                  </a:cubicBezTo>
                  <a:cubicBezTo>
                    <a:pt x="426021" y="85725"/>
                    <a:pt x="440874" y="90040"/>
                    <a:pt x="453061" y="98679"/>
                  </a:cubicBezTo>
                  <a:cubicBezTo>
                    <a:pt x="465247" y="107318"/>
                    <a:pt x="473502" y="119634"/>
                    <a:pt x="477815" y="135636"/>
                  </a:cubicBezTo>
                  <a:lnTo>
                    <a:pt x="473245" y="138684"/>
                  </a:lnTo>
                  <a:lnTo>
                    <a:pt x="473245" y="90297"/>
                  </a:lnTo>
                  <a:lnTo>
                    <a:pt x="503712" y="90297"/>
                  </a:lnTo>
                  <a:lnTo>
                    <a:pt x="503712" y="281940"/>
                  </a:lnTo>
                  <a:lnTo>
                    <a:pt x="473245" y="281940"/>
                  </a:lnTo>
                  <a:lnTo>
                    <a:pt x="473245" y="232410"/>
                  </a:lnTo>
                  <a:lnTo>
                    <a:pt x="477815" y="234696"/>
                  </a:lnTo>
                  <a:cubicBezTo>
                    <a:pt x="473502" y="250698"/>
                    <a:pt x="465247" y="263014"/>
                    <a:pt x="453061" y="271653"/>
                  </a:cubicBezTo>
                  <a:cubicBezTo>
                    <a:pt x="440874" y="280292"/>
                    <a:pt x="426021" y="284607"/>
                    <a:pt x="408503" y="284607"/>
                  </a:cubicBezTo>
                  <a:close/>
                  <a:moveTo>
                    <a:pt x="414596" y="259080"/>
                  </a:moveTo>
                  <a:cubicBezTo>
                    <a:pt x="433381" y="259080"/>
                    <a:pt x="447853" y="252727"/>
                    <a:pt x="458011" y="240030"/>
                  </a:cubicBezTo>
                  <a:cubicBezTo>
                    <a:pt x="468170" y="227076"/>
                    <a:pt x="473245" y="208788"/>
                    <a:pt x="473245" y="185166"/>
                  </a:cubicBezTo>
                  <a:cubicBezTo>
                    <a:pt x="473245" y="161544"/>
                    <a:pt x="468037" y="143380"/>
                    <a:pt x="457631" y="130683"/>
                  </a:cubicBezTo>
                  <a:cubicBezTo>
                    <a:pt x="447472" y="117986"/>
                    <a:pt x="433134" y="111633"/>
                    <a:pt x="414596" y="111633"/>
                  </a:cubicBezTo>
                  <a:cubicBezTo>
                    <a:pt x="395812" y="111633"/>
                    <a:pt x="381083" y="118234"/>
                    <a:pt x="370420" y="131445"/>
                  </a:cubicBezTo>
                  <a:cubicBezTo>
                    <a:pt x="360013" y="144399"/>
                    <a:pt x="354805" y="162563"/>
                    <a:pt x="354805" y="185928"/>
                  </a:cubicBezTo>
                  <a:cubicBezTo>
                    <a:pt x="354805" y="209293"/>
                    <a:pt x="360013" y="227333"/>
                    <a:pt x="370420" y="240030"/>
                  </a:cubicBezTo>
                  <a:cubicBezTo>
                    <a:pt x="381083" y="252727"/>
                    <a:pt x="395812" y="259080"/>
                    <a:pt x="414596" y="259080"/>
                  </a:cubicBezTo>
                  <a:close/>
                  <a:moveTo>
                    <a:pt x="536311" y="114681"/>
                  </a:moveTo>
                  <a:lnTo>
                    <a:pt x="536311" y="90297"/>
                  </a:lnTo>
                  <a:lnTo>
                    <a:pt x="659321" y="90297"/>
                  </a:lnTo>
                  <a:lnTo>
                    <a:pt x="659321" y="114681"/>
                  </a:lnTo>
                  <a:lnTo>
                    <a:pt x="536311" y="114681"/>
                  </a:lnTo>
                  <a:close/>
                  <a:moveTo>
                    <a:pt x="658560" y="254508"/>
                  </a:moveTo>
                  <a:lnTo>
                    <a:pt x="658560" y="280797"/>
                  </a:lnTo>
                  <a:cubicBezTo>
                    <a:pt x="654247" y="282064"/>
                    <a:pt x="649934" y="282959"/>
                    <a:pt x="645611" y="283464"/>
                  </a:cubicBezTo>
                  <a:cubicBezTo>
                    <a:pt x="641555" y="284226"/>
                    <a:pt x="636985" y="284607"/>
                    <a:pt x="631901" y="284607"/>
                  </a:cubicBezTo>
                  <a:cubicBezTo>
                    <a:pt x="614135" y="284607"/>
                    <a:pt x="599911" y="279530"/>
                    <a:pt x="589247" y="269367"/>
                  </a:cubicBezTo>
                  <a:cubicBezTo>
                    <a:pt x="578841" y="259204"/>
                    <a:pt x="573633" y="243964"/>
                    <a:pt x="573633" y="223647"/>
                  </a:cubicBezTo>
                  <a:lnTo>
                    <a:pt x="573633" y="41148"/>
                  </a:lnTo>
                  <a:lnTo>
                    <a:pt x="604481" y="30099"/>
                  </a:lnTo>
                  <a:lnTo>
                    <a:pt x="604481" y="219456"/>
                  </a:lnTo>
                  <a:cubicBezTo>
                    <a:pt x="604481" y="229619"/>
                    <a:pt x="605880" y="237487"/>
                    <a:pt x="608670" y="243078"/>
                  </a:cubicBezTo>
                  <a:cubicBezTo>
                    <a:pt x="611717" y="248669"/>
                    <a:pt x="615782" y="252603"/>
                    <a:pt x="620857" y="254889"/>
                  </a:cubicBezTo>
                  <a:cubicBezTo>
                    <a:pt x="625941" y="256918"/>
                    <a:pt x="631654" y="257937"/>
                    <a:pt x="637995" y="257937"/>
                  </a:cubicBezTo>
                  <a:cubicBezTo>
                    <a:pt x="641803" y="257937"/>
                    <a:pt x="645230" y="257680"/>
                    <a:pt x="648277" y="257175"/>
                  </a:cubicBezTo>
                  <a:cubicBezTo>
                    <a:pt x="651324" y="256670"/>
                    <a:pt x="654751" y="255775"/>
                    <a:pt x="658560" y="254508"/>
                  </a:cubicBezTo>
                  <a:close/>
                  <a:moveTo>
                    <a:pt x="673545" y="114681"/>
                  </a:moveTo>
                  <a:lnTo>
                    <a:pt x="673545" y="90297"/>
                  </a:lnTo>
                  <a:lnTo>
                    <a:pt x="788558" y="90297"/>
                  </a:lnTo>
                  <a:lnTo>
                    <a:pt x="788558" y="114681"/>
                  </a:lnTo>
                  <a:lnTo>
                    <a:pt x="673545" y="114681"/>
                  </a:lnTo>
                  <a:close/>
                  <a:moveTo>
                    <a:pt x="793889" y="29718"/>
                  </a:moveTo>
                  <a:cubicBezTo>
                    <a:pt x="786787" y="27689"/>
                    <a:pt x="780179" y="26670"/>
                    <a:pt x="774086" y="26670"/>
                  </a:cubicBezTo>
                  <a:cubicBezTo>
                    <a:pt x="767993" y="26670"/>
                    <a:pt x="762414" y="27813"/>
                    <a:pt x="757329" y="30099"/>
                  </a:cubicBezTo>
                  <a:cubicBezTo>
                    <a:pt x="752511" y="32128"/>
                    <a:pt x="748703" y="35938"/>
                    <a:pt x="745904" y="41529"/>
                  </a:cubicBezTo>
                  <a:cubicBezTo>
                    <a:pt x="743114" y="47120"/>
                    <a:pt x="741715" y="54864"/>
                    <a:pt x="741715" y="64770"/>
                  </a:cubicBezTo>
                  <a:lnTo>
                    <a:pt x="741715" y="281940"/>
                  </a:lnTo>
                  <a:lnTo>
                    <a:pt x="710867" y="281940"/>
                  </a:lnTo>
                  <a:lnTo>
                    <a:pt x="710867" y="60960"/>
                  </a:lnTo>
                  <a:cubicBezTo>
                    <a:pt x="710867" y="40386"/>
                    <a:pt x="715952" y="25146"/>
                    <a:pt x="726101" y="15240"/>
                  </a:cubicBezTo>
                  <a:cubicBezTo>
                    <a:pt x="736260" y="5077"/>
                    <a:pt x="750227" y="0"/>
                    <a:pt x="767993" y="0"/>
                  </a:cubicBezTo>
                  <a:cubicBezTo>
                    <a:pt x="772315" y="0"/>
                    <a:pt x="776628" y="257"/>
                    <a:pt x="780941" y="762"/>
                  </a:cubicBezTo>
                  <a:cubicBezTo>
                    <a:pt x="785263" y="1267"/>
                    <a:pt x="789576" y="2162"/>
                    <a:pt x="793889" y="3429"/>
                  </a:cubicBezTo>
                  <a:lnTo>
                    <a:pt x="793889" y="29718"/>
                  </a:lnTo>
                  <a:close/>
                  <a:moveTo>
                    <a:pt x="906255" y="284607"/>
                  </a:moveTo>
                  <a:cubicBezTo>
                    <a:pt x="887975" y="284607"/>
                    <a:pt x="871980" y="280540"/>
                    <a:pt x="858270" y="272415"/>
                  </a:cubicBezTo>
                  <a:cubicBezTo>
                    <a:pt x="844807" y="264290"/>
                    <a:pt x="834277" y="252860"/>
                    <a:pt x="826660" y="238125"/>
                  </a:cubicBezTo>
                  <a:cubicBezTo>
                    <a:pt x="819291" y="223142"/>
                    <a:pt x="815616" y="205483"/>
                    <a:pt x="815616" y="185166"/>
                  </a:cubicBezTo>
                  <a:cubicBezTo>
                    <a:pt x="815616" y="165097"/>
                    <a:pt x="819291" y="147571"/>
                    <a:pt x="826660" y="132588"/>
                  </a:cubicBezTo>
                  <a:cubicBezTo>
                    <a:pt x="834277" y="117605"/>
                    <a:pt x="844807" y="106042"/>
                    <a:pt x="858270" y="97917"/>
                  </a:cubicBezTo>
                  <a:cubicBezTo>
                    <a:pt x="871980" y="89792"/>
                    <a:pt x="887975" y="85725"/>
                    <a:pt x="906255" y="85725"/>
                  </a:cubicBezTo>
                  <a:cubicBezTo>
                    <a:pt x="924535" y="85725"/>
                    <a:pt x="940397" y="89792"/>
                    <a:pt x="953859" y="97917"/>
                  </a:cubicBezTo>
                  <a:cubicBezTo>
                    <a:pt x="967569" y="106042"/>
                    <a:pt x="978100" y="117605"/>
                    <a:pt x="985469" y="132588"/>
                  </a:cubicBezTo>
                  <a:cubicBezTo>
                    <a:pt x="993085" y="147571"/>
                    <a:pt x="996894" y="165097"/>
                    <a:pt x="996894" y="185166"/>
                  </a:cubicBezTo>
                  <a:cubicBezTo>
                    <a:pt x="996894" y="205483"/>
                    <a:pt x="993085" y="223142"/>
                    <a:pt x="985469" y="238125"/>
                  </a:cubicBezTo>
                  <a:cubicBezTo>
                    <a:pt x="978100" y="252860"/>
                    <a:pt x="967569" y="264290"/>
                    <a:pt x="953859" y="272415"/>
                  </a:cubicBezTo>
                  <a:cubicBezTo>
                    <a:pt x="940397" y="280540"/>
                    <a:pt x="924535" y="284607"/>
                    <a:pt x="906255" y="284607"/>
                  </a:cubicBezTo>
                  <a:close/>
                  <a:moveTo>
                    <a:pt x="906255" y="259080"/>
                  </a:moveTo>
                  <a:cubicBezTo>
                    <a:pt x="925040" y="259080"/>
                    <a:pt x="939511" y="252860"/>
                    <a:pt x="949670" y="240411"/>
                  </a:cubicBezTo>
                  <a:cubicBezTo>
                    <a:pt x="960076" y="227714"/>
                    <a:pt x="965284" y="209293"/>
                    <a:pt x="965284" y="185166"/>
                  </a:cubicBezTo>
                  <a:cubicBezTo>
                    <a:pt x="965284" y="161544"/>
                    <a:pt x="960076" y="143380"/>
                    <a:pt x="949670" y="130683"/>
                  </a:cubicBezTo>
                  <a:cubicBezTo>
                    <a:pt x="939254" y="117986"/>
                    <a:pt x="924782" y="111633"/>
                    <a:pt x="906255" y="111633"/>
                  </a:cubicBezTo>
                  <a:cubicBezTo>
                    <a:pt x="887717" y="111633"/>
                    <a:pt x="873122" y="117986"/>
                    <a:pt x="862459" y="130683"/>
                  </a:cubicBezTo>
                  <a:cubicBezTo>
                    <a:pt x="852043" y="143380"/>
                    <a:pt x="846845" y="161544"/>
                    <a:pt x="846845" y="185166"/>
                  </a:cubicBezTo>
                  <a:cubicBezTo>
                    <a:pt x="846845" y="209293"/>
                    <a:pt x="851919" y="227714"/>
                    <a:pt x="862078" y="240411"/>
                  </a:cubicBezTo>
                  <a:cubicBezTo>
                    <a:pt x="872484" y="252860"/>
                    <a:pt x="887213" y="259080"/>
                    <a:pt x="906255" y="259080"/>
                  </a:cubicBezTo>
                  <a:close/>
                  <a:moveTo>
                    <a:pt x="1044974" y="281940"/>
                  </a:moveTo>
                  <a:lnTo>
                    <a:pt x="1044974" y="144018"/>
                  </a:lnTo>
                  <a:cubicBezTo>
                    <a:pt x="1044974" y="135131"/>
                    <a:pt x="1044727" y="126235"/>
                    <a:pt x="1044212" y="117348"/>
                  </a:cubicBezTo>
                  <a:cubicBezTo>
                    <a:pt x="1043965" y="108204"/>
                    <a:pt x="1043203" y="99184"/>
                    <a:pt x="1041927" y="90297"/>
                  </a:cubicBezTo>
                  <a:lnTo>
                    <a:pt x="1071252" y="90297"/>
                  </a:lnTo>
                  <a:lnTo>
                    <a:pt x="1075441" y="137541"/>
                  </a:lnTo>
                  <a:lnTo>
                    <a:pt x="1071252" y="136398"/>
                  </a:lnTo>
                  <a:cubicBezTo>
                    <a:pt x="1074812" y="119634"/>
                    <a:pt x="1082429" y="107061"/>
                    <a:pt x="1094102" y="98679"/>
                  </a:cubicBezTo>
                  <a:cubicBezTo>
                    <a:pt x="1106041" y="90040"/>
                    <a:pt x="1119371" y="85725"/>
                    <a:pt x="1134089" y="85725"/>
                  </a:cubicBezTo>
                  <a:cubicBezTo>
                    <a:pt x="1137393" y="85725"/>
                    <a:pt x="1140440" y="85982"/>
                    <a:pt x="1143230" y="86487"/>
                  </a:cubicBezTo>
                  <a:cubicBezTo>
                    <a:pt x="1146276" y="86744"/>
                    <a:pt x="1149076" y="87249"/>
                    <a:pt x="1151608" y="88011"/>
                  </a:cubicBezTo>
                  <a:lnTo>
                    <a:pt x="1150846" y="116205"/>
                  </a:lnTo>
                  <a:cubicBezTo>
                    <a:pt x="1145010" y="114176"/>
                    <a:pt x="1138279" y="113157"/>
                    <a:pt x="1130662" y="113157"/>
                  </a:cubicBezTo>
                  <a:cubicBezTo>
                    <a:pt x="1117466" y="113157"/>
                    <a:pt x="1106803" y="116081"/>
                    <a:pt x="1098672" y="121920"/>
                  </a:cubicBezTo>
                  <a:cubicBezTo>
                    <a:pt x="1090808" y="127759"/>
                    <a:pt x="1084962" y="135255"/>
                    <a:pt x="1081153" y="144399"/>
                  </a:cubicBezTo>
                  <a:cubicBezTo>
                    <a:pt x="1077602" y="153286"/>
                    <a:pt x="1075822" y="162687"/>
                    <a:pt x="1075822" y="172593"/>
                  </a:cubicBezTo>
                  <a:lnTo>
                    <a:pt x="1075822" y="281940"/>
                  </a:lnTo>
                  <a:lnTo>
                    <a:pt x="1044974" y="281940"/>
                  </a:lnTo>
                  <a:close/>
                  <a:moveTo>
                    <a:pt x="1182951" y="281940"/>
                  </a:moveTo>
                  <a:lnTo>
                    <a:pt x="1182951" y="144018"/>
                  </a:lnTo>
                  <a:cubicBezTo>
                    <a:pt x="1182951" y="135131"/>
                    <a:pt x="1182703" y="126235"/>
                    <a:pt x="1182189" y="117348"/>
                  </a:cubicBezTo>
                  <a:cubicBezTo>
                    <a:pt x="1181941" y="108204"/>
                    <a:pt x="1181180" y="99184"/>
                    <a:pt x="1179904" y="90297"/>
                  </a:cubicBezTo>
                  <a:lnTo>
                    <a:pt x="1209228" y="90297"/>
                  </a:lnTo>
                  <a:lnTo>
                    <a:pt x="1212656" y="129921"/>
                  </a:lnTo>
                  <a:lnTo>
                    <a:pt x="1208847" y="132588"/>
                  </a:lnTo>
                  <a:cubicBezTo>
                    <a:pt x="1213418" y="117605"/>
                    <a:pt x="1221291" y="106042"/>
                    <a:pt x="1232459" y="97917"/>
                  </a:cubicBezTo>
                  <a:cubicBezTo>
                    <a:pt x="1243885" y="89792"/>
                    <a:pt x="1257347" y="85725"/>
                    <a:pt x="1272828" y="85725"/>
                  </a:cubicBezTo>
                  <a:cubicBezTo>
                    <a:pt x="1291365" y="85725"/>
                    <a:pt x="1305713" y="90297"/>
                    <a:pt x="1315862" y="99441"/>
                  </a:cubicBezTo>
                  <a:cubicBezTo>
                    <a:pt x="1326278" y="108585"/>
                    <a:pt x="1332876" y="122558"/>
                    <a:pt x="1335665" y="141351"/>
                  </a:cubicBezTo>
                  <a:lnTo>
                    <a:pt x="1326526" y="136398"/>
                  </a:lnTo>
                  <a:cubicBezTo>
                    <a:pt x="1330591" y="120901"/>
                    <a:pt x="1338712" y="108585"/>
                    <a:pt x="1350899" y="99441"/>
                  </a:cubicBezTo>
                  <a:cubicBezTo>
                    <a:pt x="1363343" y="90297"/>
                    <a:pt x="1378196" y="85725"/>
                    <a:pt x="1395457" y="85725"/>
                  </a:cubicBezTo>
                  <a:cubicBezTo>
                    <a:pt x="1416536" y="85725"/>
                    <a:pt x="1432398" y="92078"/>
                    <a:pt x="1443061" y="104775"/>
                  </a:cubicBezTo>
                  <a:cubicBezTo>
                    <a:pt x="1453725" y="117224"/>
                    <a:pt x="1459056" y="136141"/>
                    <a:pt x="1459056" y="161544"/>
                  </a:cubicBezTo>
                  <a:lnTo>
                    <a:pt x="1459056" y="281940"/>
                  </a:lnTo>
                  <a:lnTo>
                    <a:pt x="1428209" y="281940"/>
                  </a:lnTo>
                  <a:lnTo>
                    <a:pt x="1428209" y="163068"/>
                  </a:lnTo>
                  <a:cubicBezTo>
                    <a:pt x="1428209" y="145285"/>
                    <a:pt x="1425038" y="132331"/>
                    <a:pt x="1418688" y="124206"/>
                  </a:cubicBezTo>
                  <a:cubicBezTo>
                    <a:pt x="1412347" y="115824"/>
                    <a:pt x="1402312" y="111633"/>
                    <a:pt x="1388602" y="111633"/>
                  </a:cubicBezTo>
                  <a:cubicBezTo>
                    <a:pt x="1372607" y="111633"/>
                    <a:pt x="1359915" y="117091"/>
                    <a:pt x="1350518" y="128016"/>
                  </a:cubicBezTo>
                  <a:cubicBezTo>
                    <a:pt x="1341378" y="138941"/>
                    <a:pt x="1336808" y="153800"/>
                    <a:pt x="1336808" y="172593"/>
                  </a:cubicBezTo>
                  <a:lnTo>
                    <a:pt x="1336808" y="281940"/>
                  </a:lnTo>
                  <a:lnTo>
                    <a:pt x="1305960" y="281940"/>
                  </a:lnTo>
                  <a:lnTo>
                    <a:pt x="1305960" y="163068"/>
                  </a:lnTo>
                  <a:cubicBezTo>
                    <a:pt x="1305960" y="145285"/>
                    <a:pt x="1302666" y="132331"/>
                    <a:pt x="1296059" y="124206"/>
                  </a:cubicBezTo>
                  <a:cubicBezTo>
                    <a:pt x="1289718" y="115824"/>
                    <a:pt x="1279683" y="111633"/>
                    <a:pt x="1265973" y="111633"/>
                  </a:cubicBezTo>
                  <a:cubicBezTo>
                    <a:pt x="1249730" y="111633"/>
                    <a:pt x="1236906" y="117091"/>
                    <a:pt x="1227508" y="128016"/>
                  </a:cubicBezTo>
                  <a:cubicBezTo>
                    <a:pt x="1218368" y="138941"/>
                    <a:pt x="1213798" y="153800"/>
                    <a:pt x="1213798" y="172593"/>
                  </a:cubicBezTo>
                  <a:lnTo>
                    <a:pt x="1213798" y="281940"/>
                  </a:lnTo>
                  <a:lnTo>
                    <a:pt x="1182951" y="2819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7"/>
            <p:cNvSpPr/>
            <p:nvPr/>
          </p:nvSpPr>
          <p:spPr>
            <a:xfrm>
              <a:off x="4527854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7"/>
            <p:cNvSpPr/>
            <p:nvPr/>
          </p:nvSpPr>
          <p:spPr>
            <a:xfrm>
              <a:off x="1919132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5" name="Google Shape;11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4758" y="1944076"/>
            <a:ext cx="5852192" cy="348691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7"/>
          <p:cNvSpPr txBox="1"/>
          <p:nvPr>
            <p:ph idx="1" type="body"/>
          </p:nvPr>
        </p:nvSpPr>
        <p:spPr>
          <a:xfrm>
            <a:off x="155786" y="6472155"/>
            <a:ext cx="5940214" cy="258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M">
  <p:cSld name="STM">
    <p:bg>
      <p:bgPr>
        <a:solidFill>
          <a:srgbClr val="245893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3007268" y="-1"/>
            <a:ext cx="9184732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6067" y="1690688"/>
            <a:ext cx="7255934" cy="442774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8"/>
          <p:cNvSpPr txBox="1"/>
          <p:nvPr>
            <p:ph idx="1" type="body"/>
          </p:nvPr>
        </p:nvSpPr>
        <p:spPr>
          <a:xfrm>
            <a:off x="155786" y="6472155"/>
            <a:ext cx="5940214" cy="258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155786" y="1191528"/>
            <a:ext cx="5054601" cy="4887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Rokkitt"/>
              <a:buNone/>
              <a:defRPr b="1" sz="3200">
                <a:solidFill>
                  <a:schemeClr val="dk2"/>
                </a:solidFill>
                <a:latin typeface="Rokkitt"/>
                <a:ea typeface="Rokkitt"/>
                <a:cs typeface="Rokkitt"/>
                <a:sym typeface="Rokkit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22" name="Google Shape;122;p28"/>
          <p:cNvGrpSpPr/>
          <p:nvPr/>
        </p:nvGrpSpPr>
        <p:grpSpPr>
          <a:xfrm>
            <a:off x="300959" y="308426"/>
            <a:ext cx="2013104" cy="571854"/>
            <a:chOff x="338666" y="4303183"/>
            <a:chExt cx="7340599" cy="2085212"/>
          </a:xfrm>
        </p:grpSpPr>
        <p:sp>
          <p:nvSpPr>
            <p:cNvPr id="123" name="Google Shape;123;p28"/>
            <p:cNvSpPr/>
            <p:nvPr/>
          </p:nvSpPr>
          <p:spPr>
            <a:xfrm>
              <a:off x="338666" y="4817769"/>
              <a:ext cx="931067" cy="1085156"/>
            </a:xfrm>
            <a:custGeom>
              <a:rect b="b" l="l" r="r" t="t"/>
              <a:pathLst>
                <a:path extrusionOk="0" h="1085156" w="931067">
                  <a:moveTo>
                    <a:pt x="266668" y="724502"/>
                  </a:moveTo>
                  <a:lnTo>
                    <a:pt x="0" y="724502"/>
                  </a:lnTo>
                  <a:cubicBezTo>
                    <a:pt x="0" y="847803"/>
                    <a:pt x="39462" y="937691"/>
                    <a:pt x="117749" y="995117"/>
                  </a:cubicBezTo>
                  <a:cubicBezTo>
                    <a:pt x="188382" y="1054534"/>
                    <a:pt x="298318" y="1085157"/>
                    <a:pt x="451383" y="1085157"/>
                  </a:cubicBezTo>
                  <a:cubicBezTo>
                    <a:pt x="735511" y="1085157"/>
                    <a:pt x="931068" y="993278"/>
                    <a:pt x="931068" y="736551"/>
                  </a:cubicBezTo>
                  <a:cubicBezTo>
                    <a:pt x="931068" y="663885"/>
                    <a:pt x="908108" y="599124"/>
                    <a:pt x="860036" y="546727"/>
                  </a:cubicBezTo>
                  <a:cubicBezTo>
                    <a:pt x="804550" y="492016"/>
                    <a:pt x="691505" y="445600"/>
                    <a:pt x="507268" y="409227"/>
                  </a:cubicBezTo>
                  <a:cubicBezTo>
                    <a:pt x="364487" y="382909"/>
                    <a:pt x="294252" y="340558"/>
                    <a:pt x="294252" y="285925"/>
                  </a:cubicBezTo>
                  <a:cubicBezTo>
                    <a:pt x="294252" y="231452"/>
                    <a:pt x="348064" y="203059"/>
                    <a:pt x="455529" y="203059"/>
                  </a:cubicBezTo>
                  <a:cubicBezTo>
                    <a:pt x="546571" y="203059"/>
                    <a:pt x="602376" y="229378"/>
                    <a:pt x="621111" y="275875"/>
                  </a:cubicBezTo>
                  <a:cubicBezTo>
                    <a:pt x="637534" y="318386"/>
                    <a:pt x="678032" y="340558"/>
                    <a:pt x="737424" y="342631"/>
                  </a:cubicBezTo>
                  <a:lnTo>
                    <a:pt x="898542" y="342631"/>
                  </a:lnTo>
                  <a:cubicBezTo>
                    <a:pt x="892802" y="231452"/>
                    <a:pt x="852463" y="146910"/>
                    <a:pt x="777764" y="86934"/>
                  </a:cubicBezTo>
                  <a:cubicBezTo>
                    <a:pt x="701151" y="28951"/>
                    <a:pt x="592251" y="0"/>
                    <a:pt x="451543" y="0"/>
                  </a:cubicBezTo>
                  <a:cubicBezTo>
                    <a:pt x="206080" y="3908"/>
                    <a:pt x="29577" y="108388"/>
                    <a:pt x="29577" y="334417"/>
                  </a:cubicBezTo>
                  <a:cubicBezTo>
                    <a:pt x="31649" y="502141"/>
                    <a:pt x="149159" y="607421"/>
                    <a:pt x="383141" y="649693"/>
                  </a:cubicBezTo>
                  <a:cubicBezTo>
                    <a:pt x="571284" y="682230"/>
                    <a:pt x="666472" y="726578"/>
                    <a:pt x="666472" y="781214"/>
                  </a:cubicBezTo>
                  <a:cubicBezTo>
                    <a:pt x="666472" y="849880"/>
                    <a:pt x="608515" y="882103"/>
                    <a:pt x="492679" y="882103"/>
                  </a:cubicBezTo>
                  <a:cubicBezTo>
                    <a:pt x="358348" y="882103"/>
                    <a:pt x="272648" y="841907"/>
                    <a:pt x="266668" y="7245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8"/>
            <p:cNvSpPr/>
            <p:nvPr/>
          </p:nvSpPr>
          <p:spPr>
            <a:xfrm>
              <a:off x="1374890" y="4819443"/>
              <a:ext cx="1517750" cy="1067689"/>
            </a:xfrm>
            <a:custGeom>
              <a:rect b="b" l="l" r="r" t="t"/>
              <a:pathLst>
                <a:path extrusionOk="0" h="1067689" w="1517750">
                  <a:moveTo>
                    <a:pt x="448672" y="223396"/>
                  </a:moveTo>
                  <a:cubicBezTo>
                    <a:pt x="569444" y="223396"/>
                    <a:pt x="630673" y="277471"/>
                    <a:pt x="636890" y="387375"/>
                  </a:cubicBezTo>
                  <a:lnTo>
                    <a:pt x="636890" y="1063784"/>
                  </a:lnTo>
                  <a:lnTo>
                    <a:pt x="880920" y="1063784"/>
                  </a:lnTo>
                  <a:lnTo>
                    <a:pt x="880920" y="391522"/>
                  </a:lnTo>
                  <a:cubicBezTo>
                    <a:pt x="882995" y="281379"/>
                    <a:pt x="944138" y="227305"/>
                    <a:pt x="1064996" y="227305"/>
                  </a:cubicBezTo>
                  <a:cubicBezTo>
                    <a:pt x="1185778" y="227305"/>
                    <a:pt x="1246998" y="281379"/>
                    <a:pt x="1253139" y="391522"/>
                  </a:cubicBezTo>
                  <a:lnTo>
                    <a:pt x="1253139" y="935778"/>
                  </a:lnTo>
                  <a:cubicBezTo>
                    <a:pt x="1253139" y="1019760"/>
                    <a:pt x="1296268" y="1061794"/>
                    <a:pt x="1382527" y="1067690"/>
                  </a:cubicBezTo>
                  <a:lnTo>
                    <a:pt x="1517733" y="1067690"/>
                  </a:lnTo>
                  <a:lnTo>
                    <a:pt x="1517733" y="445517"/>
                  </a:lnTo>
                  <a:cubicBezTo>
                    <a:pt x="1519571" y="146911"/>
                    <a:pt x="1372645" y="3669"/>
                    <a:pt x="1069062" y="3669"/>
                  </a:cubicBezTo>
                  <a:cubicBezTo>
                    <a:pt x="930028" y="3669"/>
                    <a:pt x="829973" y="30387"/>
                    <a:pt x="760699" y="85897"/>
                  </a:cubicBezTo>
                  <a:cubicBezTo>
                    <a:pt x="691502" y="28553"/>
                    <a:pt x="591847" y="0"/>
                    <a:pt x="452737" y="0"/>
                  </a:cubicBezTo>
                  <a:cubicBezTo>
                    <a:pt x="148992" y="0"/>
                    <a:pt x="0" y="143242"/>
                    <a:pt x="0" y="441449"/>
                  </a:cubicBezTo>
                  <a:lnTo>
                    <a:pt x="0" y="1063784"/>
                  </a:lnTo>
                  <a:lnTo>
                    <a:pt x="264509" y="1063784"/>
                  </a:lnTo>
                  <a:lnTo>
                    <a:pt x="264509" y="387375"/>
                  </a:lnTo>
                  <a:cubicBezTo>
                    <a:pt x="266747" y="277471"/>
                    <a:pt x="327890" y="223396"/>
                    <a:pt x="448672" y="2233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8"/>
            <p:cNvSpPr/>
            <p:nvPr/>
          </p:nvSpPr>
          <p:spPr>
            <a:xfrm>
              <a:off x="3018422" y="4817769"/>
              <a:ext cx="880929" cy="1069283"/>
            </a:xfrm>
            <a:custGeom>
              <a:rect b="b" l="l" r="r" t="t"/>
              <a:pathLst>
                <a:path extrusionOk="0" h="1069283" w="880929">
                  <a:moveTo>
                    <a:pt x="450909" y="203059"/>
                  </a:moveTo>
                  <a:cubicBezTo>
                    <a:pt x="567140" y="203059"/>
                    <a:pt x="626293" y="232648"/>
                    <a:pt x="632672" y="291907"/>
                  </a:cubicBezTo>
                  <a:cubicBezTo>
                    <a:pt x="632672" y="349012"/>
                    <a:pt x="571443" y="382510"/>
                    <a:pt x="450909" y="396308"/>
                  </a:cubicBezTo>
                  <a:cubicBezTo>
                    <a:pt x="176822" y="421989"/>
                    <a:pt x="5503" y="489301"/>
                    <a:pt x="0" y="739732"/>
                  </a:cubicBezTo>
                  <a:cubicBezTo>
                    <a:pt x="0" y="970552"/>
                    <a:pt x="163912" y="1086833"/>
                    <a:pt x="421566" y="1067135"/>
                  </a:cubicBezTo>
                  <a:cubicBezTo>
                    <a:pt x="714466" y="1047438"/>
                    <a:pt x="880929" y="919183"/>
                    <a:pt x="880929" y="631186"/>
                  </a:cubicBezTo>
                  <a:lnTo>
                    <a:pt x="880929" y="276035"/>
                  </a:lnTo>
                  <a:cubicBezTo>
                    <a:pt x="875188" y="89406"/>
                    <a:pt x="735279" y="0"/>
                    <a:pt x="438475" y="0"/>
                  </a:cubicBezTo>
                  <a:cubicBezTo>
                    <a:pt x="188228" y="0"/>
                    <a:pt x="59639" y="89406"/>
                    <a:pt x="29819" y="276035"/>
                  </a:cubicBezTo>
                  <a:lnTo>
                    <a:pt x="282056" y="276035"/>
                  </a:lnTo>
                  <a:cubicBezTo>
                    <a:pt x="296804" y="226746"/>
                    <a:pt x="351730" y="203059"/>
                    <a:pt x="450909" y="203059"/>
                  </a:cubicBezTo>
                  <a:close/>
                  <a:moveTo>
                    <a:pt x="385615" y="854023"/>
                  </a:moveTo>
                  <a:cubicBezTo>
                    <a:pt x="296804" y="854023"/>
                    <a:pt x="250409" y="814551"/>
                    <a:pt x="244030" y="731760"/>
                  </a:cubicBezTo>
                  <a:cubicBezTo>
                    <a:pt x="244030" y="654874"/>
                    <a:pt x="300955" y="605582"/>
                    <a:pt x="412959" y="585808"/>
                  </a:cubicBezTo>
                  <a:cubicBezTo>
                    <a:pt x="495314" y="570016"/>
                    <a:pt x="571529" y="548404"/>
                    <a:pt x="636899" y="522724"/>
                  </a:cubicBezTo>
                  <a:lnTo>
                    <a:pt x="636899" y="619308"/>
                  </a:lnTo>
                  <a:cubicBezTo>
                    <a:pt x="636814" y="767250"/>
                    <a:pt x="541872" y="854023"/>
                    <a:pt x="385615" y="8540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8"/>
            <p:cNvSpPr/>
            <p:nvPr/>
          </p:nvSpPr>
          <p:spPr>
            <a:xfrm>
              <a:off x="5216460" y="4303183"/>
              <a:ext cx="408455" cy="1583837"/>
            </a:xfrm>
            <a:custGeom>
              <a:rect b="b" l="l" r="r" t="t"/>
              <a:pathLst>
                <a:path extrusionOk="0" h="1583837" w="408455">
                  <a:moveTo>
                    <a:pt x="244078" y="292465"/>
                  </a:moveTo>
                  <a:lnTo>
                    <a:pt x="244078" y="129683"/>
                  </a:lnTo>
                  <a:cubicBezTo>
                    <a:pt x="244078" y="62050"/>
                    <a:pt x="190904" y="0"/>
                    <a:pt x="126647" y="0"/>
                  </a:cubicBezTo>
                  <a:lnTo>
                    <a:pt x="48" y="0"/>
                  </a:lnTo>
                  <a:lnTo>
                    <a:pt x="48" y="1388707"/>
                  </a:lnTo>
                  <a:cubicBezTo>
                    <a:pt x="-1704" y="1505236"/>
                    <a:pt x="44215" y="1566253"/>
                    <a:pt x="139958" y="1576140"/>
                  </a:cubicBezTo>
                  <a:cubicBezTo>
                    <a:pt x="235938" y="1586027"/>
                    <a:pt x="325872" y="1586027"/>
                    <a:pt x="408456" y="1578216"/>
                  </a:cubicBezTo>
                  <a:lnTo>
                    <a:pt x="408456" y="1378820"/>
                  </a:lnTo>
                  <a:lnTo>
                    <a:pt x="329776" y="1378820"/>
                  </a:lnTo>
                  <a:cubicBezTo>
                    <a:pt x="269747" y="1378820"/>
                    <a:pt x="244078" y="1354017"/>
                    <a:pt x="244078" y="1308402"/>
                  </a:cubicBezTo>
                  <a:lnTo>
                    <a:pt x="244078" y="700816"/>
                  </a:lnTo>
                  <a:lnTo>
                    <a:pt x="244078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8"/>
            <p:cNvSpPr/>
            <p:nvPr/>
          </p:nvSpPr>
          <p:spPr>
            <a:xfrm>
              <a:off x="5647957" y="4819443"/>
              <a:ext cx="942548" cy="1081815"/>
            </a:xfrm>
            <a:custGeom>
              <a:rect b="b" l="l" r="r" t="t"/>
              <a:pathLst>
                <a:path extrusionOk="0" h="1081815" w="942548">
                  <a:moveTo>
                    <a:pt x="474350" y="223396"/>
                  </a:moveTo>
                  <a:cubicBezTo>
                    <a:pt x="610108" y="223396"/>
                    <a:pt x="677954" y="326920"/>
                    <a:pt x="677954" y="535718"/>
                  </a:cubicBezTo>
                  <a:cubicBezTo>
                    <a:pt x="676040" y="748907"/>
                    <a:pt x="608042" y="858416"/>
                    <a:pt x="472274" y="858416"/>
                  </a:cubicBezTo>
                  <a:cubicBezTo>
                    <a:pt x="336507" y="858416"/>
                    <a:pt x="266432" y="752822"/>
                    <a:pt x="264595" y="544015"/>
                  </a:cubicBezTo>
                  <a:cubicBezTo>
                    <a:pt x="264681" y="330908"/>
                    <a:pt x="334431" y="223396"/>
                    <a:pt x="474350" y="223396"/>
                  </a:cubicBezTo>
                  <a:close/>
                  <a:moveTo>
                    <a:pt x="474350" y="0"/>
                  </a:moveTo>
                  <a:cubicBezTo>
                    <a:pt x="156733" y="0"/>
                    <a:pt x="0" y="173868"/>
                    <a:pt x="0" y="544015"/>
                  </a:cubicBezTo>
                  <a:cubicBezTo>
                    <a:pt x="0" y="908984"/>
                    <a:pt x="156733" y="1081815"/>
                    <a:pt x="474350" y="1081815"/>
                  </a:cubicBezTo>
                  <a:cubicBezTo>
                    <a:pt x="788206" y="1081815"/>
                    <a:pt x="942549" y="908898"/>
                    <a:pt x="942549" y="544015"/>
                  </a:cubicBezTo>
                  <a:cubicBezTo>
                    <a:pt x="942549" y="173947"/>
                    <a:pt x="788206" y="0"/>
                    <a:pt x="474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8"/>
            <p:cNvSpPr/>
            <p:nvPr/>
          </p:nvSpPr>
          <p:spPr>
            <a:xfrm>
              <a:off x="6716152" y="4817830"/>
              <a:ext cx="963113" cy="1497041"/>
            </a:xfrm>
            <a:custGeom>
              <a:rect b="b" l="l" r="r" t="t"/>
              <a:pathLst>
                <a:path extrusionOk="0" h="1497041" w="963113">
                  <a:moveTo>
                    <a:pt x="414073" y="1083504"/>
                  </a:moveTo>
                  <a:cubicBezTo>
                    <a:pt x="547365" y="1083504"/>
                    <a:pt x="650524" y="1033974"/>
                    <a:pt x="719084" y="934438"/>
                  </a:cubicBezTo>
                  <a:lnTo>
                    <a:pt x="719084" y="1037641"/>
                  </a:lnTo>
                  <a:cubicBezTo>
                    <a:pt x="719084" y="1206805"/>
                    <a:pt x="646382" y="1293978"/>
                    <a:pt x="505036" y="1293978"/>
                  </a:cubicBezTo>
                  <a:cubicBezTo>
                    <a:pt x="393898" y="1293978"/>
                    <a:pt x="331156" y="1255697"/>
                    <a:pt x="313142" y="1174983"/>
                  </a:cubicBezTo>
                  <a:lnTo>
                    <a:pt x="27183" y="1174983"/>
                  </a:lnTo>
                  <a:cubicBezTo>
                    <a:pt x="86973" y="1395505"/>
                    <a:pt x="233585" y="1497042"/>
                    <a:pt x="474578" y="1497042"/>
                  </a:cubicBezTo>
                  <a:cubicBezTo>
                    <a:pt x="807733" y="1491536"/>
                    <a:pt x="963114" y="1370226"/>
                    <a:pt x="963114" y="1100649"/>
                  </a:cubicBezTo>
                  <a:lnTo>
                    <a:pt x="963114" y="465398"/>
                  </a:lnTo>
                  <a:cubicBezTo>
                    <a:pt x="963114" y="140866"/>
                    <a:pt x="809732" y="-1817"/>
                    <a:pt x="484861" y="17"/>
                  </a:cubicBezTo>
                  <a:cubicBezTo>
                    <a:pt x="158485" y="5601"/>
                    <a:pt x="0" y="166548"/>
                    <a:pt x="0" y="530559"/>
                  </a:cubicBezTo>
                  <a:cubicBezTo>
                    <a:pt x="76" y="907720"/>
                    <a:pt x="135283" y="1083504"/>
                    <a:pt x="414073" y="1083504"/>
                  </a:cubicBezTo>
                  <a:close/>
                  <a:moveTo>
                    <a:pt x="488850" y="860105"/>
                  </a:moveTo>
                  <a:cubicBezTo>
                    <a:pt x="343437" y="860105"/>
                    <a:pt x="270650" y="753073"/>
                    <a:pt x="264671" y="538846"/>
                  </a:cubicBezTo>
                  <a:cubicBezTo>
                    <a:pt x="264671" y="314177"/>
                    <a:pt x="339448" y="202997"/>
                    <a:pt x="492915" y="202997"/>
                  </a:cubicBezTo>
                  <a:cubicBezTo>
                    <a:pt x="646382" y="202997"/>
                    <a:pt x="720922" y="314177"/>
                    <a:pt x="719084" y="538846"/>
                  </a:cubicBezTo>
                  <a:cubicBezTo>
                    <a:pt x="711115" y="753073"/>
                    <a:pt x="634263" y="860105"/>
                    <a:pt x="488850" y="8601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28"/>
            <p:cNvSpPr/>
            <p:nvPr/>
          </p:nvSpPr>
          <p:spPr>
            <a:xfrm>
              <a:off x="4661889" y="4843290"/>
              <a:ext cx="419889" cy="1039937"/>
            </a:xfrm>
            <a:custGeom>
              <a:rect b="b" l="l" r="r" t="t"/>
              <a:pathLst>
                <a:path extrusionOk="0" h="1039937" w="419889">
                  <a:moveTo>
                    <a:pt x="0" y="1039938"/>
                  </a:moveTo>
                  <a:lnTo>
                    <a:pt x="264595" y="1039938"/>
                  </a:lnTo>
                  <a:lnTo>
                    <a:pt x="264595" y="492412"/>
                  </a:lnTo>
                  <a:cubicBezTo>
                    <a:pt x="264595" y="363368"/>
                    <a:pt x="316331" y="20497"/>
                    <a:pt x="419890" y="0"/>
                  </a:cubicBezTo>
                  <a:cubicBezTo>
                    <a:pt x="146841" y="33737"/>
                    <a:pt x="6931" y="198992"/>
                    <a:pt x="0" y="496403"/>
                  </a:cubicBezTo>
                  <a:lnTo>
                    <a:pt x="0" y="10399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28"/>
            <p:cNvSpPr/>
            <p:nvPr/>
          </p:nvSpPr>
          <p:spPr>
            <a:xfrm>
              <a:off x="4661889" y="4488137"/>
              <a:ext cx="244020" cy="471437"/>
            </a:xfrm>
            <a:custGeom>
              <a:rect b="b" l="l" r="r" t="t"/>
              <a:pathLst>
                <a:path extrusionOk="0" h="471437" w="244020">
                  <a:moveTo>
                    <a:pt x="244020" y="292465"/>
                  </a:moveTo>
                  <a:lnTo>
                    <a:pt x="244020" y="129683"/>
                  </a:lnTo>
                  <a:cubicBezTo>
                    <a:pt x="244020" y="62050"/>
                    <a:pt x="190846" y="0"/>
                    <a:pt x="126513" y="0"/>
                  </a:cubicBezTo>
                  <a:lnTo>
                    <a:pt x="0" y="0"/>
                  </a:lnTo>
                  <a:lnTo>
                    <a:pt x="152" y="471438"/>
                  </a:lnTo>
                  <a:lnTo>
                    <a:pt x="244020" y="471438"/>
                  </a:lnTo>
                  <a:lnTo>
                    <a:pt x="244020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28"/>
            <p:cNvSpPr/>
            <p:nvPr/>
          </p:nvSpPr>
          <p:spPr>
            <a:xfrm>
              <a:off x="4025065" y="4842652"/>
              <a:ext cx="522658" cy="1040575"/>
            </a:xfrm>
            <a:custGeom>
              <a:rect b="b" l="l" r="r" t="t"/>
              <a:pathLst>
                <a:path extrusionOk="0" h="1040575" w="522658">
                  <a:moveTo>
                    <a:pt x="0" y="1040576"/>
                  </a:moveTo>
                  <a:lnTo>
                    <a:pt x="264604" y="1040576"/>
                  </a:lnTo>
                  <a:lnTo>
                    <a:pt x="264604" y="493050"/>
                  </a:lnTo>
                  <a:cubicBezTo>
                    <a:pt x="264604" y="339762"/>
                    <a:pt x="337544" y="262078"/>
                    <a:pt x="483356" y="262078"/>
                  </a:cubicBezTo>
                  <a:lnTo>
                    <a:pt x="522658" y="262078"/>
                  </a:lnTo>
                  <a:lnTo>
                    <a:pt x="522658" y="0"/>
                  </a:lnTo>
                  <a:cubicBezTo>
                    <a:pt x="214534" y="21774"/>
                    <a:pt x="7417" y="184795"/>
                    <a:pt x="86" y="496955"/>
                  </a:cubicBezTo>
                  <a:lnTo>
                    <a:pt x="86" y="1040576"/>
                  </a:lnTo>
                  <a:lnTo>
                    <a:pt x="0" y="10405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8"/>
            <p:cNvSpPr/>
            <p:nvPr/>
          </p:nvSpPr>
          <p:spPr>
            <a:xfrm>
              <a:off x="356946" y="6029112"/>
              <a:ext cx="1060969" cy="277368"/>
            </a:xfrm>
            <a:custGeom>
              <a:rect b="b" l="l" r="r" t="t"/>
              <a:pathLst>
                <a:path extrusionOk="0" h="277368" w="1060969">
                  <a:moveTo>
                    <a:pt x="101302" y="277368"/>
                  </a:moveTo>
                  <a:cubicBezTo>
                    <a:pt x="87338" y="277368"/>
                    <a:pt x="74263" y="276225"/>
                    <a:pt x="62076" y="273939"/>
                  </a:cubicBezTo>
                  <a:cubicBezTo>
                    <a:pt x="49889" y="271396"/>
                    <a:pt x="38591" y="267586"/>
                    <a:pt x="28182" y="262509"/>
                  </a:cubicBezTo>
                  <a:cubicBezTo>
                    <a:pt x="17772" y="257175"/>
                    <a:pt x="8378" y="250698"/>
                    <a:pt x="0" y="243078"/>
                  </a:cubicBezTo>
                  <a:lnTo>
                    <a:pt x="11806" y="219075"/>
                  </a:lnTo>
                  <a:cubicBezTo>
                    <a:pt x="25516" y="230505"/>
                    <a:pt x="39226" y="238630"/>
                    <a:pt x="52936" y="243459"/>
                  </a:cubicBezTo>
                  <a:cubicBezTo>
                    <a:pt x="66900" y="248288"/>
                    <a:pt x="83149" y="250698"/>
                    <a:pt x="101683" y="250698"/>
                  </a:cubicBezTo>
                  <a:cubicBezTo>
                    <a:pt x="123264" y="250698"/>
                    <a:pt x="140021" y="246507"/>
                    <a:pt x="151953" y="238125"/>
                  </a:cubicBezTo>
                  <a:cubicBezTo>
                    <a:pt x="163886" y="229486"/>
                    <a:pt x="169853" y="217427"/>
                    <a:pt x="169853" y="201930"/>
                  </a:cubicBezTo>
                  <a:cubicBezTo>
                    <a:pt x="169853" y="192529"/>
                    <a:pt x="166806" y="185042"/>
                    <a:pt x="160712" y="179451"/>
                  </a:cubicBezTo>
                  <a:cubicBezTo>
                    <a:pt x="154873" y="173612"/>
                    <a:pt x="146748" y="169040"/>
                    <a:pt x="136339" y="165735"/>
                  </a:cubicBezTo>
                  <a:cubicBezTo>
                    <a:pt x="126183" y="162182"/>
                    <a:pt x="114631" y="158877"/>
                    <a:pt x="101683" y="155829"/>
                  </a:cubicBezTo>
                  <a:cubicBezTo>
                    <a:pt x="88735" y="153038"/>
                    <a:pt x="76421" y="149857"/>
                    <a:pt x="64742" y="146304"/>
                  </a:cubicBezTo>
                  <a:cubicBezTo>
                    <a:pt x="53063" y="142494"/>
                    <a:pt x="42654" y="137798"/>
                    <a:pt x="33514" y="132207"/>
                  </a:cubicBezTo>
                  <a:cubicBezTo>
                    <a:pt x="24627" y="126616"/>
                    <a:pt x="17645" y="119510"/>
                    <a:pt x="12568" y="110871"/>
                  </a:cubicBezTo>
                  <a:cubicBezTo>
                    <a:pt x="7490" y="102232"/>
                    <a:pt x="4951" y="91440"/>
                    <a:pt x="4951" y="78486"/>
                  </a:cubicBezTo>
                  <a:cubicBezTo>
                    <a:pt x="4951" y="62989"/>
                    <a:pt x="9013" y="49406"/>
                    <a:pt x="17138" y="37719"/>
                  </a:cubicBezTo>
                  <a:cubicBezTo>
                    <a:pt x="25262" y="25784"/>
                    <a:pt x="36687" y="16507"/>
                    <a:pt x="51413" y="9906"/>
                  </a:cubicBezTo>
                  <a:cubicBezTo>
                    <a:pt x="66138" y="3305"/>
                    <a:pt x="83530" y="0"/>
                    <a:pt x="103587" y="0"/>
                  </a:cubicBezTo>
                  <a:cubicBezTo>
                    <a:pt x="116028" y="0"/>
                    <a:pt x="127961" y="1400"/>
                    <a:pt x="139386" y="4191"/>
                  </a:cubicBezTo>
                  <a:cubicBezTo>
                    <a:pt x="150811" y="6734"/>
                    <a:pt x="161348" y="10544"/>
                    <a:pt x="170995" y="15621"/>
                  </a:cubicBezTo>
                  <a:cubicBezTo>
                    <a:pt x="180897" y="20698"/>
                    <a:pt x="189656" y="26927"/>
                    <a:pt x="197273" y="34290"/>
                  </a:cubicBezTo>
                  <a:lnTo>
                    <a:pt x="185086" y="58293"/>
                  </a:lnTo>
                  <a:cubicBezTo>
                    <a:pt x="172645" y="47368"/>
                    <a:pt x="159824" y="39367"/>
                    <a:pt x="146622" y="34290"/>
                  </a:cubicBezTo>
                  <a:cubicBezTo>
                    <a:pt x="133419" y="29213"/>
                    <a:pt x="119075" y="26670"/>
                    <a:pt x="103587" y="26670"/>
                  </a:cubicBezTo>
                  <a:cubicBezTo>
                    <a:pt x="82515" y="26670"/>
                    <a:pt x="66011" y="31118"/>
                    <a:pt x="54079" y="40005"/>
                  </a:cubicBezTo>
                  <a:cubicBezTo>
                    <a:pt x="42146" y="48892"/>
                    <a:pt x="36179" y="61341"/>
                    <a:pt x="36179" y="77343"/>
                  </a:cubicBezTo>
                  <a:cubicBezTo>
                    <a:pt x="36179" y="87249"/>
                    <a:pt x="38845" y="95250"/>
                    <a:pt x="44177" y="101346"/>
                  </a:cubicBezTo>
                  <a:cubicBezTo>
                    <a:pt x="49509" y="107442"/>
                    <a:pt x="56998" y="112395"/>
                    <a:pt x="66646" y="116205"/>
                  </a:cubicBezTo>
                  <a:cubicBezTo>
                    <a:pt x="76294" y="119758"/>
                    <a:pt x="87338" y="123063"/>
                    <a:pt x="99779" y="126111"/>
                  </a:cubicBezTo>
                  <a:cubicBezTo>
                    <a:pt x="112981" y="129159"/>
                    <a:pt x="125676" y="132464"/>
                    <a:pt x="137862" y="136017"/>
                  </a:cubicBezTo>
                  <a:cubicBezTo>
                    <a:pt x="150049" y="139570"/>
                    <a:pt x="160839" y="144018"/>
                    <a:pt x="170233" y="149352"/>
                  </a:cubicBezTo>
                  <a:cubicBezTo>
                    <a:pt x="179881" y="154429"/>
                    <a:pt x="187498" y="161163"/>
                    <a:pt x="193084" y="169545"/>
                  </a:cubicBezTo>
                  <a:cubicBezTo>
                    <a:pt x="198669" y="177670"/>
                    <a:pt x="201462" y="188090"/>
                    <a:pt x="201462" y="200787"/>
                  </a:cubicBezTo>
                  <a:cubicBezTo>
                    <a:pt x="201462" y="216284"/>
                    <a:pt x="197399" y="229743"/>
                    <a:pt x="189275" y="241173"/>
                  </a:cubicBezTo>
                  <a:cubicBezTo>
                    <a:pt x="181151" y="252603"/>
                    <a:pt x="169598" y="261490"/>
                    <a:pt x="154619" y="267843"/>
                  </a:cubicBezTo>
                  <a:cubicBezTo>
                    <a:pt x="139640" y="274196"/>
                    <a:pt x="121867" y="277368"/>
                    <a:pt x="101302" y="277368"/>
                  </a:cubicBezTo>
                  <a:close/>
                  <a:moveTo>
                    <a:pt x="248704" y="274320"/>
                  </a:moveTo>
                  <a:lnTo>
                    <a:pt x="248704" y="136398"/>
                  </a:lnTo>
                  <a:cubicBezTo>
                    <a:pt x="248704" y="127511"/>
                    <a:pt x="248449" y="118615"/>
                    <a:pt x="247942" y="109728"/>
                  </a:cubicBezTo>
                  <a:cubicBezTo>
                    <a:pt x="247688" y="100584"/>
                    <a:pt x="246926" y="91564"/>
                    <a:pt x="245657" y="82677"/>
                  </a:cubicBezTo>
                  <a:lnTo>
                    <a:pt x="274981" y="82677"/>
                  </a:lnTo>
                  <a:lnTo>
                    <a:pt x="278409" y="122301"/>
                  </a:lnTo>
                  <a:lnTo>
                    <a:pt x="274600" y="124968"/>
                  </a:lnTo>
                  <a:cubicBezTo>
                    <a:pt x="279170" y="109985"/>
                    <a:pt x="287040" y="98422"/>
                    <a:pt x="298212" y="90297"/>
                  </a:cubicBezTo>
                  <a:cubicBezTo>
                    <a:pt x="309637" y="82172"/>
                    <a:pt x="323093" y="78105"/>
                    <a:pt x="338581" y="78105"/>
                  </a:cubicBezTo>
                  <a:cubicBezTo>
                    <a:pt x="357114" y="78105"/>
                    <a:pt x="371459" y="82677"/>
                    <a:pt x="381615" y="91821"/>
                  </a:cubicBezTo>
                  <a:cubicBezTo>
                    <a:pt x="392024" y="100965"/>
                    <a:pt x="398625" y="114938"/>
                    <a:pt x="401419" y="133731"/>
                  </a:cubicBezTo>
                  <a:lnTo>
                    <a:pt x="392278" y="128778"/>
                  </a:lnTo>
                  <a:cubicBezTo>
                    <a:pt x="396340" y="113281"/>
                    <a:pt x="404465" y="100965"/>
                    <a:pt x="416652" y="91821"/>
                  </a:cubicBezTo>
                  <a:cubicBezTo>
                    <a:pt x="429092" y="82677"/>
                    <a:pt x="443944" y="78105"/>
                    <a:pt x="461210" y="78105"/>
                  </a:cubicBezTo>
                  <a:cubicBezTo>
                    <a:pt x="482282" y="78105"/>
                    <a:pt x="498151" y="84458"/>
                    <a:pt x="508814" y="97155"/>
                  </a:cubicBezTo>
                  <a:cubicBezTo>
                    <a:pt x="519477" y="109604"/>
                    <a:pt x="524809" y="128521"/>
                    <a:pt x="524809" y="153924"/>
                  </a:cubicBezTo>
                  <a:lnTo>
                    <a:pt x="524809" y="274320"/>
                  </a:lnTo>
                  <a:lnTo>
                    <a:pt x="493961" y="274320"/>
                  </a:lnTo>
                  <a:lnTo>
                    <a:pt x="493961" y="155448"/>
                  </a:lnTo>
                  <a:cubicBezTo>
                    <a:pt x="493961" y="137665"/>
                    <a:pt x="490787" y="124711"/>
                    <a:pt x="484441" y="116586"/>
                  </a:cubicBezTo>
                  <a:cubicBezTo>
                    <a:pt x="478093" y="108204"/>
                    <a:pt x="468065" y="104013"/>
                    <a:pt x="454355" y="104013"/>
                  </a:cubicBezTo>
                  <a:cubicBezTo>
                    <a:pt x="438360" y="104013"/>
                    <a:pt x="425664" y="109471"/>
                    <a:pt x="416271" y="120396"/>
                  </a:cubicBezTo>
                  <a:cubicBezTo>
                    <a:pt x="407131" y="131321"/>
                    <a:pt x="402561" y="146180"/>
                    <a:pt x="402561" y="164973"/>
                  </a:cubicBezTo>
                  <a:lnTo>
                    <a:pt x="402561" y="274320"/>
                  </a:lnTo>
                  <a:lnTo>
                    <a:pt x="371713" y="274320"/>
                  </a:lnTo>
                  <a:lnTo>
                    <a:pt x="371713" y="155448"/>
                  </a:lnTo>
                  <a:cubicBezTo>
                    <a:pt x="371713" y="137665"/>
                    <a:pt x="368412" y="124711"/>
                    <a:pt x="361812" y="116586"/>
                  </a:cubicBezTo>
                  <a:cubicBezTo>
                    <a:pt x="355464" y="108204"/>
                    <a:pt x="345436" y="104013"/>
                    <a:pt x="331726" y="104013"/>
                  </a:cubicBezTo>
                  <a:cubicBezTo>
                    <a:pt x="315476" y="104013"/>
                    <a:pt x="302655" y="109471"/>
                    <a:pt x="293261" y="120396"/>
                  </a:cubicBezTo>
                  <a:cubicBezTo>
                    <a:pt x="284121" y="131321"/>
                    <a:pt x="279551" y="146180"/>
                    <a:pt x="279551" y="164973"/>
                  </a:cubicBezTo>
                  <a:lnTo>
                    <a:pt x="279551" y="274320"/>
                  </a:lnTo>
                  <a:lnTo>
                    <a:pt x="248704" y="274320"/>
                  </a:lnTo>
                  <a:close/>
                  <a:moveTo>
                    <a:pt x="656923" y="276987"/>
                  </a:moveTo>
                  <a:cubicBezTo>
                    <a:pt x="639913" y="276987"/>
                    <a:pt x="624933" y="273053"/>
                    <a:pt x="611984" y="265176"/>
                  </a:cubicBezTo>
                  <a:cubicBezTo>
                    <a:pt x="599290" y="257051"/>
                    <a:pt x="589388" y="245621"/>
                    <a:pt x="582279" y="230886"/>
                  </a:cubicBezTo>
                  <a:cubicBezTo>
                    <a:pt x="575424" y="215903"/>
                    <a:pt x="571997" y="198377"/>
                    <a:pt x="571997" y="178308"/>
                  </a:cubicBezTo>
                  <a:cubicBezTo>
                    <a:pt x="571997" y="158239"/>
                    <a:pt x="575552" y="140713"/>
                    <a:pt x="582660" y="125730"/>
                  </a:cubicBezTo>
                  <a:cubicBezTo>
                    <a:pt x="589769" y="110747"/>
                    <a:pt x="599671" y="99060"/>
                    <a:pt x="612365" y="90678"/>
                  </a:cubicBezTo>
                  <a:cubicBezTo>
                    <a:pt x="625313" y="82296"/>
                    <a:pt x="640166" y="78105"/>
                    <a:pt x="656923" y="78105"/>
                  </a:cubicBezTo>
                  <a:cubicBezTo>
                    <a:pt x="674441" y="78105"/>
                    <a:pt x="689294" y="82420"/>
                    <a:pt x="701481" y="91059"/>
                  </a:cubicBezTo>
                  <a:cubicBezTo>
                    <a:pt x="713667" y="99698"/>
                    <a:pt x="721919" y="112014"/>
                    <a:pt x="726235" y="128016"/>
                  </a:cubicBezTo>
                  <a:lnTo>
                    <a:pt x="721665" y="131064"/>
                  </a:lnTo>
                  <a:lnTo>
                    <a:pt x="721665" y="82677"/>
                  </a:lnTo>
                  <a:lnTo>
                    <a:pt x="752132" y="82677"/>
                  </a:lnTo>
                  <a:lnTo>
                    <a:pt x="752132" y="274320"/>
                  </a:lnTo>
                  <a:lnTo>
                    <a:pt x="721665" y="274320"/>
                  </a:lnTo>
                  <a:lnTo>
                    <a:pt x="721665" y="224790"/>
                  </a:lnTo>
                  <a:lnTo>
                    <a:pt x="726235" y="227076"/>
                  </a:lnTo>
                  <a:cubicBezTo>
                    <a:pt x="721919" y="243078"/>
                    <a:pt x="713667" y="255394"/>
                    <a:pt x="701481" y="264033"/>
                  </a:cubicBezTo>
                  <a:cubicBezTo>
                    <a:pt x="689294" y="272672"/>
                    <a:pt x="674441" y="276987"/>
                    <a:pt x="656923" y="276987"/>
                  </a:cubicBezTo>
                  <a:close/>
                  <a:moveTo>
                    <a:pt x="663016" y="251460"/>
                  </a:moveTo>
                  <a:cubicBezTo>
                    <a:pt x="681805" y="251460"/>
                    <a:pt x="696276" y="245107"/>
                    <a:pt x="706431" y="232410"/>
                  </a:cubicBezTo>
                  <a:cubicBezTo>
                    <a:pt x="716587" y="219456"/>
                    <a:pt x="721665" y="201168"/>
                    <a:pt x="721665" y="177546"/>
                  </a:cubicBezTo>
                  <a:cubicBezTo>
                    <a:pt x="721665" y="153924"/>
                    <a:pt x="716461" y="135760"/>
                    <a:pt x="706051" y="123063"/>
                  </a:cubicBezTo>
                  <a:cubicBezTo>
                    <a:pt x="695896" y="110366"/>
                    <a:pt x="681550" y="104013"/>
                    <a:pt x="663016" y="104013"/>
                  </a:cubicBezTo>
                  <a:cubicBezTo>
                    <a:pt x="644229" y="104013"/>
                    <a:pt x="629503" y="110614"/>
                    <a:pt x="618839" y="123825"/>
                  </a:cubicBezTo>
                  <a:cubicBezTo>
                    <a:pt x="608430" y="136779"/>
                    <a:pt x="603225" y="154943"/>
                    <a:pt x="603225" y="178308"/>
                  </a:cubicBezTo>
                  <a:cubicBezTo>
                    <a:pt x="603225" y="201673"/>
                    <a:pt x="608430" y="219713"/>
                    <a:pt x="618839" y="232410"/>
                  </a:cubicBezTo>
                  <a:cubicBezTo>
                    <a:pt x="629503" y="245107"/>
                    <a:pt x="644229" y="251460"/>
                    <a:pt x="663016" y="251460"/>
                  </a:cubicBezTo>
                  <a:close/>
                  <a:moveTo>
                    <a:pt x="811774" y="274320"/>
                  </a:moveTo>
                  <a:lnTo>
                    <a:pt x="811774" y="136398"/>
                  </a:lnTo>
                  <a:cubicBezTo>
                    <a:pt x="811774" y="127511"/>
                    <a:pt x="811520" y="118615"/>
                    <a:pt x="811013" y="109728"/>
                  </a:cubicBezTo>
                  <a:cubicBezTo>
                    <a:pt x="810758" y="100584"/>
                    <a:pt x="809997" y="91564"/>
                    <a:pt x="808728" y="82677"/>
                  </a:cubicBezTo>
                  <a:lnTo>
                    <a:pt x="838052" y="82677"/>
                  </a:lnTo>
                  <a:lnTo>
                    <a:pt x="842241" y="129921"/>
                  </a:lnTo>
                  <a:lnTo>
                    <a:pt x="838052" y="128778"/>
                  </a:lnTo>
                  <a:cubicBezTo>
                    <a:pt x="841606" y="112014"/>
                    <a:pt x="849223" y="99441"/>
                    <a:pt x="860902" y="91059"/>
                  </a:cubicBezTo>
                  <a:cubicBezTo>
                    <a:pt x="872835" y="82420"/>
                    <a:pt x="886164" y="78105"/>
                    <a:pt x="900890" y="78105"/>
                  </a:cubicBezTo>
                  <a:cubicBezTo>
                    <a:pt x="904191" y="78105"/>
                    <a:pt x="907237" y="78362"/>
                    <a:pt x="910030" y="78867"/>
                  </a:cubicBezTo>
                  <a:cubicBezTo>
                    <a:pt x="913076" y="79124"/>
                    <a:pt x="915869" y="79629"/>
                    <a:pt x="918408" y="80391"/>
                  </a:cubicBezTo>
                  <a:lnTo>
                    <a:pt x="917646" y="108585"/>
                  </a:lnTo>
                  <a:cubicBezTo>
                    <a:pt x="911807" y="106556"/>
                    <a:pt x="905079" y="105537"/>
                    <a:pt x="897462" y="105537"/>
                  </a:cubicBezTo>
                  <a:cubicBezTo>
                    <a:pt x="884260" y="105537"/>
                    <a:pt x="873596" y="108461"/>
                    <a:pt x="865472" y="114300"/>
                  </a:cubicBezTo>
                  <a:cubicBezTo>
                    <a:pt x="857601" y="120139"/>
                    <a:pt x="851762" y="127635"/>
                    <a:pt x="847954" y="136779"/>
                  </a:cubicBezTo>
                  <a:cubicBezTo>
                    <a:pt x="844399" y="145666"/>
                    <a:pt x="842622" y="155067"/>
                    <a:pt x="842622" y="164973"/>
                  </a:cubicBezTo>
                  <a:lnTo>
                    <a:pt x="842622" y="274320"/>
                  </a:lnTo>
                  <a:lnTo>
                    <a:pt x="811774" y="274320"/>
                  </a:lnTo>
                  <a:close/>
                  <a:moveTo>
                    <a:pt x="937959" y="107061"/>
                  </a:moveTo>
                  <a:lnTo>
                    <a:pt x="937959" y="82677"/>
                  </a:lnTo>
                  <a:lnTo>
                    <a:pt x="1060969" y="82677"/>
                  </a:lnTo>
                  <a:lnTo>
                    <a:pt x="1060969" y="107061"/>
                  </a:lnTo>
                  <a:lnTo>
                    <a:pt x="937959" y="107061"/>
                  </a:lnTo>
                  <a:close/>
                  <a:moveTo>
                    <a:pt x="1060207" y="246888"/>
                  </a:moveTo>
                  <a:lnTo>
                    <a:pt x="1060207" y="273177"/>
                  </a:lnTo>
                  <a:cubicBezTo>
                    <a:pt x="1055894" y="274444"/>
                    <a:pt x="1051582" y="275339"/>
                    <a:pt x="1047259" y="275844"/>
                  </a:cubicBezTo>
                  <a:cubicBezTo>
                    <a:pt x="1043203" y="276606"/>
                    <a:pt x="1038633" y="276987"/>
                    <a:pt x="1033549" y="276987"/>
                  </a:cubicBezTo>
                  <a:cubicBezTo>
                    <a:pt x="1015783" y="276987"/>
                    <a:pt x="1001559" y="271910"/>
                    <a:pt x="990895" y="261747"/>
                  </a:cubicBezTo>
                  <a:cubicBezTo>
                    <a:pt x="980489" y="251584"/>
                    <a:pt x="975281" y="236344"/>
                    <a:pt x="975281" y="216027"/>
                  </a:cubicBezTo>
                  <a:lnTo>
                    <a:pt x="975281" y="33528"/>
                  </a:lnTo>
                  <a:lnTo>
                    <a:pt x="1006129" y="22479"/>
                  </a:lnTo>
                  <a:lnTo>
                    <a:pt x="1006129" y="211836"/>
                  </a:lnTo>
                  <a:cubicBezTo>
                    <a:pt x="1006129" y="221999"/>
                    <a:pt x="1007528" y="229867"/>
                    <a:pt x="1010318" y="235458"/>
                  </a:cubicBezTo>
                  <a:cubicBezTo>
                    <a:pt x="1013365" y="241049"/>
                    <a:pt x="1017430" y="244983"/>
                    <a:pt x="1022505" y="247269"/>
                  </a:cubicBezTo>
                  <a:cubicBezTo>
                    <a:pt x="1027589" y="249298"/>
                    <a:pt x="1033301" y="250317"/>
                    <a:pt x="1039642" y="250317"/>
                  </a:cubicBezTo>
                  <a:cubicBezTo>
                    <a:pt x="1043451" y="250317"/>
                    <a:pt x="1046878" y="250060"/>
                    <a:pt x="1049925" y="249555"/>
                  </a:cubicBezTo>
                  <a:cubicBezTo>
                    <a:pt x="1052972" y="249050"/>
                    <a:pt x="1056399" y="248155"/>
                    <a:pt x="1060207" y="2468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8"/>
            <p:cNvSpPr/>
            <p:nvPr/>
          </p:nvSpPr>
          <p:spPr>
            <a:xfrm>
              <a:off x="2533419" y="6030637"/>
              <a:ext cx="1481153" cy="357758"/>
            </a:xfrm>
            <a:custGeom>
              <a:rect b="b" l="l" r="r" t="t"/>
              <a:pathLst>
                <a:path extrusionOk="0" h="357758" w="1481153">
                  <a:moveTo>
                    <a:pt x="0" y="272796"/>
                  </a:moveTo>
                  <a:lnTo>
                    <a:pt x="0" y="1524"/>
                  </a:lnTo>
                  <a:lnTo>
                    <a:pt x="31228" y="1524"/>
                  </a:lnTo>
                  <a:lnTo>
                    <a:pt x="31228" y="246126"/>
                  </a:lnTo>
                  <a:lnTo>
                    <a:pt x="167187" y="246126"/>
                  </a:lnTo>
                  <a:lnTo>
                    <a:pt x="167187" y="272796"/>
                  </a:lnTo>
                  <a:lnTo>
                    <a:pt x="0" y="272796"/>
                  </a:lnTo>
                  <a:close/>
                  <a:moveTo>
                    <a:pt x="282561" y="275463"/>
                  </a:moveTo>
                  <a:cubicBezTo>
                    <a:pt x="264281" y="275463"/>
                    <a:pt x="248285" y="271396"/>
                    <a:pt x="234576" y="263271"/>
                  </a:cubicBezTo>
                  <a:cubicBezTo>
                    <a:pt x="221113" y="255146"/>
                    <a:pt x="210583" y="243716"/>
                    <a:pt x="202966" y="228981"/>
                  </a:cubicBezTo>
                  <a:cubicBezTo>
                    <a:pt x="195597" y="213998"/>
                    <a:pt x="191922" y="196339"/>
                    <a:pt x="191922" y="176022"/>
                  </a:cubicBezTo>
                  <a:cubicBezTo>
                    <a:pt x="191922" y="155953"/>
                    <a:pt x="195597" y="138427"/>
                    <a:pt x="202966" y="123444"/>
                  </a:cubicBezTo>
                  <a:cubicBezTo>
                    <a:pt x="210583" y="108461"/>
                    <a:pt x="221113" y="96898"/>
                    <a:pt x="234576" y="88773"/>
                  </a:cubicBezTo>
                  <a:cubicBezTo>
                    <a:pt x="248285" y="80648"/>
                    <a:pt x="264281" y="76581"/>
                    <a:pt x="282561" y="76581"/>
                  </a:cubicBezTo>
                  <a:cubicBezTo>
                    <a:pt x="300841" y="76581"/>
                    <a:pt x="316703" y="80648"/>
                    <a:pt x="330165" y="88773"/>
                  </a:cubicBezTo>
                  <a:cubicBezTo>
                    <a:pt x="343875" y="96898"/>
                    <a:pt x="354405" y="108461"/>
                    <a:pt x="361774" y="123444"/>
                  </a:cubicBezTo>
                  <a:cubicBezTo>
                    <a:pt x="369391" y="138427"/>
                    <a:pt x="373199" y="155953"/>
                    <a:pt x="373199" y="176022"/>
                  </a:cubicBezTo>
                  <a:cubicBezTo>
                    <a:pt x="373199" y="196339"/>
                    <a:pt x="369391" y="213998"/>
                    <a:pt x="361774" y="228981"/>
                  </a:cubicBezTo>
                  <a:cubicBezTo>
                    <a:pt x="354405" y="243716"/>
                    <a:pt x="343875" y="255146"/>
                    <a:pt x="330165" y="263271"/>
                  </a:cubicBezTo>
                  <a:cubicBezTo>
                    <a:pt x="316703" y="271396"/>
                    <a:pt x="300841" y="275463"/>
                    <a:pt x="282561" y="275463"/>
                  </a:cubicBezTo>
                  <a:close/>
                  <a:moveTo>
                    <a:pt x="282561" y="249936"/>
                  </a:moveTo>
                  <a:cubicBezTo>
                    <a:pt x="301345" y="249936"/>
                    <a:pt x="315817" y="243716"/>
                    <a:pt x="325976" y="231267"/>
                  </a:cubicBezTo>
                  <a:cubicBezTo>
                    <a:pt x="336382" y="218570"/>
                    <a:pt x="341590" y="200149"/>
                    <a:pt x="341590" y="176022"/>
                  </a:cubicBezTo>
                  <a:cubicBezTo>
                    <a:pt x="341590" y="152400"/>
                    <a:pt x="336382" y="134236"/>
                    <a:pt x="325976" y="121539"/>
                  </a:cubicBezTo>
                  <a:cubicBezTo>
                    <a:pt x="315560" y="108842"/>
                    <a:pt x="301088" y="102489"/>
                    <a:pt x="282561" y="102489"/>
                  </a:cubicBezTo>
                  <a:cubicBezTo>
                    <a:pt x="264024" y="102489"/>
                    <a:pt x="249428" y="108842"/>
                    <a:pt x="238765" y="121539"/>
                  </a:cubicBezTo>
                  <a:cubicBezTo>
                    <a:pt x="228349" y="134236"/>
                    <a:pt x="223150" y="152400"/>
                    <a:pt x="223150" y="176022"/>
                  </a:cubicBezTo>
                  <a:cubicBezTo>
                    <a:pt x="223150" y="200149"/>
                    <a:pt x="228225" y="218570"/>
                    <a:pt x="238384" y="231267"/>
                  </a:cubicBezTo>
                  <a:cubicBezTo>
                    <a:pt x="248790" y="243716"/>
                    <a:pt x="263519" y="249936"/>
                    <a:pt x="282561" y="249936"/>
                  </a:cubicBezTo>
                  <a:close/>
                  <a:moveTo>
                    <a:pt x="505445" y="357759"/>
                  </a:moveTo>
                  <a:cubicBezTo>
                    <a:pt x="476501" y="357759"/>
                    <a:pt x="451366" y="351158"/>
                    <a:pt x="430039" y="337947"/>
                  </a:cubicBezTo>
                  <a:lnTo>
                    <a:pt x="435371" y="312801"/>
                  </a:lnTo>
                  <a:cubicBezTo>
                    <a:pt x="447310" y="319659"/>
                    <a:pt x="458602" y="324612"/>
                    <a:pt x="469265" y="327660"/>
                  </a:cubicBezTo>
                  <a:cubicBezTo>
                    <a:pt x="479929" y="330708"/>
                    <a:pt x="491992" y="332232"/>
                    <a:pt x="505445" y="332232"/>
                  </a:cubicBezTo>
                  <a:cubicBezTo>
                    <a:pt x="523725" y="332232"/>
                    <a:pt x="537568" y="327279"/>
                    <a:pt x="546955" y="317373"/>
                  </a:cubicBezTo>
                  <a:cubicBezTo>
                    <a:pt x="556610" y="307724"/>
                    <a:pt x="561427" y="293246"/>
                    <a:pt x="561427" y="273939"/>
                  </a:cubicBezTo>
                  <a:lnTo>
                    <a:pt x="561427" y="222123"/>
                  </a:lnTo>
                  <a:lnTo>
                    <a:pt x="565617" y="217170"/>
                  </a:lnTo>
                  <a:cubicBezTo>
                    <a:pt x="562570" y="227333"/>
                    <a:pt x="557752" y="236220"/>
                    <a:pt x="551145" y="243840"/>
                  </a:cubicBezTo>
                  <a:cubicBezTo>
                    <a:pt x="544804" y="251203"/>
                    <a:pt x="536930" y="256918"/>
                    <a:pt x="527533" y="260985"/>
                  </a:cubicBezTo>
                  <a:cubicBezTo>
                    <a:pt x="518145" y="265052"/>
                    <a:pt x="507482" y="267081"/>
                    <a:pt x="495543" y="267081"/>
                  </a:cubicBezTo>
                  <a:cubicBezTo>
                    <a:pt x="478539" y="267081"/>
                    <a:pt x="463553" y="263147"/>
                    <a:pt x="450604" y="255270"/>
                  </a:cubicBezTo>
                  <a:cubicBezTo>
                    <a:pt x="437913" y="247145"/>
                    <a:pt x="427888" y="235963"/>
                    <a:pt x="420518" y="221742"/>
                  </a:cubicBezTo>
                  <a:cubicBezTo>
                    <a:pt x="413416" y="207521"/>
                    <a:pt x="409855" y="190881"/>
                    <a:pt x="409855" y="171831"/>
                  </a:cubicBezTo>
                  <a:cubicBezTo>
                    <a:pt x="409855" y="152781"/>
                    <a:pt x="413416" y="136141"/>
                    <a:pt x="420518" y="121920"/>
                  </a:cubicBezTo>
                  <a:cubicBezTo>
                    <a:pt x="427888" y="107699"/>
                    <a:pt x="437913" y="96650"/>
                    <a:pt x="450604" y="88773"/>
                  </a:cubicBezTo>
                  <a:cubicBezTo>
                    <a:pt x="463553" y="80648"/>
                    <a:pt x="478539" y="76581"/>
                    <a:pt x="495543" y="76581"/>
                  </a:cubicBezTo>
                  <a:cubicBezTo>
                    <a:pt x="513318" y="76581"/>
                    <a:pt x="528295" y="81029"/>
                    <a:pt x="540481" y="89916"/>
                  </a:cubicBezTo>
                  <a:cubicBezTo>
                    <a:pt x="552925" y="98555"/>
                    <a:pt x="561304" y="110747"/>
                    <a:pt x="565617" y="126492"/>
                  </a:cubicBezTo>
                  <a:lnTo>
                    <a:pt x="561047" y="122301"/>
                  </a:lnTo>
                  <a:lnTo>
                    <a:pt x="561047" y="81153"/>
                  </a:lnTo>
                  <a:lnTo>
                    <a:pt x="591894" y="81153"/>
                  </a:lnTo>
                  <a:lnTo>
                    <a:pt x="591894" y="271272"/>
                  </a:lnTo>
                  <a:cubicBezTo>
                    <a:pt x="591894" y="299971"/>
                    <a:pt x="584535" y="321564"/>
                    <a:pt x="569806" y="336042"/>
                  </a:cubicBezTo>
                  <a:cubicBezTo>
                    <a:pt x="555334" y="350520"/>
                    <a:pt x="533883" y="357759"/>
                    <a:pt x="505445" y="357759"/>
                  </a:cubicBezTo>
                  <a:close/>
                  <a:moveTo>
                    <a:pt x="501636" y="241173"/>
                  </a:moveTo>
                  <a:cubicBezTo>
                    <a:pt x="520173" y="241173"/>
                    <a:pt x="534645" y="235077"/>
                    <a:pt x="545051" y="222885"/>
                  </a:cubicBezTo>
                  <a:cubicBezTo>
                    <a:pt x="555715" y="210436"/>
                    <a:pt x="561047" y="193424"/>
                    <a:pt x="561047" y="171831"/>
                  </a:cubicBezTo>
                  <a:cubicBezTo>
                    <a:pt x="561047" y="150238"/>
                    <a:pt x="555715" y="133350"/>
                    <a:pt x="545051" y="121158"/>
                  </a:cubicBezTo>
                  <a:cubicBezTo>
                    <a:pt x="534645" y="108709"/>
                    <a:pt x="520173" y="102489"/>
                    <a:pt x="501636" y="102489"/>
                  </a:cubicBezTo>
                  <a:cubicBezTo>
                    <a:pt x="482851" y="102489"/>
                    <a:pt x="467999" y="108709"/>
                    <a:pt x="457079" y="121158"/>
                  </a:cubicBezTo>
                  <a:cubicBezTo>
                    <a:pt x="446415" y="133350"/>
                    <a:pt x="441083" y="150238"/>
                    <a:pt x="441083" y="171831"/>
                  </a:cubicBezTo>
                  <a:cubicBezTo>
                    <a:pt x="441083" y="193672"/>
                    <a:pt x="446415" y="210693"/>
                    <a:pt x="457079" y="222885"/>
                  </a:cubicBezTo>
                  <a:cubicBezTo>
                    <a:pt x="467999" y="235077"/>
                    <a:pt x="482851" y="241173"/>
                    <a:pt x="501636" y="241173"/>
                  </a:cubicBezTo>
                  <a:close/>
                  <a:moveTo>
                    <a:pt x="651124" y="272796"/>
                  </a:moveTo>
                  <a:lnTo>
                    <a:pt x="651124" y="81153"/>
                  </a:lnTo>
                  <a:lnTo>
                    <a:pt x="681971" y="81153"/>
                  </a:lnTo>
                  <a:lnTo>
                    <a:pt x="681971" y="272796"/>
                  </a:lnTo>
                  <a:lnTo>
                    <a:pt x="651124" y="272796"/>
                  </a:lnTo>
                  <a:close/>
                  <a:moveTo>
                    <a:pt x="648077" y="0"/>
                  </a:moveTo>
                  <a:lnTo>
                    <a:pt x="685780" y="0"/>
                  </a:lnTo>
                  <a:lnTo>
                    <a:pt x="685780" y="35052"/>
                  </a:lnTo>
                  <a:lnTo>
                    <a:pt x="648077" y="35052"/>
                  </a:lnTo>
                  <a:lnTo>
                    <a:pt x="648077" y="0"/>
                  </a:lnTo>
                  <a:close/>
                  <a:moveTo>
                    <a:pt x="806609" y="275463"/>
                  </a:moveTo>
                  <a:cubicBezTo>
                    <a:pt x="774371" y="275463"/>
                    <a:pt x="748856" y="267205"/>
                    <a:pt x="730061" y="250698"/>
                  </a:cubicBezTo>
                  <a:lnTo>
                    <a:pt x="740344" y="227838"/>
                  </a:lnTo>
                  <a:cubicBezTo>
                    <a:pt x="750502" y="235715"/>
                    <a:pt x="760909" y="241554"/>
                    <a:pt x="771572" y="245364"/>
                  </a:cubicBezTo>
                  <a:cubicBezTo>
                    <a:pt x="782493" y="248917"/>
                    <a:pt x="794556" y="250698"/>
                    <a:pt x="807751" y="250698"/>
                  </a:cubicBezTo>
                  <a:cubicBezTo>
                    <a:pt x="822223" y="250698"/>
                    <a:pt x="833144" y="248288"/>
                    <a:pt x="840503" y="243459"/>
                  </a:cubicBezTo>
                  <a:cubicBezTo>
                    <a:pt x="848120" y="238382"/>
                    <a:pt x="851929" y="231143"/>
                    <a:pt x="851929" y="221742"/>
                  </a:cubicBezTo>
                  <a:cubicBezTo>
                    <a:pt x="851929" y="214122"/>
                    <a:pt x="849396" y="208150"/>
                    <a:pt x="844312" y="203835"/>
                  </a:cubicBezTo>
                  <a:cubicBezTo>
                    <a:pt x="839237" y="199263"/>
                    <a:pt x="830859" y="195577"/>
                    <a:pt x="819177" y="192786"/>
                  </a:cubicBezTo>
                  <a:lnTo>
                    <a:pt x="786806" y="185166"/>
                  </a:lnTo>
                  <a:cubicBezTo>
                    <a:pt x="770811" y="181613"/>
                    <a:pt x="758376" y="175260"/>
                    <a:pt x="749484" y="166116"/>
                  </a:cubicBezTo>
                  <a:cubicBezTo>
                    <a:pt x="740858" y="156972"/>
                    <a:pt x="736535" y="146047"/>
                    <a:pt x="736535" y="133350"/>
                  </a:cubicBezTo>
                  <a:cubicBezTo>
                    <a:pt x="736535" y="122177"/>
                    <a:pt x="739582" y="112395"/>
                    <a:pt x="745675" y="104013"/>
                  </a:cubicBezTo>
                  <a:cubicBezTo>
                    <a:pt x="751769" y="95374"/>
                    <a:pt x="760280" y="88649"/>
                    <a:pt x="771191" y="83820"/>
                  </a:cubicBezTo>
                  <a:cubicBezTo>
                    <a:pt x="782112" y="78991"/>
                    <a:pt x="795060" y="76581"/>
                    <a:pt x="810037" y="76581"/>
                  </a:cubicBezTo>
                  <a:cubicBezTo>
                    <a:pt x="823499" y="76581"/>
                    <a:pt x="836190" y="78743"/>
                    <a:pt x="848120" y="83058"/>
                  </a:cubicBezTo>
                  <a:cubicBezTo>
                    <a:pt x="860059" y="87373"/>
                    <a:pt x="870085" y="93602"/>
                    <a:pt x="878206" y="101727"/>
                  </a:cubicBezTo>
                  <a:lnTo>
                    <a:pt x="867924" y="124206"/>
                  </a:lnTo>
                  <a:cubicBezTo>
                    <a:pt x="858784" y="116586"/>
                    <a:pt x="849396" y="110995"/>
                    <a:pt x="839742" y="107442"/>
                  </a:cubicBezTo>
                  <a:cubicBezTo>
                    <a:pt x="830354" y="103632"/>
                    <a:pt x="820452" y="101727"/>
                    <a:pt x="810037" y="101727"/>
                  </a:cubicBezTo>
                  <a:cubicBezTo>
                    <a:pt x="796327" y="101727"/>
                    <a:pt x="785663" y="104394"/>
                    <a:pt x="778046" y="109728"/>
                  </a:cubicBezTo>
                  <a:cubicBezTo>
                    <a:pt x="770687" y="115062"/>
                    <a:pt x="767002" y="122301"/>
                    <a:pt x="767002" y="131445"/>
                  </a:cubicBezTo>
                  <a:cubicBezTo>
                    <a:pt x="767002" y="139322"/>
                    <a:pt x="769287" y="145542"/>
                    <a:pt x="773857" y="150114"/>
                  </a:cubicBezTo>
                  <a:cubicBezTo>
                    <a:pt x="778684" y="154686"/>
                    <a:pt x="786301" y="158239"/>
                    <a:pt x="796708" y="160782"/>
                  </a:cubicBezTo>
                  <a:lnTo>
                    <a:pt x="829078" y="168783"/>
                  </a:lnTo>
                  <a:cubicBezTo>
                    <a:pt x="847111" y="172593"/>
                    <a:pt x="860307" y="178946"/>
                    <a:pt x="868685" y="187833"/>
                  </a:cubicBezTo>
                  <a:cubicBezTo>
                    <a:pt x="877321" y="196472"/>
                    <a:pt x="881634" y="207521"/>
                    <a:pt x="881634" y="220980"/>
                  </a:cubicBezTo>
                  <a:cubicBezTo>
                    <a:pt x="881634" y="237487"/>
                    <a:pt x="874912" y="250698"/>
                    <a:pt x="861449" y="260604"/>
                  </a:cubicBezTo>
                  <a:cubicBezTo>
                    <a:pt x="847996" y="270510"/>
                    <a:pt x="829716" y="275463"/>
                    <a:pt x="806609" y="275463"/>
                  </a:cubicBezTo>
                  <a:close/>
                  <a:moveTo>
                    <a:pt x="901904" y="105537"/>
                  </a:moveTo>
                  <a:lnTo>
                    <a:pt x="901904" y="81153"/>
                  </a:lnTo>
                  <a:lnTo>
                    <a:pt x="1024913" y="81153"/>
                  </a:lnTo>
                  <a:lnTo>
                    <a:pt x="1024913" y="105537"/>
                  </a:lnTo>
                  <a:lnTo>
                    <a:pt x="901904" y="105537"/>
                  </a:lnTo>
                  <a:close/>
                  <a:moveTo>
                    <a:pt x="1024152" y="245364"/>
                  </a:moveTo>
                  <a:lnTo>
                    <a:pt x="1024152" y="271653"/>
                  </a:lnTo>
                  <a:cubicBezTo>
                    <a:pt x="1019829" y="272920"/>
                    <a:pt x="1015516" y="273815"/>
                    <a:pt x="1011203" y="274320"/>
                  </a:cubicBezTo>
                  <a:cubicBezTo>
                    <a:pt x="1007138" y="275082"/>
                    <a:pt x="1002568" y="275463"/>
                    <a:pt x="997493" y="275463"/>
                  </a:cubicBezTo>
                  <a:cubicBezTo>
                    <a:pt x="979718" y="275463"/>
                    <a:pt x="965503" y="270386"/>
                    <a:pt x="954840" y="260223"/>
                  </a:cubicBezTo>
                  <a:cubicBezTo>
                    <a:pt x="944424" y="250060"/>
                    <a:pt x="939226" y="234820"/>
                    <a:pt x="939226" y="214503"/>
                  </a:cubicBezTo>
                  <a:lnTo>
                    <a:pt x="939226" y="32004"/>
                  </a:lnTo>
                  <a:lnTo>
                    <a:pt x="970073" y="20955"/>
                  </a:lnTo>
                  <a:lnTo>
                    <a:pt x="970073" y="210312"/>
                  </a:lnTo>
                  <a:cubicBezTo>
                    <a:pt x="970073" y="220475"/>
                    <a:pt x="971463" y="228343"/>
                    <a:pt x="974262" y="233934"/>
                  </a:cubicBezTo>
                  <a:cubicBezTo>
                    <a:pt x="977309" y="239525"/>
                    <a:pt x="981365" y="243459"/>
                    <a:pt x="986449" y="245745"/>
                  </a:cubicBezTo>
                  <a:cubicBezTo>
                    <a:pt x="991524" y="247774"/>
                    <a:pt x="997236" y="248793"/>
                    <a:pt x="1003587" y="248793"/>
                  </a:cubicBezTo>
                  <a:cubicBezTo>
                    <a:pt x="1007395" y="248793"/>
                    <a:pt x="1010822" y="248536"/>
                    <a:pt x="1013869" y="248031"/>
                  </a:cubicBezTo>
                  <a:cubicBezTo>
                    <a:pt x="1016916" y="247526"/>
                    <a:pt x="1020343" y="246631"/>
                    <a:pt x="1024152" y="245364"/>
                  </a:cubicBezTo>
                  <a:close/>
                  <a:moveTo>
                    <a:pt x="1062083" y="272796"/>
                  </a:moveTo>
                  <a:lnTo>
                    <a:pt x="1062083" y="81153"/>
                  </a:lnTo>
                  <a:lnTo>
                    <a:pt x="1092931" y="81153"/>
                  </a:lnTo>
                  <a:lnTo>
                    <a:pt x="1092931" y="272796"/>
                  </a:lnTo>
                  <a:lnTo>
                    <a:pt x="1062083" y="272796"/>
                  </a:lnTo>
                  <a:close/>
                  <a:moveTo>
                    <a:pt x="1059036" y="0"/>
                  </a:moveTo>
                  <a:lnTo>
                    <a:pt x="1096739" y="0"/>
                  </a:lnTo>
                  <a:lnTo>
                    <a:pt x="1096739" y="35052"/>
                  </a:lnTo>
                  <a:lnTo>
                    <a:pt x="1059036" y="35052"/>
                  </a:lnTo>
                  <a:lnTo>
                    <a:pt x="1059036" y="0"/>
                  </a:lnTo>
                  <a:close/>
                  <a:moveTo>
                    <a:pt x="1233183" y="275463"/>
                  </a:moveTo>
                  <a:cubicBezTo>
                    <a:pt x="1214398" y="275463"/>
                    <a:pt x="1198146" y="271396"/>
                    <a:pt x="1184436" y="263271"/>
                  </a:cubicBezTo>
                  <a:cubicBezTo>
                    <a:pt x="1170726" y="255146"/>
                    <a:pt x="1160062" y="243716"/>
                    <a:pt x="1152446" y="228981"/>
                  </a:cubicBezTo>
                  <a:cubicBezTo>
                    <a:pt x="1145086" y="214246"/>
                    <a:pt x="1141401" y="196853"/>
                    <a:pt x="1141401" y="176784"/>
                  </a:cubicBezTo>
                  <a:cubicBezTo>
                    <a:pt x="1141401" y="156972"/>
                    <a:pt x="1145210" y="139570"/>
                    <a:pt x="1152827" y="124587"/>
                  </a:cubicBezTo>
                  <a:cubicBezTo>
                    <a:pt x="1160443" y="109347"/>
                    <a:pt x="1171240" y="97536"/>
                    <a:pt x="1185197" y="89154"/>
                  </a:cubicBezTo>
                  <a:cubicBezTo>
                    <a:pt x="1199165" y="80772"/>
                    <a:pt x="1215664" y="76581"/>
                    <a:pt x="1234706" y="76581"/>
                  </a:cubicBezTo>
                  <a:cubicBezTo>
                    <a:pt x="1247654" y="76581"/>
                    <a:pt x="1260098" y="78867"/>
                    <a:pt x="1272028" y="83439"/>
                  </a:cubicBezTo>
                  <a:cubicBezTo>
                    <a:pt x="1284215" y="87754"/>
                    <a:pt x="1294250" y="93850"/>
                    <a:pt x="1302114" y="101727"/>
                  </a:cubicBezTo>
                  <a:lnTo>
                    <a:pt x="1291831" y="124587"/>
                  </a:lnTo>
                  <a:cubicBezTo>
                    <a:pt x="1282444" y="117224"/>
                    <a:pt x="1273170" y="111757"/>
                    <a:pt x="1264030" y="108204"/>
                  </a:cubicBezTo>
                  <a:cubicBezTo>
                    <a:pt x="1255148" y="104394"/>
                    <a:pt x="1245884" y="102489"/>
                    <a:pt x="1236230" y="102489"/>
                  </a:cubicBezTo>
                  <a:cubicBezTo>
                    <a:pt x="1216940" y="102489"/>
                    <a:pt x="1201573" y="108966"/>
                    <a:pt x="1190148" y="121920"/>
                  </a:cubicBezTo>
                  <a:cubicBezTo>
                    <a:pt x="1178980" y="134874"/>
                    <a:pt x="1173392" y="153162"/>
                    <a:pt x="1173392" y="176784"/>
                  </a:cubicBezTo>
                  <a:cubicBezTo>
                    <a:pt x="1173392" y="200149"/>
                    <a:pt x="1178980" y="218189"/>
                    <a:pt x="1190148" y="230886"/>
                  </a:cubicBezTo>
                  <a:cubicBezTo>
                    <a:pt x="1201326" y="243583"/>
                    <a:pt x="1216683" y="249936"/>
                    <a:pt x="1236230" y="249936"/>
                  </a:cubicBezTo>
                  <a:cubicBezTo>
                    <a:pt x="1245627" y="249936"/>
                    <a:pt x="1254890" y="248155"/>
                    <a:pt x="1264030" y="244602"/>
                  </a:cubicBezTo>
                  <a:cubicBezTo>
                    <a:pt x="1273170" y="240792"/>
                    <a:pt x="1282444" y="235201"/>
                    <a:pt x="1291831" y="227838"/>
                  </a:cubicBezTo>
                  <a:lnTo>
                    <a:pt x="1302114" y="250698"/>
                  </a:lnTo>
                  <a:cubicBezTo>
                    <a:pt x="1293993" y="258318"/>
                    <a:pt x="1283710" y="264414"/>
                    <a:pt x="1271266" y="268986"/>
                  </a:cubicBezTo>
                  <a:cubicBezTo>
                    <a:pt x="1259080" y="273301"/>
                    <a:pt x="1246388" y="275463"/>
                    <a:pt x="1233183" y="275463"/>
                  </a:cubicBezTo>
                  <a:close/>
                  <a:moveTo>
                    <a:pt x="1406130" y="275463"/>
                  </a:moveTo>
                  <a:cubicBezTo>
                    <a:pt x="1373882" y="275463"/>
                    <a:pt x="1348366" y="267205"/>
                    <a:pt x="1329582" y="250698"/>
                  </a:cubicBezTo>
                  <a:lnTo>
                    <a:pt x="1339864" y="227838"/>
                  </a:lnTo>
                  <a:cubicBezTo>
                    <a:pt x="1350023" y="235715"/>
                    <a:pt x="1360429" y="241554"/>
                    <a:pt x="1371093" y="245364"/>
                  </a:cubicBezTo>
                  <a:cubicBezTo>
                    <a:pt x="1382013" y="248917"/>
                    <a:pt x="1394066" y="250698"/>
                    <a:pt x="1407272" y="250698"/>
                  </a:cubicBezTo>
                  <a:cubicBezTo>
                    <a:pt x="1421744" y="250698"/>
                    <a:pt x="1432664" y="248288"/>
                    <a:pt x="1440024" y="243459"/>
                  </a:cubicBezTo>
                  <a:cubicBezTo>
                    <a:pt x="1447641" y="238382"/>
                    <a:pt x="1451449" y="231143"/>
                    <a:pt x="1451449" y="221742"/>
                  </a:cubicBezTo>
                  <a:cubicBezTo>
                    <a:pt x="1451449" y="214122"/>
                    <a:pt x="1448907" y="208150"/>
                    <a:pt x="1443832" y="203835"/>
                  </a:cubicBezTo>
                  <a:cubicBezTo>
                    <a:pt x="1438757" y="199263"/>
                    <a:pt x="1430379" y="195577"/>
                    <a:pt x="1418697" y="192786"/>
                  </a:cubicBezTo>
                  <a:lnTo>
                    <a:pt x="1386326" y="185166"/>
                  </a:lnTo>
                  <a:cubicBezTo>
                    <a:pt x="1370331" y="181613"/>
                    <a:pt x="1357887" y="175260"/>
                    <a:pt x="1349004" y="166116"/>
                  </a:cubicBezTo>
                  <a:cubicBezTo>
                    <a:pt x="1340369" y="156972"/>
                    <a:pt x="1336056" y="146047"/>
                    <a:pt x="1336056" y="133350"/>
                  </a:cubicBezTo>
                  <a:cubicBezTo>
                    <a:pt x="1336056" y="122177"/>
                    <a:pt x="1339103" y="112395"/>
                    <a:pt x="1345196" y="104013"/>
                  </a:cubicBezTo>
                  <a:cubicBezTo>
                    <a:pt x="1351289" y="95374"/>
                    <a:pt x="1359792" y="88649"/>
                    <a:pt x="1370712" y="83820"/>
                  </a:cubicBezTo>
                  <a:cubicBezTo>
                    <a:pt x="1381632" y="78991"/>
                    <a:pt x="1394581" y="76581"/>
                    <a:pt x="1409557" y="76581"/>
                  </a:cubicBezTo>
                  <a:cubicBezTo>
                    <a:pt x="1423010" y="76581"/>
                    <a:pt x="1435711" y="78743"/>
                    <a:pt x="1447641" y="83058"/>
                  </a:cubicBezTo>
                  <a:cubicBezTo>
                    <a:pt x="1459570" y="87373"/>
                    <a:pt x="1469605" y="93602"/>
                    <a:pt x="1477727" y="101727"/>
                  </a:cubicBezTo>
                  <a:lnTo>
                    <a:pt x="1467444" y="124206"/>
                  </a:lnTo>
                  <a:cubicBezTo>
                    <a:pt x="1458304" y="116586"/>
                    <a:pt x="1448907" y="110995"/>
                    <a:pt x="1439262" y="107442"/>
                  </a:cubicBezTo>
                  <a:cubicBezTo>
                    <a:pt x="1429865" y="103632"/>
                    <a:pt x="1419963" y="101727"/>
                    <a:pt x="1409557" y="101727"/>
                  </a:cubicBezTo>
                  <a:cubicBezTo>
                    <a:pt x="1395847" y="101727"/>
                    <a:pt x="1385184" y="104394"/>
                    <a:pt x="1377567" y="109728"/>
                  </a:cubicBezTo>
                  <a:cubicBezTo>
                    <a:pt x="1370207" y="115062"/>
                    <a:pt x="1366523" y="122301"/>
                    <a:pt x="1366523" y="131445"/>
                  </a:cubicBezTo>
                  <a:cubicBezTo>
                    <a:pt x="1366523" y="139322"/>
                    <a:pt x="1368808" y="145542"/>
                    <a:pt x="1373378" y="150114"/>
                  </a:cubicBezTo>
                  <a:cubicBezTo>
                    <a:pt x="1378205" y="154686"/>
                    <a:pt x="1385821" y="158239"/>
                    <a:pt x="1396228" y="160782"/>
                  </a:cubicBezTo>
                  <a:lnTo>
                    <a:pt x="1428599" y="168783"/>
                  </a:lnTo>
                  <a:cubicBezTo>
                    <a:pt x="1446622" y="172593"/>
                    <a:pt x="1459827" y="178946"/>
                    <a:pt x="1468206" y="187833"/>
                  </a:cubicBezTo>
                  <a:cubicBezTo>
                    <a:pt x="1476841" y="196472"/>
                    <a:pt x="1481154" y="207521"/>
                    <a:pt x="1481154" y="220980"/>
                  </a:cubicBezTo>
                  <a:cubicBezTo>
                    <a:pt x="1481154" y="237487"/>
                    <a:pt x="1474423" y="250698"/>
                    <a:pt x="1460970" y="260604"/>
                  </a:cubicBezTo>
                  <a:cubicBezTo>
                    <a:pt x="1447517" y="270510"/>
                    <a:pt x="1429237" y="275463"/>
                    <a:pt x="1406130" y="2754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28"/>
            <p:cNvSpPr/>
            <p:nvPr/>
          </p:nvSpPr>
          <p:spPr>
            <a:xfrm>
              <a:off x="5142141" y="6021492"/>
              <a:ext cx="1459056" cy="284607"/>
            </a:xfrm>
            <a:custGeom>
              <a:rect b="b" l="l" r="r" t="t"/>
              <a:pathLst>
                <a:path extrusionOk="0" h="284607" w="1459056">
                  <a:moveTo>
                    <a:pt x="0" y="281940"/>
                  </a:moveTo>
                  <a:lnTo>
                    <a:pt x="0" y="10668"/>
                  </a:lnTo>
                  <a:lnTo>
                    <a:pt x="108157" y="10668"/>
                  </a:lnTo>
                  <a:cubicBezTo>
                    <a:pt x="136082" y="10668"/>
                    <a:pt x="157790" y="17402"/>
                    <a:pt x="173280" y="30861"/>
                  </a:cubicBezTo>
                  <a:cubicBezTo>
                    <a:pt x="189018" y="44320"/>
                    <a:pt x="196892" y="62865"/>
                    <a:pt x="196892" y="86487"/>
                  </a:cubicBezTo>
                  <a:cubicBezTo>
                    <a:pt x="196892" y="109852"/>
                    <a:pt x="189018" y="128397"/>
                    <a:pt x="173280" y="142113"/>
                  </a:cubicBezTo>
                  <a:cubicBezTo>
                    <a:pt x="157542" y="155829"/>
                    <a:pt x="135834" y="162687"/>
                    <a:pt x="108157" y="162687"/>
                  </a:cubicBezTo>
                  <a:lnTo>
                    <a:pt x="31228" y="162687"/>
                  </a:lnTo>
                  <a:lnTo>
                    <a:pt x="31228" y="281940"/>
                  </a:lnTo>
                  <a:lnTo>
                    <a:pt x="0" y="281940"/>
                  </a:lnTo>
                  <a:close/>
                  <a:moveTo>
                    <a:pt x="31228" y="136779"/>
                  </a:moveTo>
                  <a:lnTo>
                    <a:pt x="105491" y="136779"/>
                  </a:lnTo>
                  <a:cubicBezTo>
                    <a:pt x="125552" y="136779"/>
                    <a:pt x="140652" y="132464"/>
                    <a:pt x="150811" y="123825"/>
                  </a:cubicBezTo>
                  <a:cubicBezTo>
                    <a:pt x="160970" y="114938"/>
                    <a:pt x="166045" y="102489"/>
                    <a:pt x="166045" y="86487"/>
                  </a:cubicBezTo>
                  <a:cubicBezTo>
                    <a:pt x="166045" y="70485"/>
                    <a:pt x="160970" y="58169"/>
                    <a:pt x="150811" y="49530"/>
                  </a:cubicBezTo>
                  <a:cubicBezTo>
                    <a:pt x="140652" y="40891"/>
                    <a:pt x="125552" y="36576"/>
                    <a:pt x="105491" y="36576"/>
                  </a:cubicBezTo>
                  <a:lnTo>
                    <a:pt x="31228" y="36576"/>
                  </a:lnTo>
                  <a:lnTo>
                    <a:pt x="31228" y="136779"/>
                  </a:lnTo>
                  <a:close/>
                  <a:moveTo>
                    <a:pt x="244258" y="281940"/>
                  </a:moveTo>
                  <a:lnTo>
                    <a:pt x="244258" y="1524"/>
                  </a:lnTo>
                  <a:lnTo>
                    <a:pt x="275106" y="1524"/>
                  </a:lnTo>
                  <a:lnTo>
                    <a:pt x="275106" y="281940"/>
                  </a:lnTo>
                  <a:lnTo>
                    <a:pt x="244258" y="281940"/>
                  </a:lnTo>
                  <a:close/>
                  <a:moveTo>
                    <a:pt x="408503" y="284607"/>
                  </a:moveTo>
                  <a:cubicBezTo>
                    <a:pt x="391489" y="284607"/>
                    <a:pt x="376513" y="280673"/>
                    <a:pt x="363564" y="272796"/>
                  </a:cubicBezTo>
                  <a:cubicBezTo>
                    <a:pt x="350873" y="264671"/>
                    <a:pt x="340972" y="253241"/>
                    <a:pt x="333859" y="238506"/>
                  </a:cubicBezTo>
                  <a:cubicBezTo>
                    <a:pt x="327005" y="223523"/>
                    <a:pt x="323577" y="205997"/>
                    <a:pt x="323577" y="185928"/>
                  </a:cubicBezTo>
                  <a:cubicBezTo>
                    <a:pt x="323577" y="165859"/>
                    <a:pt x="327128" y="148333"/>
                    <a:pt x="334240" y="133350"/>
                  </a:cubicBezTo>
                  <a:cubicBezTo>
                    <a:pt x="341352" y="118367"/>
                    <a:pt x="351254" y="106680"/>
                    <a:pt x="363945" y="98298"/>
                  </a:cubicBezTo>
                  <a:cubicBezTo>
                    <a:pt x="376894" y="89916"/>
                    <a:pt x="391746" y="85725"/>
                    <a:pt x="408503" y="85725"/>
                  </a:cubicBezTo>
                  <a:cubicBezTo>
                    <a:pt x="426021" y="85725"/>
                    <a:pt x="440874" y="90040"/>
                    <a:pt x="453061" y="98679"/>
                  </a:cubicBezTo>
                  <a:cubicBezTo>
                    <a:pt x="465247" y="107318"/>
                    <a:pt x="473502" y="119634"/>
                    <a:pt x="477815" y="135636"/>
                  </a:cubicBezTo>
                  <a:lnTo>
                    <a:pt x="473245" y="138684"/>
                  </a:lnTo>
                  <a:lnTo>
                    <a:pt x="473245" y="90297"/>
                  </a:lnTo>
                  <a:lnTo>
                    <a:pt x="503712" y="90297"/>
                  </a:lnTo>
                  <a:lnTo>
                    <a:pt x="503712" y="281940"/>
                  </a:lnTo>
                  <a:lnTo>
                    <a:pt x="473245" y="281940"/>
                  </a:lnTo>
                  <a:lnTo>
                    <a:pt x="473245" y="232410"/>
                  </a:lnTo>
                  <a:lnTo>
                    <a:pt x="477815" y="234696"/>
                  </a:lnTo>
                  <a:cubicBezTo>
                    <a:pt x="473502" y="250698"/>
                    <a:pt x="465247" y="263014"/>
                    <a:pt x="453061" y="271653"/>
                  </a:cubicBezTo>
                  <a:cubicBezTo>
                    <a:pt x="440874" y="280292"/>
                    <a:pt x="426021" y="284607"/>
                    <a:pt x="408503" y="284607"/>
                  </a:cubicBezTo>
                  <a:close/>
                  <a:moveTo>
                    <a:pt x="414596" y="259080"/>
                  </a:moveTo>
                  <a:cubicBezTo>
                    <a:pt x="433381" y="259080"/>
                    <a:pt x="447853" y="252727"/>
                    <a:pt x="458011" y="240030"/>
                  </a:cubicBezTo>
                  <a:cubicBezTo>
                    <a:pt x="468170" y="227076"/>
                    <a:pt x="473245" y="208788"/>
                    <a:pt x="473245" y="185166"/>
                  </a:cubicBezTo>
                  <a:cubicBezTo>
                    <a:pt x="473245" y="161544"/>
                    <a:pt x="468037" y="143380"/>
                    <a:pt x="457631" y="130683"/>
                  </a:cubicBezTo>
                  <a:cubicBezTo>
                    <a:pt x="447472" y="117986"/>
                    <a:pt x="433134" y="111633"/>
                    <a:pt x="414596" y="111633"/>
                  </a:cubicBezTo>
                  <a:cubicBezTo>
                    <a:pt x="395812" y="111633"/>
                    <a:pt x="381083" y="118234"/>
                    <a:pt x="370420" y="131445"/>
                  </a:cubicBezTo>
                  <a:cubicBezTo>
                    <a:pt x="360013" y="144399"/>
                    <a:pt x="354805" y="162563"/>
                    <a:pt x="354805" y="185928"/>
                  </a:cubicBezTo>
                  <a:cubicBezTo>
                    <a:pt x="354805" y="209293"/>
                    <a:pt x="360013" y="227333"/>
                    <a:pt x="370420" y="240030"/>
                  </a:cubicBezTo>
                  <a:cubicBezTo>
                    <a:pt x="381083" y="252727"/>
                    <a:pt x="395812" y="259080"/>
                    <a:pt x="414596" y="259080"/>
                  </a:cubicBezTo>
                  <a:close/>
                  <a:moveTo>
                    <a:pt x="536311" y="114681"/>
                  </a:moveTo>
                  <a:lnTo>
                    <a:pt x="536311" y="90297"/>
                  </a:lnTo>
                  <a:lnTo>
                    <a:pt x="659321" y="90297"/>
                  </a:lnTo>
                  <a:lnTo>
                    <a:pt x="659321" y="114681"/>
                  </a:lnTo>
                  <a:lnTo>
                    <a:pt x="536311" y="114681"/>
                  </a:lnTo>
                  <a:close/>
                  <a:moveTo>
                    <a:pt x="658560" y="254508"/>
                  </a:moveTo>
                  <a:lnTo>
                    <a:pt x="658560" y="280797"/>
                  </a:lnTo>
                  <a:cubicBezTo>
                    <a:pt x="654247" y="282064"/>
                    <a:pt x="649934" y="282959"/>
                    <a:pt x="645611" y="283464"/>
                  </a:cubicBezTo>
                  <a:cubicBezTo>
                    <a:pt x="641555" y="284226"/>
                    <a:pt x="636985" y="284607"/>
                    <a:pt x="631901" y="284607"/>
                  </a:cubicBezTo>
                  <a:cubicBezTo>
                    <a:pt x="614135" y="284607"/>
                    <a:pt x="599911" y="279530"/>
                    <a:pt x="589247" y="269367"/>
                  </a:cubicBezTo>
                  <a:cubicBezTo>
                    <a:pt x="578841" y="259204"/>
                    <a:pt x="573633" y="243964"/>
                    <a:pt x="573633" y="223647"/>
                  </a:cubicBezTo>
                  <a:lnTo>
                    <a:pt x="573633" y="41148"/>
                  </a:lnTo>
                  <a:lnTo>
                    <a:pt x="604481" y="30099"/>
                  </a:lnTo>
                  <a:lnTo>
                    <a:pt x="604481" y="219456"/>
                  </a:lnTo>
                  <a:cubicBezTo>
                    <a:pt x="604481" y="229619"/>
                    <a:pt x="605880" y="237487"/>
                    <a:pt x="608670" y="243078"/>
                  </a:cubicBezTo>
                  <a:cubicBezTo>
                    <a:pt x="611717" y="248669"/>
                    <a:pt x="615782" y="252603"/>
                    <a:pt x="620857" y="254889"/>
                  </a:cubicBezTo>
                  <a:cubicBezTo>
                    <a:pt x="625941" y="256918"/>
                    <a:pt x="631654" y="257937"/>
                    <a:pt x="637995" y="257937"/>
                  </a:cubicBezTo>
                  <a:cubicBezTo>
                    <a:pt x="641803" y="257937"/>
                    <a:pt x="645230" y="257680"/>
                    <a:pt x="648277" y="257175"/>
                  </a:cubicBezTo>
                  <a:cubicBezTo>
                    <a:pt x="651324" y="256670"/>
                    <a:pt x="654751" y="255775"/>
                    <a:pt x="658560" y="254508"/>
                  </a:cubicBezTo>
                  <a:close/>
                  <a:moveTo>
                    <a:pt x="673545" y="114681"/>
                  </a:moveTo>
                  <a:lnTo>
                    <a:pt x="673545" y="90297"/>
                  </a:lnTo>
                  <a:lnTo>
                    <a:pt x="788558" y="90297"/>
                  </a:lnTo>
                  <a:lnTo>
                    <a:pt x="788558" y="114681"/>
                  </a:lnTo>
                  <a:lnTo>
                    <a:pt x="673545" y="114681"/>
                  </a:lnTo>
                  <a:close/>
                  <a:moveTo>
                    <a:pt x="793889" y="29718"/>
                  </a:moveTo>
                  <a:cubicBezTo>
                    <a:pt x="786787" y="27689"/>
                    <a:pt x="780179" y="26670"/>
                    <a:pt x="774086" y="26670"/>
                  </a:cubicBezTo>
                  <a:cubicBezTo>
                    <a:pt x="767993" y="26670"/>
                    <a:pt x="762414" y="27813"/>
                    <a:pt x="757329" y="30099"/>
                  </a:cubicBezTo>
                  <a:cubicBezTo>
                    <a:pt x="752511" y="32128"/>
                    <a:pt x="748703" y="35938"/>
                    <a:pt x="745904" y="41529"/>
                  </a:cubicBezTo>
                  <a:cubicBezTo>
                    <a:pt x="743114" y="47120"/>
                    <a:pt x="741715" y="54864"/>
                    <a:pt x="741715" y="64770"/>
                  </a:cubicBezTo>
                  <a:lnTo>
                    <a:pt x="741715" y="281940"/>
                  </a:lnTo>
                  <a:lnTo>
                    <a:pt x="710867" y="281940"/>
                  </a:lnTo>
                  <a:lnTo>
                    <a:pt x="710867" y="60960"/>
                  </a:lnTo>
                  <a:cubicBezTo>
                    <a:pt x="710867" y="40386"/>
                    <a:pt x="715952" y="25146"/>
                    <a:pt x="726101" y="15240"/>
                  </a:cubicBezTo>
                  <a:cubicBezTo>
                    <a:pt x="736260" y="5077"/>
                    <a:pt x="750227" y="0"/>
                    <a:pt x="767993" y="0"/>
                  </a:cubicBezTo>
                  <a:cubicBezTo>
                    <a:pt x="772315" y="0"/>
                    <a:pt x="776628" y="257"/>
                    <a:pt x="780941" y="762"/>
                  </a:cubicBezTo>
                  <a:cubicBezTo>
                    <a:pt x="785263" y="1267"/>
                    <a:pt x="789576" y="2162"/>
                    <a:pt x="793889" y="3429"/>
                  </a:cubicBezTo>
                  <a:lnTo>
                    <a:pt x="793889" y="29718"/>
                  </a:lnTo>
                  <a:close/>
                  <a:moveTo>
                    <a:pt x="906255" y="284607"/>
                  </a:moveTo>
                  <a:cubicBezTo>
                    <a:pt x="887975" y="284607"/>
                    <a:pt x="871980" y="280540"/>
                    <a:pt x="858270" y="272415"/>
                  </a:cubicBezTo>
                  <a:cubicBezTo>
                    <a:pt x="844807" y="264290"/>
                    <a:pt x="834277" y="252860"/>
                    <a:pt x="826660" y="238125"/>
                  </a:cubicBezTo>
                  <a:cubicBezTo>
                    <a:pt x="819291" y="223142"/>
                    <a:pt x="815616" y="205483"/>
                    <a:pt x="815616" y="185166"/>
                  </a:cubicBezTo>
                  <a:cubicBezTo>
                    <a:pt x="815616" y="165097"/>
                    <a:pt x="819291" y="147571"/>
                    <a:pt x="826660" y="132588"/>
                  </a:cubicBezTo>
                  <a:cubicBezTo>
                    <a:pt x="834277" y="117605"/>
                    <a:pt x="844807" y="106042"/>
                    <a:pt x="858270" y="97917"/>
                  </a:cubicBezTo>
                  <a:cubicBezTo>
                    <a:pt x="871980" y="89792"/>
                    <a:pt x="887975" y="85725"/>
                    <a:pt x="906255" y="85725"/>
                  </a:cubicBezTo>
                  <a:cubicBezTo>
                    <a:pt x="924535" y="85725"/>
                    <a:pt x="940397" y="89792"/>
                    <a:pt x="953859" y="97917"/>
                  </a:cubicBezTo>
                  <a:cubicBezTo>
                    <a:pt x="967569" y="106042"/>
                    <a:pt x="978100" y="117605"/>
                    <a:pt x="985469" y="132588"/>
                  </a:cubicBezTo>
                  <a:cubicBezTo>
                    <a:pt x="993085" y="147571"/>
                    <a:pt x="996894" y="165097"/>
                    <a:pt x="996894" y="185166"/>
                  </a:cubicBezTo>
                  <a:cubicBezTo>
                    <a:pt x="996894" y="205483"/>
                    <a:pt x="993085" y="223142"/>
                    <a:pt x="985469" y="238125"/>
                  </a:cubicBezTo>
                  <a:cubicBezTo>
                    <a:pt x="978100" y="252860"/>
                    <a:pt x="967569" y="264290"/>
                    <a:pt x="953859" y="272415"/>
                  </a:cubicBezTo>
                  <a:cubicBezTo>
                    <a:pt x="940397" y="280540"/>
                    <a:pt x="924535" y="284607"/>
                    <a:pt x="906255" y="284607"/>
                  </a:cubicBezTo>
                  <a:close/>
                  <a:moveTo>
                    <a:pt x="906255" y="259080"/>
                  </a:moveTo>
                  <a:cubicBezTo>
                    <a:pt x="925040" y="259080"/>
                    <a:pt x="939511" y="252860"/>
                    <a:pt x="949670" y="240411"/>
                  </a:cubicBezTo>
                  <a:cubicBezTo>
                    <a:pt x="960076" y="227714"/>
                    <a:pt x="965284" y="209293"/>
                    <a:pt x="965284" y="185166"/>
                  </a:cubicBezTo>
                  <a:cubicBezTo>
                    <a:pt x="965284" y="161544"/>
                    <a:pt x="960076" y="143380"/>
                    <a:pt x="949670" y="130683"/>
                  </a:cubicBezTo>
                  <a:cubicBezTo>
                    <a:pt x="939254" y="117986"/>
                    <a:pt x="924782" y="111633"/>
                    <a:pt x="906255" y="111633"/>
                  </a:cubicBezTo>
                  <a:cubicBezTo>
                    <a:pt x="887717" y="111633"/>
                    <a:pt x="873122" y="117986"/>
                    <a:pt x="862459" y="130683"/>
                  </a:cubicBezTo>
                  <a:cubicBezTo>
                    <a:pt x="852043" y="143380"/>
                    <a:pt x="846845" y="161544"/>
                    <a:pt x="846845" y="185166"/>
                  </a:cubicBezTo>
                  <a:cubicBezTo>
                    <a:pt x="846845" y="209293"/>
                    <a:pt x="851919" y="227714"/>
                    <a:pt x="862078" y="240411"/>
                  </a:cubicBezTo>
                  <a:cubicBezTo>
                    <a:pt x="872484" y="252860"/>
                    <a:pt x="887213" y="259080"/>
                    <a:pt x="906255" y="259080"/>
                  </a:cubicBezTo>
                  <a:close/>
                  <a:moveTo>
                    <a:pt x="1044974" y="281940"/>
                  </a:moveTo>
                  <a:lnTo>
                    <a:pt x="1044974" y="144018"/>
                  </a:lnTo>
                  <a:cubicBezTo>
                    <a:pt x="1044974" y="135131"/>
                    <a:pt x="1044727" y="126235"/>
                    <a:pt x="1044212" y="117348"/>
                  </a:cubicBezTo>
                  <a:cubicBezTo>
                    <a:pt x="1043965" y="108204"/>
                    <a:pt x="1043203" y="99184"/>
                    <a:pt x="1041927" y="90297"/>
                  </a:cubicBezTo>
                  <a:lnTo>
                    <a:pt x="1071252" y="90297"/>
                  </a:lnTo>
                  <a:lnTo>
                    <a:pt x="1075441" y="137541"/>
                  </a:lnTo>
                  <a:lnTo>
                    <a:pt x="1071252" y="136398"/>
                  </a:lnTo>
                  <a:cubicBezTo>
                    <a:pt x="1074812" y="119634"/>
                    <a:pt x="1082429" y="107061"/>
                    <a:pt x="1094102" y="98679"/>
                  </a:cubicBezTo>
                  <a:cubicBezTo>
                    <a:pt x="1106041" y="90040"/>
                    <a:pt x="1119371" y="85725"/>
                    <a:pt x="1134089" y="85725"/>
                  </a:cubicBezTo>
                  <a:cubicBezTo>
                    <a:pt x="1137393" y="85725"/>
                    <a:pt x="1140440" y="85982"/>
                    <a:pt x="1143230" y="86487"/>
                  </a:cubicBezTo>
                  <a:cubicBezTo>
                    <a:pt x="1146276" y="86744"/>
                    <a:pt x="1149076" y="87249"/>
                    <a:pt x="1151608" y="88011"/>
                  </a:cubicBezTo>
                  <a:lnTo>
                    <a:pt x="1150846" y="116205"/>
                  </a:lnTo>
                  <a:cubicBezTo>
                    <a:pt x="1145010" y="114176"/>
                    <a:pt x="1138279" y="113157"/>
                    <a:pt x="1130662" y="113157"/>
                  </a:cubicBezTo>
                  <a:cubicBezTo>
                    <a:pt x="1117466" y="113157"/>
                    <a:pt x="1106803" y="116081"/>
                    <a:pt x="1098672" y="121920"/>
                  </a:cubicBezTo>
                  <a:cubicBezTo>
                    <a:pt x="1090808" y="127759"/>
                    <a:pt x="1084962" y="135255"/>
                    <a:pt x="1081153" y="144399"/>
                  </a:cubicBezTo>
                  <a:cubicBezTo>
                    <a:pt x="1077602" y="153286"/>
                    <a:pt x="1075822" y="162687"/>
                    <a:pt x="1075822" y="172593"/>
                  </a:cubicBezTo>
                  <a:lnTo>
                    <a:pt x="1075822" y="281940"/>
                  </a:lnTo>
                  <a:lnTo>
                    <a:pt x="1044974" y="281940"/>
                  </a:lnTo>
                  <a:close/>
                  <a:moveTo>
                    <a:pt x="1182951" y="281940"/>
                  </a:moveTo>
                  <a:lnTo>
                    <a:pt x="1182951" y="144018"/>
                  </a:lnTo>
                  <a:cubicBezTo>
                    <a:pt x="1182951" y="135131"/>
                    <a:pt x="1182703" y="126235"/>
                    <a:pt x="1182189" y="117348"/>
                  </a:cubicBezTo>
                  <a:cubicBezTo>
                    <a:pt x="1181941" y="108204"/>
                    <a:pt x="1181180" y="99184"/>
                    <a:pt x="1179904" y="90297"/>
                  </a:cubicBezTo>
                  <a:lnTo>
                    <a:pt x="1209228" y="90297"/>
                  </a:lnTo>
                  <a:lnTo>
                    <a:pt x="1212656" y="129921"/>
                  </a:lnTo>
                  <a:lnTo>
                    <a:pt x="1208847" y="132588"/>
                  </a:lnTo>
                  <a:cubicBezTo>
                    <a:pt x="1213418" y="117605"/>
                    <a:pt x="1221291" y="106042"/>
                    <a:pt x="1232459" y="97917"/>
                  </a:cubicBezTo>
                  <a:cubicBezTo>
                    <a:pt x="1243885" y="89792"/>
                    <a:pt x="1257347" y="85725"/>
                    <a:pt x="1272828" y="85725"/>
                  </a:cubicBezTo>
                  <a:cubicBezTo>
                    <a:pt x="1291365" y="85725"/>
                    <a:pt x="1305713" y="90297"/>
                    <a:pt x="1315862" y="99441"/>
                  </a:cubicBezTo>
                  <a:cubicBezTo>
                    <a:pt x="1326278" y="108585"/>
                    <a:pt x="1332876" y="122558"/>
                    <a:pt x="1335665" y="141351"/>
                  </a:cubicBezTo>
                  <a:lnTo>
                    <a:pt x="1326526" y="136398"/>
                  </a:lnTo>
                  <a:cubicBezTo>
                    <a:pt x="1330591" y="120901"/>
                    <a:pt x="1338712" y="108585"/>
                    <a:pt x="1350899" y="99441"/>
                  </a:cubicBezTo>
                  <a:cubicBezTo>
                    <a:pt x="1363343" y="90297"/>
                    <a:pt x="1378196" y="85725"/>
                    <a:pt x="1395457" y="85725"/>
                  </a:cubicBezTo>
                  <a:cubicBezTo>
                    <a:pt x="1416536" y="85725"/>
                    <a:pt x="1432398" y="92078"/>
                    <a:pt x="1443061" y="104775"/>
                  </a:cubicBezTo>
                  <a:cubicBezTo>
                    <a:pt x="1453725" y="117224"/>
                    <a:pt x="1459056" y="136141"/>
                    <a:pt x="1459056" y="161544"/>
                  </a:cubicBezTo>
                  <a:lnTo>
                    <a:pt x="1459056" y="281940"/>
                  </a:lnTo>
                  <a:lnTo>
                    <a:pt x="1428209" y="281940"/>
                  </a:lnTo>
                  <a:lnTo>
                    <a:pt x="1428209" y="163068"/>
                  </a:lnTo>
                  <a:cubicBezTo>
                    <a:pt x="1428209" y="145285"/>
                    <a:pt x="1425038" y="132331"/>
                    <a:pt x="1418688" y="124206"/>
                  </a:cubicBezTo>
                  <a:cubicBezTo>
                    <a:pt x="1412347" y="115824"/>
                    <a:pt x="1402312" y="111633"/>
                    <a:pt x="1388602" y="111633"/>
                  </a:cubicBezTo>
                  <a:cubicBezTo>
                    <a:pt x="1372607" y="111633"/>
                    <a:pt x="1359915" y="117091"/>
                    <a:pt x="1350518" y="128016"/>
                  </a:cubicBezTo>
                  <a:cubicBezTo>
                    <a:pt x="1341378" y="138941"/>
                    <a:pt x="1336808" y="153800"/>
                    <a:pt x="1336808" y="172593"/>
                  </a:cubicBezTo>
                  <a:lnTo>
                    <a:pt x="1336808" y="281940"/>
                  </a:lnTo>
                  <a:lnTo>
                    <a:pt x="1305960" y="281940"/>
                  </a:lnTo>
                  <a:lnTo>
                    <a:pt x="1305960" y="163068"/>
                  </a:lnTo>
                  <a:cubicBezTo>
                    <a:pt x="1305960" y="145285"/>
                    <a:pt x="1302666" y="132331"/>
                    <a:pt x="1296059" y="124206"/>
                  </a:cubicBezTo>
                  <a:cubicBezTo>
                    <a:pt x="1289718" y="115824"/>
                    <a:pt x="1279683" y="111633"/>
                    <a:pt x="1265973" y="111633"/>
                  </a:cubicBezTo>
                  <a:cubicBezTo>
                    <a:pt x="1249730" y="111633"/>
                    <a:pt x="1236906" y="117091"/>
                    <a:pt x="1227508" y="128016"/>
                  </a:cubicBezTo>
                  <a:cubicBezTo>
                    <a:pt x="1218368" y="138941"/>
                    <a:pt x="1213798" y="153800"/>
                    <a:pt x="1213798" y="172593"/>
                  </a:cubicBezTo>
                  <a:lnTo>
                    <a:pt x="1213798" y="281940"/>
                  </a:lnTo>
                  <a:lnTo>
                    <a:pt x="1182951" y="2819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28"/>
            <p:cNvSpPr/>
            <p:nvPr/>
          </p:nvSpPr>
          <p:spPr>
            <a:xfrm>
              <a:off x="4527854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8"/>
            <p:cNvSpPr/>
            <p:nvPr/>
          </p:nvSpPr>
          <p:spPr>
            <a:xfrm>
              <a:off x="1919132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M">
  <p:cSld name="SWM">
    <p:bg>
      <p:bgPr>
        <a:solidFill>
          <a:srgbClr val="245893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9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3007268" y="-1"/>
            <a:ext cx="9184732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9"/>
          <p:cNvSpPr txBox="1"/>
          <p:nvPr>
            <p:ph idx="1" type="body"/>
          </p:nvPr>
        </p:nvSpPr>
        <p:spPr>
          <a:xfrm>
            <a:off x="155786" y="6472155"/>
            <a:ext cx="5940214" cy="258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29"/>
          <p:cNvSpPr txBox="1"/>
          <p:nvPr>
            <p:ph type="title"/>
          </p:nvPr>
        </p:nvSpPr>
        <p:spPr>
          <a:xfrm>
            <a:off x="155786" y="1191528"/>
            <a:ext cx="5054601" cy="4887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Rokkitt"/>
              <a:buNone/>
              <a:defRPr b="1" sz="3200">
                <a:solidFill>
                  <a:schemeClr val="dk2"/>
                </a:solidFill>
                <a:latin typeface="Rokkitt"/>
                <a:ea typeface="Rokkitt"/>
                <a:cs typeface="Rokkitt"/>
                <a:sym typeface="Rokkit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1" name="Google Shape;141;p29"/>
          <p:cNvGrpSpPr/>
          <p:nvPr/>
        </p:nvGrpSpPr>
        <p:grpSpPr>
          <a:xfrm>
            <a:off x="300959" y="308426"/>
            <a:ext cx="2013104" cy="571854"/>
            <a:chOff x="338666" y="4303183"/>
            <a:chExt cx="7340599" cy="2085212"/>
          </a:xfrm>
        </p:grpSpPr>
        <p:sp>
          <p:nvSpPr>
            <p:cNvPr id="142" name="Google Shape;142;p29"/>
            <p:cNvSpPr/>
            <p:nvPr/>
          </p:nvSpPr>
          <p:spPr>
            <a:xfrm>
              <a:off x="338666" y="4817769"/>
              <a:ext cx="931067" cy="1085156"/>
            </a:xfrm>
            <a:custGeom>
              <a:rect b="b" l="l" r="r" t="t"/>
              <a:pathLst>
                <a:path extrusionOk="0" h="1085156" w="931067">
                  <a:moveTo>
                    <a:pt x="266668" y="724502"/>
                  </a:moveTo>
                  <a:lnTo>
                    <a:pt x="0" y="724502"/>
                  </a:lnTo>
                  <a:cubicBezTo>
                    <a:pt x="0" y="847803"/>
                    <a:pt x="39462" y="937691"/>
                    <a:pt x="117749" y="995117"/>
                  </a:cubicBezTo>
                  <a:cubicBezTo>
                    <a:pt x="188382" y="1054534"/>
                    <a:pt x="298318" y="1085157"/>
                    <a:pt x="451383" y="1085157"/>
                  </a:cubicBezTo>
                  <a:cubicBezTo>
                    <a:pt x="735511" y="1085157"/>
                    <a:pt x="931068" y="993278"/>
                    <a:pt x="931068" y="736551"/>
                  </a:cubicBezTo>
                  <a:cubicBezTo>
                    <a:pt x="931068" y="663885"/>
                    <a:pt x="908108" y="599124"/>
                    <a:pt x="860036" y="546727"/>
                  </a:cubicBezTo>
                  <a:cubicBezTo>
                    <a:pt x="804550" y="492016"/>
                    <a:pt x="691505" y="445600"/>
                    <a:pt x="507268" y="409227"/>
                  </a:cubicBezTo>
                  <a:cubicBezTo>
                    <a:pt x="364487" y="382909"/>
                    <a:pt x="294252" y="340558"/>
                    <a:pt x="294252" y="285925"/>
                  </a:cubicBezTo>
                  <a:cubicBezTo>
                    <a:pt x="294252" y="231452"/>
                    <a:pt x="348064" y="203059"/>
                    <a:pt x="455529" y="203059"/>
                  </a:cubicBezTo>
                  <a:cubicBezTo>
                    <a:pt x="546571" y="203059"/>
                    <a:pt x="602376" y="229378"/>
                    <a:pt x="621111" y="275875"/>
                  </a:cubicBezTo>
                  <a:cubicBezTo>
                    <a:pt x="637534" y="318386"/>
                    <a:pt x="678032" y="340558"/>
                    <a:pt x="737424" y="342631"/>
                  </a:cubicBezTo>
                  <a:lnTo>
                    <a:pt x="898542" y="342631"/>
                  </a:lnTo>
                  <a:cubicBezTo>
                    <a:pt x="892802" y="231452"/>
                    <a:pt x="852463" y="146910"/>
                    <a:pt x="777764" y="86934"/>
                  </a:cubicBezTo>
                  <a:cubicBezTo>
                    <a:pt x="701151" y="28951"/>
                    <a:pt x="592251" y="0"/>
                    <a:pt x="451543" y="0"/>
                  </a:cubicBezTo>
                  <a:cubicBezTo>
                    <a:pt x="206080" y="3908"/>
                    <a:pt x="29577" y="108388"/>
                    <a:pt x="29577" y="334417"/>
                  </a:cubicBezTo>
                  <a:cubicBezTo>
                    <a:pt x="31649" y="502141"/>
                    <a:pt x="149159" y="607421"/>
                    <a:pt x="383141" y="649693"/>
                  </a:cubicBezTo>
                  <a:cubicBezTo>
                    <a:pt x="571284" y="682230"/>
                    <a:pt x="666472" y="726578"/>
                    <a:pt x="666472" y="781214"/>
                  </a:cubicBezTo>
                  <a:cubicBezTo>
                    <a:pt x="666472" y="849880"/>
                    <a:pt x="608515" y="882103"/>
                    <a:pt x="492679" y="882103"/>
                  </a:cubicBezTo>
                  <a:cubicBezTo>
                    <a:pt x="358348" y="882103"/>
                    <a:pt x="272648" y="841907"/>
                    <a:pt x="266668" y="7245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9"/>
            <p:cNvSpPr/>
            <p:nvPr/>
          </p:nvSpPr>
          <p:spPr>
            <a:xfrm>
              <a:off x="1374890" y="4819443"/>
              <a:ext cx="1517750" cy="1067689"/>
            </a:xfrm>
            <a:custGeom>
              <a:rect b="b" l="l" r="r" t="t"/>
              <a:pathLst>
                <a:path extrusionOk="0" h="1067689" w="1517750">
                  <a:moveTo>
                    <a:pt x="448672" y="223396"/>
                  </a:moveTo>
                  <a:cubicBezTo>
                    <a:pt x="569444" y="223396"/>
                    <a:pt x="630673" y="277471"/>
                    <a:pt x="636890" y="387375"/>
                  </a:cubicBezTo>
                  <a:lnTo>
                    <a:pt x="636890" y="1063784"/>
                  </a:lnTo>
                  <a:lnTo>
                    <a:pt x="880920" y="1063784"/>
                  </a:lnTo>
                  <a:lnTo>
                    <a:pt x="880920" y="391522"/>
                  </a:lnTo>
                  <a:cubicBezTo>
                    <a:pt x="882995" y="281379"/>
                    <a:pt x="944138" y="227305"/>
                    <a:pt x="1064996" y="227305"/>
                  </a:cubicBezTo>
                  <a:cubicBezTo>
                    <a:pt x="1185778" y="227305"/>
                    <a:pt x="1246998" y="281379"/>
                    <a:pt x="1253139" y="391522"/>
                  </a:cubicBezTo>
                  <a:lnTo>
                    <a:pt x="1253139" y="935778"/>
                  </a:lnTo>
                  <a:cubicBezTo>
                    <a:pt x="1253139" y="1019760"/>
                    <a:pt x="1296268" y="1061794"/>
                    <a:pt x="1382527" y="1067690"/>
                  </a:cubicBezTo>
                  <a:lnTo>
                    <a:pt x="1517733" y="1067690"/>
                  </a:lnTo>
                  <a:lnTo>
                    <a:pt x="1517733" y="445517"/>
                  </a:lnTo>
                  <a:cubicBezTo>
                    <a:pt x="1519571" y="146911"/>
                    <a:pt x="1372645" y="3669"/>
                    <a:pt x="1069062" y="3669"/>
                  </a:cubicBezTo>
                  <a:cubicBezTo>
                    <a:pt x="930028" y="3669"/>
                    <a:pt x="829973" y="30387"/>
                    <a:pt x="760699" y="85897"/>
                  </a:cubicBezTo>
                  <a:cubicBezTo>
                    <a:pt x="691502" y="28553"/>
                    <a:pt x="591847" y="0"/>
                    <a:pt x="452737" y="0"/>
                  </a:cubicBezTo>
                  <a:cubicBezTo>
                    <a:pt x="148992" y="0"/>
                    <a:pt x="0" y="143242"/>
                    <a:pt x="0" y="441449"/>
                  </a:cubicBezTo>
                  <a:lnTo>
                    <a:pt x="0" y="1063784"/>
                  </a:lnTo>
                  <a:lnTo>
                    <a:pt x="264509" y="1063784"/>
                  </a:lnTo>
                  <a:lnTo>
                    <a:pt x="264509" y="387375"/>
                  </a:lnTo>
                  <a:cubicBezTo>
                    <a:pt x="266747" y="277471"/>
                    <a:pt x="327890" y="223396"/>
                    <a:pt x="448672" y="2233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9"/>
            <p:cNvSpPr/>
            <p:nvPr/>
          </p:nvSpPr>
          <p:spPr>
            <a:xfrm>
              <a:off x="3018422" y="4817769"/>
              <a:ext cx="880929" cy="1069283"/>
            </a:xfrm>
            <a:custGeom>
              <a:rect b="b" l="l" r="r" t="t"/>
              <a:pathLst>
                <a:path extrusionOk="0" h="1069283" w="880929">
                  <a:moveTo>
                    <a:pt x="450909" y="203059"/>
                  </a:moveTo>
                  <a:cubicBezTo>
                    <a:pt x="567140" y="203059"/>
                    <a:pt x="626293" y="232648"/>
                    <a:pt x="632672" y="291907"/>
                  </a:cubicBezTo>
                  <a:cubicBezTo>
                    <a:pt x="632672" y="349012"/>
                    <a:pt x="571443" y="382510"/>
                    <a:pt x="450909" y="396308"/>
                  </a:cubicBezTo>
                  <a:cubicBezTo>
                    <a:pt x="176822" y="421989"/>
                    <a:pt x="5503" y="489301"/>
                    <a:pt x="0" y="739732"/>
                  </a:cubicBezTo>
                  <a:cubicBezTo>
                    <a:pt x="0" y="970552"/>
                    <a:pt x="163912" y="1086833"/>
                    <a:pt x="421566" y="1067135"/>
                  </a:cubicBezTo>
                  <a:cubicBezTo>
                    <a:pt x="714466" y="1047438"/>
                    <a:pt x="880929" y="919183"/>
                    <a:pt x="880929" y="631186"/>
                  </a:cubicBezTo>
                  <a:lnTo>
                    <a:pt x="880929" y="276035"/>
                  </a:lnTo>
                  <a:cubicBezTo>
                    <a:pt x="875188" y="89406"/>
                    <a:pt x="735279" y="0"/>
                    <a:pt x="438475" y="0"/>
                  </a:cubicBezTo>
                  <a:cubicBezTo>
                    <a:pt x="188228" y="0"/>
                    <a:pt x="59639" y="89406"/>
                    <a:pt x="29819" y="276035"/>
                  </a:cubicBezTo>
                  <a:lnTo>
                    <a:pt x="282056" y="276035"/>
                  </a:lnTo>
                  <a:cubicBezTo>
                    <a:pt x="296804" y="226746"/>
                    <a:pt x="351730" y="203059"/>
                    <a:pt x="450909" y="203059"/>
                  </a:cubicBezTo>
                  <a:close/>
                  <a:moveTo>
                    <a:pt x="385615" y="854023"/>
                  </a:moveTo>
                  <a:cubicBezTo>
                    <a:pt x="296804" y="854023"/>
                    <a:pt x="250409" y="814551"/>
                    <a:pt x="244030" y="731760"/>
                  </a:cubicBezTo>
                  <a:cubicBezTo>
                    <a:pt x="244030" y="654874"/>
                    <a:pt x="300955" y="605582"/>
                    <a:pt x="412959" y="585808"/>
                  </a:cubicBezTo>
                  <a:cubicBezTo>
                    <a:pt x="495314" y="570016"/>
                    <a:pt x="571529" y="548404"/>
                    <a:pt x="636899" y="522724"/>
                  </a:cubicBezTo>
                  <a:lnTo>
                    <a:pt x="636899" y="619308"/>
                  </a:lnTo>
                  <a:cubicBezTo>
                    <a:pt x="636814" y="767250"/>
                    <a:pt x="541872" y="854023"/>
                    <a:pt x="385615" y="8540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9"/>
            <p:cNvSpPr/>
            <p:nvPr/>
          </p:nvSpPr>
          <p:spPr>
            <a:xfrm>
              <a:off x="5216460" y="4303183"/>
              <a:ext cx="408455" cy="1583837"/>
            </a:xfrm>
            <a:custGeom>
              <a:rect b="b" l="l" r="r" t="t"/>
              <a:pathLst>
                <a:path extrusionOk="0" h="1583837" w="408455">
                  <a:moveTo>
                    <a:pt x="244078" y="292465"/>
                  </a:moveTo>
                  <a:lnTo>
                    <a:pt x="244078" y="129683"/>
                  </a:lnTo>
                  <a:cubicBezTo>
                    <a:pt x="244078" y="62050"/>
                    <a:pt x="190904" y="0"/>
                    <a:pt x="126647" y="0"/>
                  </a:cubicBezTo>
                  <a:lnTo>
                    <a:pt x="48" y="0"/>
                  </a:lnTo>
                  <a:lnTo>
                    <a:pt x="48" y="1388707"/>
                  </a:lnTo>
                  <a:cubicBezTo>
                    <a:pt x="-1704" y="1505236"/>
                    <a:pt x="44215" y="1566253"/>
                    <a:pt x="139958" y="1576140"/>
                  </a:cubicBezTo>
                  <a:cubicBezTo>
                    <a:pt x="235938" y="1586027"/>
                    <a:pt x="325872" y="1586027"/>
                    <a:pt x="408456" y="1578216"/>
                  </a:cubicBezTo>
                  <a:lnTo>
                    <a:pt x="408456" y="1378820"/>
                  </a:lnTo>
                  <a:lnTo>
                    <a:pt x="329776" y="1378820"/>
                  </a:lnTo>
                  <a:cubicBezTo>
                    <a:pt x="269747" y="1378820"/>
                    <a:pt x="244078" y="1354017"/>
                    <a:pt x="244078" y="1308402"/>
                  </a:cubicBezTo>
                  <a:lnTo>
                    <a:pt x="244078" y="700816"/>
                  </a:lnTo>
                  <a:lnTo>
                    <a:pt x="244078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9"/>
            <p:cNvSpPr/>
            <p:nvPr/>
          </p:nvSpPr>
          <p:spPr>
            <a:xfrm>
              <a:off x="5647957" y="4819443"/>
              <a:ext cx="942548" cy="1081815"/>
            </a:xfrm>
            <a:custGeom>
              <a:rect b="b" l="l" r="r" t="t"/>
              <a:pathLst>
                <a:path extrusionOk="0" h="1081815" w="942548">
                  <a:moveTo>
                    <a:pt x="474350" y="223396"/>
                  </a:moveTo>
                  <a:cubicBezTo>
                    <a:pt x="610108" y="223396"/>
                    <a:pt x="677954" y="326920"/>
                    <a:pt x="677954" y="535718"/>
                  </a:cubicBezTo>
                  <a:cubicBezTo>
                    <a:pt x="676040" y="748907"/>
                    <a:pt x="608042" y="858416"/>
                    <a:pt x="472274" y="858416"/>
                  </a:cubicBezTo>
                  <a:cubicBezTo>
                    <a:pt x="336507" y="858416"/>
                    <a:pt x="266432" y="752822"/>
                    <a:pt x="264595" y="544015"/>
                  </a:cubicBezTo>
                  <a:cubicBezTo>
                    <a:pt x="264681" y="330908"/>
                    <a:pt x="334431" y="223396"/>
                    <a:pt x="474350" y="223396"/>
                  </a:cubicBezTo>
                  <a:close/>
                  <a:moveTo>
                    <a:pt x="474350" y="0"/>
                  </a:moveTo>
                  <a:cubicBezTo>
                    <a:pt x="156733" y="0"/>
                    <a:pt x="0" y="173868"/>
                    <a:pt x="0" y="544015"/>
                  </a:cubicBezTo>
                  <a:cubicBezTo>
                    <a:pt x="0" y="908984"/>
                    <a:pt x="156733" y="1081815"/>
                    <a:pt x="474350" y="1081815"/>
                  </a:cubicBezTo>
                  <a:cubicBezTo>
                    <a:pt x="788206" y="1081815"/>
                    <a:pt x="942549" y="908898"/>
                    <a:pt x="942549" y="544015"/>
                  </a:cubicBezTo>
                  <a:cubicBezTo>
                    <a:pt x="942549" y="173947"/>
                    <a:pt x="788206" y="0"/>
                    <a:pt x="474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29"/>
            <p:cNvSpPr/>
            <p:nvPr/>
          </p:nvSpPr>
          <p:spPr>
            <a:xfrm>
              <a:off x="6716152" y="4817830"/>
              <a:ext cx="963113" cy="1497041"/>
            </a:xfrm>
            <a:custGeom>
              <a:rect b="b" l="l" r="r" t="t"/>
              <a:pathLst>
                <a:path extrusionOk="0" h="1497041" w="963113">
                  <a:moveTo>
                    <a:pt x="414073" y="1083504"/>
                  </a:moveTo>
                  <a:cubicBezTo>
                    <a:pt x="547365" y="1083504"/>
                    <a:pt x="650524" y="1033974"/>
                    <a:pt x="719084" y="934438"/>
                  </a:cubicBezTo>
                  <a:lnTo>
                    <a:pt x="719084" y="1037641"/>
                  </a:lnTo>
                  <a:cubicBezTo>
                    <a:pt x="719084" y="1206805"/>
                    <a:pt x="646382" y="1293978"/>
                    <a:pt x="505036" y="1293978"/>
                  </a:cubicBezTo>
                  <a:cubicBezTo>
                    <a:pt x="393898" y="1293978"/>
                    <a:pt x="331156" y="1255697"/>
                    <a:pt x="313142" y="1174983"/>
                  </a:cubicBezTo>
                  <a:lnTo>
                    <a:pt x="27183" y="1174983"/>
                  </a:lnTo>
                  <a:cubicBezTo>
                    <a:pt x="86973" y="1395505"/>
                    <a:pt x="233585" y="1497042"/>
                    <a:pt x="474578" y="1497042"/>
                  </a:cubicBezTo>
                  <a:cubicBezTo>
                    <a:pt x="807733" y="1491536"/>
                    <a:pt x="963114" y="1370226"/>
                    <a:pt x="963114" y="1100649"/>
                  </a:cubicBezTo>
                  <a:lnTo>
                    <a:pt x="963114" y="465398"/>
                  </a:lnTo>
                  <a:cubicBezTo>
                    <a:pt x="963114" y="140866"/>
                    <a:pt x="809732" y="-1817"/>
                    <a:pt x="484861" y="17"/>
                  </a:cubicBezTo>
                  <a:cubicBezTo>
                    <a:pt x="158485" y="5601"/>
                    <a:pt x="0" y="166548"/>
                    <a:pt x="0" y="530559"/>
                  </a:cubicBezTo>
                  <a:cubicBezTo>
                    <a:pt x="76" y="907720"/>
                    <a:pt x="135283" y="1083504"/>
                    <a:pt x="414073" y="1083504"/>
                  </a:cubicBezTo>
                  <a:close/>
                  <a:moveTo>
                    <a:pt x="488850" y="860105"/>
                  </a:moveTo>
                  <a:cubicBezTo>
                    <a:pt x="343437" y="860105"/>
                    <a:pt x="270650" y="753073"/>
                    <a:pt x="264671" y="538846"/>
                  </a:cubicBezTo>
                  <a:cubicBezTo>
                    <a:pt x="264671" y="314177"/>
                    <a:pt x="339448" y="202997"/>
                    <a:pt x="492915" y="202997"/>
                  </a:cubicBezTo>
                  <a:cubicBezTo>
                    <a:pt x="646382" y="202997"/>
                    <a:pt x="720922" y="314177"/>
                    <a:pt x="719084" y="538846"/>
                  </a:cubicBezTo>
                  <a:cubicBezTo>
                    <a:pt x="711115" y="753073"/>
                    <a:pt x="634263" y="860105"/>
                    <a:pt x="488850" y="8601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9"/>
            <p:cNvSpPr/>
            <p:nvPr/>
          </p:nvSpPr>
          <p:spPr>
            <a:xfrm>
              <a:off x="4661889" y="4843290"/>
              <a:ext cx="419889" cy="1039937"/>
            </a:xfrm>
            <a:custGeom>
              <a:rect b="b" l="l" r="r" t="t"/>
              <a:pathLst>
                <a:path extrusionOk="0" h="1039937" w="419889">
                  <a:moveTo>
                    <a:pt x="0" y="1039938"/>
                  </a:moveTo>
                  <a:lnTo>
                    <a:pt x="264595" y="1039938"/>
                  </a:lnTo>
                  <a:lnTo>
                    <a:pt x="264595" y="492412"/>
                  </a:lnTo>
                  <a:cubicBezTo>
                    <a:pt x="264595" y="363368"/>
                    <a:pt x="316331" y="20497"/>
                    <a:pt x="419890" y="0"/>
                  </a:cubicBezTo>
                  <a:cubicBezTo>
                    <a:pt x="146841" y="33737"/>
                    <a:pt x="6931" y="198992"/>
                    <a:pt x="0" y="496403"/>
                  </a:cubicBezTo>
                  <a:lnTo>
                    <a:pt x="0" y="10399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9"/>
            <p:cNvSpPr/>
            <p:nvPr/>
          </p:nvSpPr>
          <p:spPr>
            <a:xfrm>
              <a:off x="4661889" y="4488137"/>
              <a:ext cx="244020" cy="471437"/>
            </a:xfrm>
            <a:custGeom>
              <a:rect b="b" l="l" r="r" t="t"/>
              <a:pathLst>
                <a:path extrusionOk="0" h="471437" w="244020">
                  <a:moveTo>
                    <a:pt x="244020" y="292465"/>
                  </a:moveTo>
                  <a:lnTo>
                    <a:pt x="244020" y="129683"/>
                  </a:lnTo>
                  <a:cubicBezTo>
                    <a:pt x="244020" y="62050"/>
                    <a:pt x="190846" y="0"/>
                    <a:pt x="126513" y="0"/>
                  </a:cubicBezTo>
                  <a:lnTo>
                    <a:pt x="0" y="0"/>
                  </a:lnTo>
                  <a:lnTo>
                    <a:pt x="152" y="471438"/>
                  </a:lnTo>
                  <a:lnTo>
                    <a:pt x="244020" y="471438"/>
                  </a:lnTo>
                  <a:lnTo>
                    <a:pt x="244020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29"/>
            <p:cNvSpPr/>
            <p:nvPr/>
          </p:nvSpPr>
          <p:spPr>
            <a:xfrm>
              <a:off x="4025065" y="4842652"/>
              <a:ext cx="522658" cy="1040575"/>
            </a:xfrm>
            <a:custGeom>
              <a:rect b="b" l="l" r="r" t="t"/>
              <a:pathLst>
                <a:path extrusionOk="0" h="1040575" w="522658">
                  <a:moveTo>
                    <a:pt x="0" y="1040576"/>
                  </a:moveTo>
                  <a:lnTo>
                    <a:pt x="264604" y="1040576"/>
                  </a:lnTo>
                  <a:lnTo>
                    <a:pt x="264604" y="493050"/>
                  </a:lnTo>
                  <a:cubicBezTo>
                    <a:pt x="264604" y="339762"/>
                    <a:pt x="337544" y="262078"/>
                    <a:pt x="483356" y="262078"/>
                  </a:cubicBezTo>
                  <a:lnTo>
                    <a:pt x="522658" y="262078"/>
                  </a:lnTo>
                  <a:lnTo>
                    <a:pt x="522658" y="0"/>
                  </a:lnTo>
                  <a:cubicBezTo>
                    <a:pt x="214534" y="21774"/>
                    <a:pt x="7417" y="184795"/>
                    <a:pt x="86" y="496955"/>
                  </a:cubicBezTo>
                  <a:lnTo>
                    <a:pt x="86" y="1040576"/>
                  </a:lnTo>
                  <a:lnTo>
                    <a:pt x="0" y="10405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9"/>
            <p:cNvSpPr/>
            <p:nvPr/>
          </p:nvSpPr>
          <p:spPr>
            <a:xfrm>
              <a:off x="356946" y="6029112"/>
              <a:ext cx="1060969" cy="277368"/>
            </a:xfrm>
            <a:custGeom>
              <a:rect b="b" l="l" r="r" t="t"/>
              <a:pathLst>
                <a:path extrusionOk="0" h="277368" w="1060969">
                  <a:moveTo>
                    <a:pt x="101302" y="277368"/>
                  </a:moveTo>
                  <a:cubicBezTo>
                    <a:pt x="87338" y="277368"/>
                    <a:pt x="74263" y="276225"/>
                    <a:pt x="62076" y="273939"/>
                  </a:cubicBezTo>
                  <a:cubicBezTo>
                    <a:pt x="49889" y="271396"/>
                    <a:pt x="38591" y="267586"/>
                    <a:pt x="28182" y="262509"/>
                  </a:cubicBezTo>
                  <a:cubicBezTo>
                    <a:pt x="17772" y="257175"/>
                    <a:pt x="8378" y="250698"/>
                    <a:pt x="0" y="243078"/>
                  </a:cubicBezTo>
                  <a:lnTo>
                    <a:pt x="11806" y="219075"/>
                  </a:lnTo>
                  <a:cubicBezTo>
                    <a:pt x="25516" y="230505"/>
                    <a:pt x="39226" y="238630"/>
                    <a:pt x="52936" y="243459"/>
                  </a:cubicBezTo>
                  <a:cubicBezTo>
                    <a:pt x="66900" y="248288"/>
                    <a:pt x="83149" y="250698"/>
                    <a:pt x="101683" y="250698"/>
                  </a:cubicBezTo>
                  <a:cubicBezTo>
                    <a:pt x="123264" y="250698"/>
                    <a:pt x="140021" y="246507"/>
                    <a:pt x="151953" y="238125"/>
                  </a:cubicBezTo>
                  <a:cubicBezTo>
                    <a:pt x="163886" y="229486"/>
                    <a:pt x="169853" y="217427"/>
                    <a:pt x="169853" y="201930"/>
                  </a:cubicBezTo>
                  <a:cubicBezTo>
                    <a:pt x="169853" y="192529"/>
                    <a:pt x="166806" y="185042"/>
                    <a:pt x="160712" y="179451"/>
                  </a:cubicBezTo>
                  <a:cubicBezTo>
                    <a:pt x="154873" y="173612"/>
                    <a:pt x="146748" y="169040"/>
                    <a:pt x="136339" y="165735"/>
                  </a:cubicBezTo>
                  <a:cubicBezTo>
                    <a:pt x="126183" y="162182"/>
                    <a:pt x="114631" y="158877"/>
                    <a:pt x="101683" y="155829"/>
                  </a:cubicBezTo>
                  <a:cubicBezTo>
                    <a:pt x="88735" y="153038"/>
                    <a:pt x="76421" y="149857"/>
                    <a:pt x="64742" y="146304"/>
                  </a:cubicBezTo>
                  <a:cubicBezTo>
                    <a:pt x="53063" y="142494"/>
                    <a:pt x="42654" y="137798"/>
                    <a:pt x="33514" y="132207"/>
                  </a:cubicBezTo>
                  <a:cubicBezTo>
                    <a:pt x="24627" y="126616"/>
                    <a:pt x="17645" y="119510"/>
                    <a:pt x="12568" y="110871"/>
                  </a:cubicBezTo>
                  <a:cubicBezTo>
                    <a:pt x="7490" y="102232"/>
                    <a:pt x="4951" y="91440"/>
                    <a:pt x="4951" y="78486"/>
                  </a:cubicBezTo>
                  <a:cubicBezTo>
                    <a:pt x="4951" y="62989"/>
                    <a:pt x="9013" y="49406"/>
                    <a:pt x="17138" y="37719"/>
                  </a:cubicBezTo>
                  <a:cubicBezTo>
                    <a:pt x="25262" y="25784"/>
                    <a:pt x="36687" y="16507"/>
                    <a:pt x="51413" y="9906"/>
                  </a:cubicBezTo>
                  <a:cubicBezTo>
                    <a:pt x="66138" y="3305"/>
                    <a:pt x="83530" y="0"/>
                    <a:pt x="103587" y="0"/>
                  </a:cubicBezTo>
                  <a:cubicBezTo>
                    <a:pt x="116028" y="0"/>
                    <a:pt x="127961" y="1400"/>
                    <a:pt x="139386" y="4191"/>
                  </a:cubicBezTo>
                  <a:cubicBezTo>
                    <a:pt x="150811" y="6734"/>
                    <a:pt x="161348" y="10544"/>
                    <a:pt x="170995" y="15621"/>
                  </a:cubicBezTo>
                  <a:cubicBezTo>
                    <a:pt x="180897" y="20698"/>
                    <a:pt x="189656" y="26927"/>
                    <a:pt x="197273" y="34290"/>
                  </a:cubicBezTo>
                  <a:lnTo>
                    <a:pt x="185086" y="58293"/>
                  </a:lnTo>
                  <a:cubicBezTo>
                    <a:pt x="172645" y="47368"/>
                    <a:pt x="159824" y="39367"/>
                    <a:pt x="146622" y="34290"/>
                  </a:cubicBezTo>
                  <a:cubicBezTo>
                    <a:pt x="133419" y="29213"/>
                    <a:pt x="119075" y="26670"/>
                    <a:pt x="103587" y="26670"/>
                  </a:cubicBezTo>
                  <a:cubicBezTo>
                    <a:pt x="82515" y="26670"/>
                    <a:pt x="66011" y="31118"/>
                    <a:pt x="54079" y="40005"/>
                  </a:cubicBezTo>
                  <a:cubicBezTo>
                    <a:pt x="42146" y="48892"/>
                    <a:pt x="36179" y="61341"/>
                    <a:pt x="36179" y="77343"/>
                  </a:cubicBezTo>
                  <a:cubicBezTo>
                    <a:pt x="36179" y="87249"/>
                    <a:pt x="38845" y="95250"/>
                    <a:pt x="44177" y="101346"/>
                  </a:cubicBezTo>
                  <a:cubicBezTo>
                    <a:pt x="49509" y="107442"/>
                    <a:pt x="56998" y="112395"/>
                    <a:pt x="66646" y="116205"/>
                  </a:cubicBezTo>
                  <a:cubicBezTo>
                    <a:pt x="76294" y="119758"/>
                    <a:pt x="87338" y="123063"/>
                    <a:pt x="99779" y="126111"/>
                  </a:cubicBezTo>
                  <a:cubicBezTo>
                    <a:pt x="112981" y="129159"/>
                    <a:pt x="125676" y="132464"/>
                    <a:pt x="137862" y="136017"/>
                  </a:cubicBezTo>
                  <a:cubicBezTo>
                    <a:pt x="150049" y="139570"/>
                    <a:pt x="160839" y="144018"/>
                    <a:pt x="170233" y="149352"/>
                  </a:cubicBezTo>
                  <a:cubicBezTo>
                    <a:pt x="179881" y="154429"/>
                    <a:pt x="187498" y="161163"/>
                    <a:pt x="193084" y="169545"/>
                  </a:cubicBezTo>
                  <a:cubicBezTo>
                    <a:pt x="198669" y="177670"/>
                    <a:pt x="201462" y="188090"/>
                    <a:pt x="201462" y="200787"/>
                  </a:cubicBezTo>
                  <a:cubicBezTo>
                    <a:pt x="201462" y="216284"/>
                    <a:pt x="197399" y="229743"/>
                    <a:pt x="189275" y="241173"/>
                  </a:cubicBezTo>
                  <a:cubicBezTo>
                    <a:pt x="181151" y="252603"/>
                    <a:pt x="169598" y="261490"/>
                    <a:pt x="154619" y="267843"/>
                  </a:cubicBezTo>
                  <a:cubicBezTo>
                    <a:pt x="139640" y="274196"/>
                    <a:pt x="121867" y="277368"/>
                    <a:pt x="101302" y="277368"/>
                  </a:cubicBezTo>
                  <a:close/>
                  <a:moveTo>
                    <a:pt x="248704" y="274320"/>
                  </a:moveTo>
                  <a:lnTo>
                    <a:pt x="248704" y="136398"/>
                  </a:lnTo>
                  <a:cubicBezTo>
                    <a:pt x="248704" y="127511"/>
                    <a:pt x="248449" y="118615"/>
                    <a:pt x="247942" y="109728"/>
                  </a:cubicBezTo>
                  <a:cubicBezTo>
                    <a:pt x="247688" y="100584"/>
                    <a:pt x="246926" y="91564"/>
                    <a:pt x="245657" y="82677"/>
                  </a:cubicBezTo>
                  <a:lnTo>
                    <a:pt x="274981" y="82677"/>
                  </a:lnTo>
                  <a:lnTo>
                    <a:pt x="278409" y="122301"/>
                  </a:lnTo>
                  <a:lnTo>
                    <a:pt x="274600" y="124968"/>
                  </a:lnTo>
                  <a:cubicBezTo>
                    <a:pt x="279170" y="109985"/>
                    <a:pt x="287040" y="98422"/>
                    <a:pt x="298212" y="90297"/>
                  </a:cubicBezTo>
                  <a:cubicBezTo>
                    <a:pt x="309637" y="82172"/>
                    <a:pt x="323093" y="78105"/>
                    <a:pt x="338581" y="78105"/>
                  </a:cubicBezTo>
                  <a:cubicBezTo>
                    <a:pt x="357114" y="78105"/>
                    <a:pt x="371459" y="82677"/>
                    <a:pt x="381615" y="91821"/>
                  </a:cubicBezTo>
                  <a:cubicBezTo>
                    <a:pt x="392024" y="100965"/>
                    <a:pt x="398625" y="114938"/>
                    <a:pt x="401419" y="133731"/>
                  </a:cubicBezTo>
                  <a:lnTo>
                    <a:pt x="392278" y="128778"/>
                  </a:lnTo>
                  <a:cubicBezTo>
                    <a:pt x="396340" y="113281"/>
                    <a:pt x="404465" y="100965"/>
                    <a:pt x="416652" y="91821"/>
                  </a:cubicBezTo>
                  <a:cubicBezTo>
                    <a:pt x="429092" y="82677"/>
                    <a:pt x="443944" y="78105"/>
                    <a:pt x="461210" y="78105"/>
                  </a:cubicBezTo>
                  <a:cubicBezTo>
                    <a:pt x="482282" y="78105"/>
                    <a:pt x="498151" y="84458"/>
                    <a:pt x="508814" y="97155"/>
                  </a:cubicBezTo>
                  <a:cubicBezTo>
                    <a:pt x="519477" y="109604"/>
                    <a:pt x="524809" y="128521"/>
                    <a:pt x="524809" y="153924"/>
                  </a:cubicBezTo>
                  <a:lnTo>
                    <a:pt x="524809" y="274320"/>
                  </a:lnTo>
                  <a:lnTo>
                    <a:pt x="493961" y="274320"/>
                  </a:lnTo>
                  <a:lnTo>
                    <a:pt x="493961" y="155448"/>
                  </a:lnTo>
                  <a:cubicBezTo>
                    <a:pt x="493961" y="137665"/>
                    <a:pt x="490787" y="124711"/>
                    <a:pt x="484441" y="116586"/>
                  </a:cubicBezTo>
                  <a:cubicBezTo>
                    <a:pt x="478093" y="108204"/>
                    <a:pt x="468065" y="104013"/>
                    <a:pt x="454355" y="104013"/>
                  </a:cubicBezTo>
                  <a:cubicBezTo>
                    <a:pt x="438360" y="104013"/>
                    <a:pt x="425664" y="109471"/>
                    <a:pt x="416271" y="120396"/>
                  </a:cubicBezTo>
                  <a:cubicBezTo>
                    <a:pt x="407131" y="131321"/>
                    <a:pt x="402561" y="146180"/>
                    <a:pt x="402561" y="164973"/>
                  </a:cubicBezTo>
                  <a:lnTo>
                    <a:pt x="402561" y="274320"/>
                  </a:lnTo>
                  <a:lnTo>
                    <a:pt x="371713" y="274320"/>
                  </a:lnTo>
                  <a:lnTo>
                    <a:pt x="371713" y="155448"/>
                  </a:lnTo>
                  <a:cubicBezTo>
                    <a:pt x="371713" y="137665"/>
                    <a:pt x="368412" y="124711"/>
                    <a:pt x="361812" y="116586"/>
                  </a:cubicBezTo>
                  <a:cubicBezTo>
                    <a:pt x="355464" y="108204"/>
                    <a:pt x="345436" y="104013"/>
                    <a:pt x="331726" y="104013"/>
                  </a:cubicBezTo>
                  <a:cubicBezTo>
                    <a:pt x="315476" y="104013"/>
                    <a:pt x="302655" y="109471"/>
                    <a:pt x="293261" y="120396"/>
                  </a:cubicBezTo>
                  <a:cubicBezTo>
                    <a:pt x="284121" y="131321"/>
                    <a:pt x="279551" y="146180"/>
                    <a:pt x="279551" y="164973"/>
                  </a:cubicBezTo>
                  <a:lnTo>
                    <a:pt x="279551" y="274320"/>
                  </a:lnTo>
                  <a:lnTo>
                    <a:pt x="248704" y="274320"/>
                  </a:lnTo>
                  <a:close/>
                  <a:moveTo>
                    <a:pt x="656923" y="276987"/>
                  </a:moveTo>
                  <a:cubicBezTo>
                    <a:pt x="639913" y="276987"/>
                    <a:pt x="624933" y="273053"/>
                    <a:pt x="611984" y="265176"/>
                  </a:cubicBezTo>
                  <a:cubicBezTo>
                    <a:pt x="599290" y="257051"/>
                    <a:pt x="589388" y="245621"/>
                    <a:pt x="582279" y="230886"/>
                  </a:cubicBezTo>
                  <a:cubicBezTo>
                    <a:pt x="575424" y="215903"/>
                    <a:pt x="571997" y="198377"/>
                    <a:pt x="571997" y="178308"/>
                  </a:cubicBezTo>
                  <a:cubicBezTo>
                    <a:pt x="571997" y="158239"/>
                    <a:pt x="575552" y="140713"/>
                    <a:pt x="582660" y="125730"/>
                  </a:cubicBezTo>
                  <a:cubicBezTo>
                    <a:pt x="589769" y="110747"/>
                    <a:pt x="599671" y="99060"/>
                    <a:pt x="612365" y="90678"/>
                  </a:cubicBezTo>
                  <a:cubicBezTo>
                    <a:pt x="625313" y="82296"/>
                    <a:pt x="640166" y="78105"/>
                    <a:pt x="656923" y="78105"/>
                  </a:cubicBezTo>
                  <a:cubicBezTo>
                    <a:pt x="674441" y="78105"/>
                    <a:pt x="689294" y="82420"/>
                    <a:pt x="701481" y="91059"/>
                  </a:cubicBezTo>
                  <a:cubicBezTo>
                    <a:pt x="713667" y="99698"/>
                    <a:pt x="721919" y="112014"/>
                    <a:pt x="726235" y="128016"/>
                  </a:cubicBezTo>
                  <a:lnTo>
                    <a:pt x="721665" y="131064"/>
                  </a:lnTo>
                  <a:lnTo>
                    <a:pt x="721665" y="82677"/>
                  </a:lnTo>
                  <a:lnTo>
                    <a:pt x="752132" y="82677"/>
                  </a:lnTo>
                  <a:lnTo>
                    <a:pt x="752132" y="274320"/>
                  </a:lnTo>
                  <a:lnTo>
                    <a:pt x="721665" y="274320"/>
                  </a:lnTo>
                  <a:lnTo>
                    <a:pt x="721665" y="224790"/>
                  </a:lnTo>
                  <a:lnTo>
                    <a:pt x="726235" y="227076"/>
                  </a:lnTo>
                  <a:cubicBezTo>
                    <a:pt x="721919" y="243078"/>
                    <a:pt x="713667" y="255394"/>
                    <a:pt x="701481" y="264033"/>
                  </a:cubicBezTo>
                  <a:cubicBezTo>
                    <a:pt x="689294" y="272672"/>
                    <a:pt x="674441" y="276987"/>
                    <a:pt x="656923" y="276987"/>
                  </a:cubicBezTo>
                  <a:close/>
                  <a:moveTo>
                    <a:pt x="663016" y="251460"/>
                  </a:moveTo>
                  <a:cubicBezTo>
                    <a:pt x="681805" y="251460"/>
                    <a:pt x="696276" y="245107"/>
                    <a:pt x="706431" y="232410"/>
                  </a:cubicBezTo>
                  <a:cubicBezTo>
                    <a:pt x="716587" y="219456"/>
                    <a:pt x="721665" y="201168"/>
                    <a:pt x="721665" y="177546"/>
                  </a:cubicBezTo>
                  <a:cubicBezTo>
                    <a:pt x="721665" y="153924"/>
                    <a:pt x="716461" y="135760"/>
                    <a:pt x="706051" y="123063"/>
                  </a:cubicBezTo>
                  <a:cubicBezTo>
                    <a:pt x="695896" y="110366"/>
                    <a:pt x="681550" y="104013"/>
                    <a:pt x="663016" y="104013"/>
                  </a:cubicBezTo>
                  <a:cubicBezTo>
                    <a:pt x="644229" y="104013"/>
                    <a:pt x="629503" y="110614"/>
                    <a:pt x="618839" y="123825"/>
                  </a:cubicBezTo>
                  <a:cubicBezTo>
                    <a:pt x="608430" y="136779"/>
                    <a:pt x="603225" y="154943"/>
                    <a:pt x="603225" y="178308"/>
                  </a:cubicBezTo>
                  <a:cubicBezTo>
                    <a:pt x="603225" y="201673"/>
                    <a:pt x="608430" y="219713"/>
                    <a:pt x="618839" y="232410"/>
                  </a:cubicBezTo>
                  <a:cubicBezTo>
                    <a:pt x="629503" y="245107"/>
                    <a:pt x="644229" y="251460"/>
                    <a:pt x="663016" y="251460"/>
                  </a:cubicBezTo>
                  <a:close/>
                  <a:moveTo>
                    <a:pt x="811774" y="274320"/>
                  </a:moveTo>
                  <a:lnTo>
                    <a:pt x="811774" y="136398"/>
                  </a:lnTo>
                  <a:cubicBezTo>
                    <a:pt x="811774" y="127511"/>
                    <a:pt x="811520" y="118615"/>
                    <a:pt x="811013" y="109728"/>
                  </a:cubicBezTo>
                  <a:cubicBezTo>
                    <a:pt x="810758" y="100584"/>
                    <a:pt x="809997" y="91564"/>
                    <a:pt x="808728" y="82677"/>
                  </a:cubicBezTo>
                  <a:lnTo>
                    <a:pt x="838052" y="82677"/>
                  </a:lnTo>
                  <a:lnTo>
                    <a:pt x="842241" y="129921"/>
                  </a:lnTo>
                  <a:lnTo>
                    <a:pt x="838052" y="128778"/>
                  </a:lnTo>
                  <a:cubicBezTo>
                    <a:pt x="841606" y="112014"/>
                    <a:pt x="849223" y="99441"/>
                    <a:pt x="860902" y="91059"/>
                  </a:cubicBezTo>
                  <a:cubicBezTo>
                    <a:pt x="872835" y="82420"/>
                    <a:pt x="886164" y="78105"/>
                    <a:pt x="900890" y="78105"/>
                  </a:cubicBezTo>
                  <a:cubicBezTo>
                    <a:pt x="904191" y="78105"/>
                    <a:pt x="907237" y="78362"/>
                    <a:pt x="910030" y="78867"/>
                  </a:cubicBezTo>
                  <a:cubicBezTo>
                    <a:pt x="913076" y="79124"/>
                    <a:pt x="915869" y="79629"/>
                    <a:pt x="918408" y="80391"/>
                  </a:cubicBezTo>
                  <a:lnTo>
                    <a:pt x="917646" y="108585"/>
                  </a:lnTo>
                  <a:cubicBezTo>
                    <a:pt x="911807" y="106556"/>
                    <a:pt x="905079" y="105537"/>
                    <a:pt x="897462" y="105537"/>
                  </a:cubicBezTo>
                  <a:cubicBezTo>
                    <a:pt x="884260" y="105537"/>
                    <a:pt x="873596" y="108461"/>
                    <a:pt x="865472" y="114300"/>
                  </a:cubicBezTo>
                  <a:cubicBezTo>
                    <a:pt x="857601" y="120139"/>
                    <a:pt x="851762" y="127635"/>
                    <a:pt x="847954" y="136779"/>
                  </a:cubicBezTo>
                  <a:cubicBezTo>
                    <a:pt x="844399" y="145666"/>
                    <a:pt x="842622" y="155067"/>
                    <a:pt x="842622" y="164973"/>
                  </a:cubicBezTo>
                  <a:lnTo>
                    <a:pt x="842622" y="274320"/>
                  </a:lnTo>
                  <a:lnTo>
                    <a:pt x="811774" y="274320"/>
                  </a:lnTo>
                  <a:close/>
                  <a:moveTo>
                    <a:pt x="937959" y="107061"/>
                  </a:moveTo>
                  <a:lnTo>
                    <a:pt x="937959" y="82677"/>
                  </a:lnTo>
                  <a:lnTo>
                    <a:pt x="1060969" y="82677"/>
                  </a:lnTo>
                  <a:lnTo>
                    <a:pt x="1060969" y="107061"/>
                  </a:lnTo>
                  <a:lnTo>
                    <a:pt x="937959" y="107061"/>
                  </a:lnTo>
                  <a:close/>
                  <a:moveTo>
                    <a:pt x="1060207" y="246888"/>
                  </a:moveTo>
                  <a:lnTo>
                    <a:pt x="1060207" y="273177"/>
                  </a:lnTo>
                  <a:cubicBezTo>
                    <a:pt x="1055894" y="274444"/>
                    <a:pt x="1051582" y="275339"/>
                    <a:pt x="1047259" y="275844"/>
                  </a:cubicBezTo>
                  <a:cubicBezTo>
                    <a:pt x="1043203" y="276606"/>
                    <a:pt x="1038633" y="276987"/>
                    <a:pt x="1033549" y="276987"/>
                  </a:cubicBezTo>
                  <a:cubicBezTo>
                    <a:pt x="1015783" y="276987"/>
                    <a:pt x="1001559" y="271910"/>
                    <a:pt x="990895" y="261747"/>
                  </a:cubicBezTo>
                  <a:cubicBezTo>
                    <a:pt x="980489" y="251584"/>
                    <a:pt x="975281" y="236344"/>
                    <a:pt x="975281" y="216027"/>
                  </a:cubicBezTo>
                  <a:lnTo>
                    <a:pt x="975281" y="33528"/>
                  </a:lnTo>
                  <a:lnTo>
                    <a:pt x="1006129" y="22479"/>
                  </a:lnTo>
                  <a:lnTo>
                    <a:pt x="1006129" y="211836"/>
                  </a:lnTo>
                  <a:cubicBezTo>
                    <a:pt x="1006129" y="221999"/>
                    <a:pt x="1007528" y="229867"/>
                    <a:pt x="1010318" y="235458"/>
                  </a:cubicBezTo>
                  <a:cubicBezTo>
                    <a:pt x="1013365" y="241049"/>
                    <a:pt x="1017430" y="244983"/>
                    <a:pt x="1022505" y="247269"/>
                  </a:cubicBezTo>
                  <a:cubicBezTo>
                    <a:pt x="1027589" y="249298"/>
                    <a:pt x="1033301" y="250317"/>
                    <a:pt x="1039642" y="250317"/>
                  </a:cubicBezTo>
                  <a:cubicBezTo>
                    <a:pt x="1043451" y="250317"/>
                    <a:pt x="1046878" y="250060"/>
                    <a:pt x="1049925" y="249555"/>
                  </a:cubicBezTo>
                  <a:cubicBezTo>
                    <a:pt x="1052972" y="249050"/>
                    <a:pt x="1056399" y="248155"/>
                    <a:pt x="1060207" y="2468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29"/>
            <p:cNvSpPr/>
            <p:nvPr/>
          </p:nvSpPr>
          <p:spPr>
            <a:xfrm>
              <a:off x="2533419" y="6030637"/>
              <a:ext cx="1481153" cy="357758"/>
            </a:xfrm>
            <a:custGeom>
              <a:rect b="b" l="l" r="r" t="t"/>
              <a:pathLst>
                <a:path extrusionOk="0" h="357758" w="1481153">
                  <a:moveTo>
                    <a:pt x="0" y="272796"/>
                  </a:moveTo>
                  <a:lnTo>
                    <a:pt x="0" y="1524"/>
                  </a:lnTo>
                  <a:lnTo>
                    <a:pt x="31228" y="1524"/>
                  </a:lnTo>
                  <a:lnTo>
                    <a:pt x="31228" y="246126"/>
                  </a:lnTo>
                  <a:lnTo>
                    <a:pt x="167187" y="246126"/>
                  </a:lnTo>
                  <a:lnTo>
                    <a:pt x="167187" y="272796"/>
                  </a:lnTo>
                  <a:lnTo>
                    <a:pt x="0" y="272796"/>
                  </a:lnTo>
                  <a:close/>
                  <a:moveTo>
                    <a:pt x="282561" y="275463"/>
                  </a:moveTo>
                  <a:cubicBezTo>
                    <a:pt x="264281" y="275463"/>
                    <a:pt x="248285" y="271396"/>
                    <a:pt x="234576" y="263271"/>
                  </a:cubicBezTo>
                  <a:cubicBezTo>
                    <a:pt x="221113" y="255146"/>
                    <a:pt x="210583" y="243716"/>
                    <a:pt x="202966" y="228981"/>
                  </a:cubicBezTo>
                  <a:cubicBezTo>
                    <a:pt x="195597" y="213998"/>
                    <a:pt x="191922" y="196339"/>
                    <a:pt x="191922" y="176022"/>
                  </a:cubicBezTo>
                  <a:cubicBezTo>
                    <a:pt x="191922" y="155953"/>
                    <a:pt x="195597" y="138427"/>
                    <a:pt x="202966" y="123444"/>
                  </a:cubicBezTo>
                  <a:cubicBezTo>
                    <a:pt x="210583" y="108461"/>
                    <a:pt x="221113" y="96898"/>
                    <a:pt x="234576" y="88773"/>
                  </a:cubicBezTo>
                  <a:cubicBezTo>
                    <a:pt x="248285" y="80648"/>
                    <a:pt x="264281" y="76581"/>
                    <a:pt x="282561" y="76581"/>
                  </a:cubicBezTo>
                  <a:cubicBezTo>
                    <a:pt x="300841" y="76581"/>
                    <a:pt x="316703" y="80648"/>
                    <a:pt x="330165" y="88773"/>
                  </a:cubicBezTo>
                  <a:cubicBezTo>
                    <a:pt x="343875" y="96898"/>
                    <a:pt x="354405" y="108461"/>
                    <a:pt x="361774" y="123444"/>
                  </a:cubicBezTo>
                  <a:cubicBezTo>
                    <a:pt x="369391" y="138427"/>
                    <a:pt x="373199" y="155953"/>
                    <a:pt x="373199" y="176022"/>
                  </a:cubicBezTo>
                  <a:cubicBezTo>
                    <a:pt x="373199" y="196339"/>
                    <a:pt x="369391" y="213998"/>
                    <a:pt x="361774" y="228981"/>
                  </a:cubicBezTo>
                  <a:cubicBezTo>
                    <a:pt x="354405" y="243716"/>
                    <a:pt x="343875" y="255146"/>
                    <a:pt x="330165" y="263271"/>
                  </a:cubicBezTo>
                  <a:cubicBezTo>
                    <a:pt x="316703" y="271396"/>
                    <a:pt x="300841" y="275463"/>
                    <a:pt x="282561" y="275463"/>
                  </a:cubicBezTo>
                  <a:close/>
                  <a:moveTo>
                    <a:pt x="282561" y="249936"/>
                  </a:moveTo>
                  <a:cubicBezTo>
                    <a:pt x="301345" y="249936"/>
                    <a:pt x="315817" y="243716"/>
                    <a:pt x="325976" y="231267"/>
                  </a:cubicBezTo>
                  <a:cubicBezTo>
                    <a:pt x="336382" y="218570"/>
                    <a:pt x="341590" y="200149"/>
                    <a:pt x="341590" y="176022"/>
                  </a:cubicBezTo>
                  <a:cubicBezTo>
                    <a:pt x="341590" y="152400"/>
                    <a:pt x="336382" y="134236"/>
                    <a:pt x="325976" y="121539"/>
                  </a:cubicBezTo>
                  <a:cubicBezTo>
                    <a:pt x="315560" y="108842"/>
                    <a:pt x="301088" y="102489"/>
                    <a:pt x="282561" y="102489"/>
                  </a:cubicBezTo>
                  <a:cubicBezTo>
                    <a:pt x="264024" y="102489"/>
                    <a:pt x="249428" y="108842"/>
                    <a:pt x="238765" y="121539"/>
                  </a:cubicBezTo>
                  <a:cubicBezTo>
                    <a:pt x="228349" y="134236"/>
                    <a:pt x="223150" y="152400"/>
                    <a:pt x="223150" y="176022"/>
                  </a:cubicBezTo>
                  <a:cubicBezTo>
                    <a:pt x="223150" y="200149"/>
                    <a:pt x="228225" y="218570"/>
                    <a:pt x="238384" y="231267"/>
                  </a:cubicBezTo>
                  <a:cubicBezTo>
                    <a:pt x="248790" y="243716"/>
                    <a:pt x="263519" y="249936"/>
                    <a:pt x="282561" y="249936"/>
                  </a:cubicBezTo>
                  <a:close/>
                  <a:moveTo>
                    <a:pt x="505445" y="357759"/>
                  </a:moveTo>
                  <a:cubicBezTo>
                    <a:pt x="476501" y="357759"/>
                    <a:pt x="451366" y="351158"/>
                    <a:pt x="430039" y="337947"/>
                  </a:cubicBezTo>
                  <a:lnTo>
                    <a:pt x="435371" y="312801"/>
                  </a:lnTo>
                  <a:cubicBezTo>
                    <a:pt x="447310" y="319659"/>
                    <a:pt x="458602" y="324612"/>
                    <a:pt x="469265" y="327660"/>
                  </a:cubicBezTo>
                  <a:cubicBezTo>
                    <a:pt x="479929" y="330708"/>
                    <a:pt x="491992" y="332232"/>
                    <a:pt x="505445" y="332232"/>
                  </a:cubicBezTo>
                  <a:cubicBezTo>
                    <a:pt x="523725" y="332232"/>
                    <a:pt x="537568" y="327279"/>
                    <a:pt x="546955" y="317373"/>
                  </a:cubicBezTo>
                  <a:cubicBezTo>
                    <a:pt x="556610" y="307724"/>
                    <a:pt x="561427" y="293246"/>
                    <a:pt x="561427" y="273939"/>
                  </a:cubicBezTo>
                  <a:lnTo>
                    <a:pt x="561427" y="222123"/>
                  </a:lnTo>
                  <a:lnTo>
                    <a:pt x="565617" y="217170"/>
                  </a:lnTo>
                  <a:cubicBezTo>
                    <a:pt x="562570" y="227333"/>
                    <a:pt x="557752" y="236220"/>
                    <a:pt x="551145" y="243840"/>
                  </a:cubicBezTo>
                  <a:cubicBezTo>
                    <a:pt x="544804" y="251203"/>
                    <a:pt x="536930" y="256918"/>
                    <a:pt x="527533" y="260985"/>
                  </a:cubicBezTo>
                  <a:cubicBezTo>
                    <a:pt x="518145" y="265052"/>
                    <a:pt x="507482" y="267081"/>
                    <a:pt x="495543" y="267081"/>
                  </a:cubicBezTo>
                  <a:cubicBezTo>
                    <a:pt x="478539" y="267081"/>
                    <a:pt x="463553" y="263147"/>
                    <a:pt x="450604" y="255270"/>
                  </a:cubicBezTo>
                  <a:cubicBezTo>
                    <a:pt x="437913" y="247145"/>
                    <a:pt x="427888" y="235963"/>
                    <a:pt x="420518" y="221742"/>
                  </a:cubicBezTo>
                  <a:cubicBezTo>
                    <a:pt x="413416" y="207521"/>
                    <a:pt x="409855" y="190881"/>
                    <a:pt x="409855" y="171831"/>
                  </a:cubicBezTo>
                  <a:cubicBezTo>
                    <a:pt x="409855" y="152781"/>
                    <a:pt x="413416" y="136141"/>
                    <a:pt x="420518" y="121920"/>
                  </a:cubicBezTo>
                  <a:cubicBezTo>
                    <a:pt x="427888" y="107699"/>
                    <a:pt x="437913" y="96650"/>
                    <a:pt x="450604" y="88773"/>
                  </a:cubicBezTo>
                  <a:cubicBezTo>
                    <a:pt x="463553" y="80648"/>
                    <a:pt x="478539" y="76581"/>
                    <a:pt x="495543" y="76581"/>
                  </a:cubicBezTo>
                  <a:cubicBezTo>
                    <a:pt x="513318" y="76581"/>
                    <a:pt x="528295" y="81029"/>
                    <a:pt x="540481" y="89916"/>
                  </a:cubicBezTo>
                  <a:cubicBezTo>
                    <a:pt x="552925" y="98555"/>
                    <a:pt x="561304" y="110747"/>
                    <a:pt x="565617" y="126492"/>
                  </a:cubicBezTo>
                  <a:lnTo>
                    <a:pt x="561047" y="122301"/>
                  </a:lnTo>
                  <a:lnTo>
                    <a:pt x="561047" y="81153"/>
                  </a:lnTo>
                  <a:lnTo>
                    <a:pt x="591894" y="81153"/>
                  </a:lnTo>
                  <a:lnTo>
                    <a:pt x="591894" y="271272"/>
                  </a:lnTo>
                  <a:cubicBezTo>
                    <a:pt x="591894" y="299971"/>
                    <a:pt x="584535" y="321564"/>
                    <a:pt x="569806" y="336042"/>
                  </a:cubicBezTo>
                  <a:cubicBezTo>
                    <a:pt x="555334" y="350520"/>
                    <a:pt x="533883" y="357759"/>
                    <a:pt x="505445" y="357759"/>
                  </a:cubicBezTo>
                  <a:close/>
                  <a:moveTo>
                    <a:pt x="501636" y="241173"/>
                  </a:moveTo>
                  <a:cubicBezTo>
                    <a:pt x="520173" y="241173"/>
                    <a:pt x="534645" y="235077"/>
                    <a:pt x="545051" y="222885"/>
                  </a:cubicBezTo>
                  <a:cubicBezTo>
                    <a:pt x="555715" y="210436"/>
                    <a:pt x="561047" y="193424"/>
                    <a:pt x="561047" y="171831"/>
                  </a:cubicBezTo>
                  <a:cubicBezTo>
                    <a:pt x="561047" y="150238"/>
                    <a:pt x="555715" y="133350"/>
                    <a:pt x="545051" y="121158"/>
                  </a:cubicBezTo>
                  <a:cubicBezTo>
                    <a:pt x="534645" y="108709"/>
                    <a:pt x="520173" y="102489"/>
                    <a:pt x="501636" y="102489"/>
                  </a:cubicBezTo>
                  <a:cubicBezTo>
                    <a:pt x="482851" y="102489"/>
                    <a:pt x="467999" y="108709"/>
                    <a:pt x="457079" y="121158"/>
                  </a:cubicBezTo>
                  <a:cubicBezTo>
                    <a:pt x="446415" y="133350"/>
                    <a:pt x="441083" y="150238"/>
                    <a:pt x="441083" y="171831"/>
                  </a:cubicBezTo>
                  <a:cubicBezTo>
                    <a:pt x="441083" y="193672"/>
                    <a:pt x="446415" y="210693"/>
                    <a:pt x="457079" y="222885"/>
                  </a:cubicBezTo>
                  <a:cubicBezTo>
                    <a:pt x="467999" y="235077"/>
                    <a:pt x="482851" y="241173"/>
                    <a:pt x="501636" y="241173"/>
                  </a:cubicBezTo>
                  <a:close/>
                  <a:moveTo>
                    <a:pt x="651124" y="272796"/>
                  </a:moveTo>
                  <a:lnTo>
                    <a:pt x="651124" y="81153"/>
                  </a:lnTo>
                  <a:lnTo>
                    <a:pt x="681971" y="81153"/>
                  </a:lnTo>
                  <a:lnTo>
                    <a:pt x="681971" y="272796"/>
                  </a:lnTo>
                  <a:lnTo>
                    <a:pt x="651124" y="272796"/>
                  </a:lnTo>
                  <a:close/>
                  <a:moveTo>
                    <a:pt x="648077" y="0"/>
                  </a:moveTo>
                  <a:lnTo>
                    <a:pt x="685780" y="0"/>
                  </a:lnTo>
                  <a:lnTo>
                    <a:pt x="685780" y="35052"/>
                  </a:lnTo>
                  <a:lnTo>
                    <a:pt x="648077" y="35052"/>
                  </a:lnTo>
                  <a:lnTo>
                    <a:pt x="648077" y="0"/>
                  </a:lnTo>
                  <a:close/>
                  <a:moveTo>
                    <a:pt x="806609" y="275463"/>
                  </a:moveTo>
                  <a:cubicBezTo>
                    <a:pt x="774371" y="275463"/>
                    <a:pt x="748856" y="267205"/>
                    <a:pt x="730061" y="250698"/>
                  </a:cubicBezTo>
                  <a:lnTo>
                    <a:pt x="740344" y="227838"/>
                  </a:lnTo>
                  <a:cubicBezTo>
                    <a:pt x="750502" y="235715"/>
                    <a:pt x="760909" y="241554"/>
                    <a:pt x="771572" y="245364"/>
                  </a:cubicBezTo>
                  <a:cubicBezTo>
                    <a:pt x="782493" y="248917"/>
                    <a:pt x="794556" y="250698"/>
                    <a:pt x="807751" y="250698"/>
                  </a:cubicBezTo>
                  <a:cubicBezTo>
                    <a:pt x="822223" y="250698"/>
                    <a:pt x="833144" y="248288"/>
                    <a:pt x="840503" y="243459"/>
                  </a:cubicBezTo>
                  <a:cubicBezTo>
                    <a:pt x="848120" y="238382"/>
                    <a:pt x="851929" y="231143"/>
                    <a:pt x="851929" y="221742"/>
                  </a:cubicBezTo>
                  <a:cubicBezTo>
                    <a:pt x="851929" y="214122"/>
                    <a:pt x="849396" y="208150"/>
                    <a:pt x="844312" y="203835"/>
                  </a:cubicBezTo>
                  <a:cubicBezTo>
                    <a:pt x="839237" y="199263"/>
                    <a:pt x="830859" y="195577"/>
                    <a:pt x="819177" y="192786"/>
                  </a:cubicBezTo>
                  <a:lnTo>
                    <a:pt x="786806" y="185166"/>
                  </a:lnTo>
                  <a:cubicBezTo>
                    <a:pt x="770811" y="181613"/>
                    <a:pt x="758376" y="175260"/>
                    <a:pt x="749484" y="166116"/>
                  </a:cubicBezTo>
                  <a:cubicBezTo>
                    <a:pt x="740858" y="156972"/>
                    <a:pt x="736535" y="146047"/>
                    <a:pt x="736535" y="133350"/>
                  </a:cubicBezTo>
                  <a:cubicBezTo>
                    <a:pt x="736535" y="122177"/>
                    <a:pt x="739582" y="112395"/>
                    <a:pt x="745675" y="104013"/>
                  </a:cubicBezTo>
                  <a:cubicBezTo>
                    <a:pt x="751769" y="95374"/>
                    <a:pt x="760280" y="88649"/>
                    <a:pt x="771191" y="83820"/>
                  </a:cubicBezTo>
                  <a:cubicBezTo>
                    <a:pt x="782112" y="78991"/>
                    <a:pt x="795060" y="76581"/>
                    <a:pt x="810037" y="76581"/>
                  </a:cubicBezTo>
                  <a:cubicBezTo>
                    <a:pt x="823499" y="76581"/>
                    <a:pt x="836190" y="78743"/>
                    <a:pt x="848120" y="83058"/>
                  </a:cubicBezTo>
                  <a:cubicBezTo>
                    <a:pt x="860059" y="87373"/>
                    <a:pt x="870085" y="93602"/>
                    <a:pt x="878206" y="101727"/>
                  </a:cubicBezTo>
                  <a:lnTo>
                    <a:pt x="867924" y="124206"/>
                  </a:lnTo>
                  <a:cubicBezTo>
                    <a:pt x="858784" y="116586"/>
                    <a:pt x="849396" y="110995"/>
                    <a:pt x="839742" y="107442"/>
                  </a:cubicBezTo>
                  <a:cubicBezTo>
                    <a:pt x="830354" y="103632"/>
                    <a:pt x="820452" y="101727"/>
                    <a:pt x="810037" y="101727"/>
                  </a:cubicBezTo>
                  <a:cubicBezTo>
                    <a:pt x="796327" y="101727"/>
                    <a:pt x="785663" y="104394"/>
                    <a:pt x="778046" y="109728"/>
                  </a:cubicBezTo>
                  <a:cubicBezTo>
                    <a:pt x="770687" y="115062"/>
                    <a:pt x="767002" y="122301"/>
                    <a:pt x="767002" y="131445"/>
                  </a:cubicBezTo>
                  <a:cubicBezTo>
                    <a:pt x="767002" y="139322"/>
                    <a:pt x="769287" y="145542"/>
                    <a:pt x="773857" y="150114"/>
                  </a:cubicBezTo>
                  <a:cubicBezTo>
                    <a:pt x="778684" y="154686"/>
                    <a:pt x="786301" y="158239"/>
                    <a:pt x="796708" y="160782"/>
                  </a:cubicBezTo>
                  <a:lnTo>
                    <a:pt x="829078" y="168783"/>
                  </a:lnTo>
                  <a:cubicBezTo>
                    <a:pt x="847111" y="172593"/>
                    <a:pt x="860307" y="178946"/>
                    <a:pt x="868685" y="187833"/>
                  </a:cubicBezTo>
                  <a:cubicBezTo>
                    <a:pt x="877321" y="196472"/>
                    <a:pt x="881634" y="207521"/>
                    <a:pt x="881634" y="220980"/>
                  </a:cubicBezTo>
                  <a:cubicBezTo>
                    <a:pt x="881634" y="237487"/>
                    <a:pt x="874912" y="250698"/>
                    <a:pt x="861449" y="260604"/>
                  </a:cubicBezTo>
                  <a:cubicBezTo>
                    <a:pt x="847996" y="270510"/>
                    <a:pt x="829716" y="275463"/>
                    <a:pt x="806609" y="275463"/>
                  </a:cubicBezTo>
                  <a:close/>
                  <a:moveTo>
                    <a:pt x="901904" y="105537"/>
                  </a:moveTo>
                  <a:lnTo>
                    <a:pt x="901904" y="81153"/>
                  </a:lnTo>
                  <a:lnTo>
                    <a:pt x="1024913" y="81153"/>
                  </a:lnTo>
                  <a:lnTo>
                    <a:pt x="1024913" y="105537"/>
                  </a:lnTo>
                  <a:lnTo>
                    <a:pt x="901904" y="105537"/>
                  </a:lnTo>
                  <a:close/>
                  <a:moveTo>
                    <a:pt x="1024152" y="245364"/>
                  </a:moveTo>
                  <a:lnTo>
                    <a:pt x="1024152" y="271653"/>
                  </a:lnTo>
                  <a:cubicBezTo>
                    <a:pt x="1019829" y="272920"/>
                    <a:pt x="1015516" y="273815"/>
                    <a:pt x="1011203" y="274320"/>
                  </a:cubicBezTo>
                  <a:cubicBezTo>
                    <a:pt x="1007138" y="275082"/>
                    <a:pt x="1002568" y="275463"/>
                    <a:pt x="997493" y="275463"/>
                  </a:cubicBezTo>
                  <a:cubicBezTo>
                    <a:pt x="979718" y="275463"/>
                    <a:pt x="965503" y="270386"/>
                    <a:pt x="954840" y="260223"/>
                  </a:cubicBezTo>
                  <a:cubicBezTo>
                    <a:pt x="944424" y="250060"/>
                    <a:pt x="939226" y="234820"/>
                    <a:pt x="939226" y="214503"/>
                  </a:cubicBezTo>
                  <a:lnTo>
                    <a:pt x="939226" y="32004"/>
                  </a:lnTo>
                  <a:lnTo>
                    <a:pt x="970073" y="20955"/>
                  </a:lnTo>
                  <a:lnTo>
                    <a:pt x="970073" y="210312"/>
                  </a:lnTo>
                  <a:cubicBezTo>
                    <a:pt x="970073" y="220475"/>
                    <a:pt x="971463" y="228343"/>
                    <a:pt x="974262" y="233934"/>
                  </a:cubicBezTo>
                  <a:cubicBezTo>
                    <a:pt x="977309" y="239525"/>
                    <a:pt x="981365" y="243459"/>
                    <a:pt x="986449" y="245745"/>
                  </a:cubicBezTo>
                  <a:cubicBezTo>
                    <a:pt x="991524" y="247774"/>
                    <a:pt x="997236" y="248793"/>
                    <a:pt x="1003587" y="248793"/>
                  </a:cubicBezTo>
                  <a:cubicBezTo>
                    <a:pt x="1007395" y="248793"/>
                    <a:pt x="1010822" y="248536"/>
                    <a:pt x="1013869" y="248031"/>
                  </a:cubicBezTo>
                  <a:cubicBezTo>
                    <a:pt x="1016916" y="247526"/>
                    <a:pt x="1020343" y="246631"/>
                    <a:pt x="1024152" y="245364"/>
                  </a:cubicBezTo>
                  <a:close/>
                  <a:moveTo>
                    <a:pt x="1062083" y="272796"/>
                  </a:moveTo>
                  <a:lnTo>
                    <a:pt x="1062083" y="81153"/>
                  </a:lnTo>
                  <a:lnTo>
                    <a:pt x="1092931" y="81153"/>
                  </a:lnTo>
                  <a:lnTo>
                    <a:pt x="1092931" y="272796"/>
                  </a:lnTo>
                  <a:lnTo>
                    <a:pt x="1062083" y="272796"/>
                  </a:lnTo>
                  <a:close/>
                  <a:moveTo>
                    <a:pt x="1059036" y="0"/>
                  </a:moveTo>
                  <a:lnTo>
                    <a:pt x="1096739" y="0"/>
                  </a:lnTo>
                  <a:lnTo>
                    <a:pt x="1096739" y="35052"/>
                  </a:lnTo>
                  <a:lnTo>
                    <a:pt x="1059036" y="35052"/>
                  </a:lnTo>
                  <a:lnTo>
                    <a:pt x="1059036" y="0"/>
                  </a:lnTo>
                  <a:close/>
                  <a:moveTo>
                    <a:pt x="1233183" y="275463"/>
                  </a:moveTo>
                  <a:cubicBezTo>
                    <a:pt x="1214398" y="275463"/>
                    <a:pt x="1198146" y="271396"/>
                    <a:pt x="1184436" y="263271"/>
                  </a:cubicBezTo>
                  <a:cubicBezTo>
                    <a:pt x="1170726" y="255146"/>
                    <a:pt x="1160062" y="243716"/>
                    <a:pt x="1152446" y="228981"/>
                  </a:cubicBezTo>
                  <a:cubicBezTo>
                    <a:pt x="1145086" y="214246"/>
                    <a:pt x="1141401" y="196853"/>
                    <a:pt x="1141401" y="176784"/>
                  </a:cubicBezTo>
                  <a:cubicBezTo>
                    <a:pt x="1141401" y="156972"/>
                    <a:pt x="1145210" y="139570"/>
                    <a:pt x="1152827" y="124587"/>
                  </a:cubicBezTo>
                  <a:cubicBezTo>
                    <a:pt x="1160443" y="109347"/>
                    <a:pt x="1171240" y="97536"/>
                    <a:pt x="1185197" y="89154"/>
                  </a:cubicBezTo>
                  <a:cubicBezTo>
                    <a:pt x="1199165" y="80772"/>
                    <a:pt x="1215664" y="76581"/>
                    <a:pt x="1234706" y="76581"/>
                  </a:cubicBezTo>
                  <a:cubicBezTo>
                    <a:pt x="1247654" y="76581"/>
                    <a:pt x="1260098" y="78867"/>
                    <a:pt x="1272028" y="83439"/>
                  </a:cubicBezTo>
                  <a:cubicBezTo>
                    <a:pt x="1284215" y="87754"/>
                    <a:pt x="1294250" y="93850"/>
                    <a:pt x="1302114" y="101727"/>
                  </a:cubicBezTo>
                  <a:lnTo>
                    <a:pt x="1291831" y="124587"/>
                  </a:lnTo>
                  <a:cubicBezTo>
                    <a:pt x="1282444" y="117224"/>
                    <a:pt x="1273170" y="111757"/>
                    <a:pt x="1264030" y="108204"/>
                  </a:cubicBezTo>
                  <a:cubicBezTo>
                    <a:pt x="1255148" y="104394"/>
                    <a:pt x="1245884" y="102489"/>
                    <a:pt x="1236230" y="102489"/>
                  </a:cubicBezTo>
                  <a:cubicBezTo>
                    <a:pt x="1216940" y="102489"/>
                    <a:pt x="1201573" y="108966"/>
                    <a:pt x="1190148" y="121920"/>
                  </a:cubicBezTo>
                  <a:cubicBezTo>
                    <a:pt x="1178980" y="134874"/>
                    <a:pt x="1173392" y="153162"/>
                    <a:pt x="1173392" y="176784"/>
                  </a:cubicBezTo>
                  <a:cubicBezTo>
                    <a:pt x="1173392" y="200149"/>
                    <a:pt x="1178980" y="218189"/>
                    <a:pt x="1190148" y="230886"/>
                  </a:cubicBezTo>
                  <a:cubicBezTo>
                    <a:pt x="1201326" y="243583"/>
                    <a:pt x="1216683" y="249936"/>
                    <a:pt x="1236230" y="249936"/>
                  </a:cubicBezTo>
                  <a:cubicBezTo>
                    <a:pt x="1245627" y="249936"/>
                    <a:pt x="1254890" y="248155"/>
                    <a:pt x="1264030" y="244602"/>
                  </a:cubicBezTo>
                  <a:cubicBezTo>
                    <a:pt x="1273170" y="240792"/>
                    <a:pt x="1282444" y="235201"/>
                    <a:pt x="1291831" y="227838"/>
                  </a:cubicBezTo>
                  <a:lnTo>
                    <a:pt x="1302114" y="250698"/>
                  </a:lnTo>
                  <a:cubicBezTo>
                    <a:pt x="1293993" y="258318"/>
                    <a:pt x="1283710" y="264414"/>
                    <a:pt x="1271266" y="268986"/>
                  </a:cubicBezTo>
                  <a:cubicBezTo>
                    <a:pt x="1259080" y="273301"/>
                    <a:pt x="1246388" y="275463"/>
                    <a:pt x="1233183" y="275463"/>
                  </a:cubicBezTo>
                  <a:close/>
                  <a:moveTo>
                    <a:pt x="1406130" y="275463"/>
                  </a:moveTo>
                  <a:cubicBezTo>
                    <a:pt x="1373882" y="275463"/>
                    <a:pt x="1348366" y="267205"/>
                    <a:pt x="1329582" y="250698"/>
                  </a:cubicBezTo>
                  <a:lnTo>
                    <a:pt x="1339864" y="227838"/>
                  </a:lnTo>
                  <a:cubicBezTo>
                    <a:pt x="1350023" y="235715"/>
                    <a:pt x="1360429" y="241554"/>
                    <a:pt x="1371093" y="245364"/>
                  </a:cubicBezTo>
                  <a:cubicBezTo>
                    <a:pt x="1382013" y="248917"/>
                    <a:pt x="1394066" y="250698"/>
                    <a:pt x="1407272" y="250698"/>
                  </a:cubicBezTo>
                  <a:cubicBezTo>
                    <a:pt x="1421744" y="250698"/>
                    <a:pt x="1432664" y="248288"/>
                    <a:pt x="1440024" y="243459"/>
                  </a:cubicBezTo>
                  <a:cubicBezTo>
                    <a:pt x="1447641" y="238382"/>
                    <a:pt x="1451449" y="231143"/>
                    <a:pt x="1451449" y="221742"/>
                  </a:cubicBezTo>
                  <a:cubicBezTo>
                    <a:pt x="1451449" y="214122"/>
                    <a:pt x="1448907" y="208150"/>
                    <a:pt x="1443832" y="203835"/>
                  </a:cubicBezTo>
                  <a:cubicBezTo>
                    <a:pt x="1438757" y="199263"/>
                    <a:pt x="1430379" y="195577"/>
                    <a:pt x="1418697" y="192786"/>
                  </a:cubicBezTo>
                  <a:lnTo>
                    <a:pt x="1386326" y="185166"/>
                  </a:lnTo>
                  <a:cubicBezTo>
                    <a:pt x="1370331" y="181613"/>
                    <a:pt x="1357887" y="175260"/>
                    <a:pt x="1349004" y="166116"/>
                  </a:cubicBezTo>
                  <a:cubicBezTo>
                    <a:pt x="1340369" y="156972"/>
                    <a:pt x="1336056" y="146047"/>
                    <a:pt x="1336056" y="133350"/>
                  </a:cubicBezTo>
                  <a:cubicBezTo>
                    <a:pt x="1336056" y="122177"/>
                    <a:pt x="1339103" y="112395"/>
                    <a:pt x="1345196" y="104013"/>
                  </a:cubicBezTo>
                  <a:cubicBezTo>
                    <a:pt x="1351289" y="95374"/>
                    <a:pt x="1359792" y="88649"/>
                    <a:pt x="1370712" y="83820"/>
                  </a:cubicBezTo>
                  <a:cubicBezTo>
                    <a:pt x="1381632" y="78991"/>
                    <a:pt x="1394581" y="76581"/>
                    <a:pt x="1409557" y="76581"/>
                  </a:cubicBezTo>
                  <a:cubicBezTo>
                    <a:pt x="1423010" y="76581"/>
                    <a:pt x="1435711" y="78743"/>
                    <a:pt x="1447641" y="83058"/>
                  </a:cubicBezTo>
                  <a:cubicBezTo>
                    <a:pt x="1459570" y="87373"/>
                    <a:pt x="1469605" y="93602"/>
                    <a:pt x="1477727" y="101727"/>
                  </a:cubicBezTo>
                  <a:lnTo>
                    <a:pt x="1467444" y="124206"/>
                  </a:lnTo>
                  <a:cubicBezTo>
                    <a:pt x="1458304" y="116586"/>
                    <a:pt x="1448907" y="110995"/>
                    <a:pt x="1439262" y="107442"/>
                  </a:cubicBezTo>
                  <a:cubicBezTo>
                    <a:pt x="1429865" y="103632"/>
                    <a:pt x="1419963" y="101727"/>
                    <a:pt x="1409557" y="101727"/>
                  </a:cubicBezTo>
                  <a:cubicBezTo>
                    <a:pt x="1395847" y="101727"/>
                    <a:pt x="1385184" y="104394"/>
                    <a:pt x="1377567" y="109728"/>
                  </a:cubicBezTo>
                  <a:cubicBezTo>
                    <a:pt x="1370207" y="115062"/>
                    <a:pt x="1366523" y="122301"/>
                    <a:pt x="1366523" y="131445"/>
                  </a:cubicBezTo>
                  <a:cubicBezTo>
                    <a:pt x="1366523" y="139322"/>
                    <a:pt x="1368808" y="145542"/>
                    <a:pt x="1373378" y="150114"/>
                  </a:cubicBezTo>
                  <a:cubicBezTo>
                    <a:pt x="1378205" y="154686"/>
                    <a:pt x="1385821" y="158239"/>
                    <a:pt x="1396228" y="160782"/>
                  </a:cubicBezTo>
                  <a:lnTo>
                    <a:pt x="1428599" y="168783"/>
                  </a:lnTo>
                  <a:cubicBezTo>
                    <a:pt x="1446622" y="172593"/>
                    <a:pt x="1459827" y="178946"/>
                    <a:pt x="1468206" y="187833"/>
                  </a:cubicBezTo>
                  <a:cubicBezTo>
                    <a:pt x="1476841" y="196472"/>
                    <a:pt x="1481154" y="207521"/>
                    <a:pt x="1481154" y="220980"/>
                  </a:cubicBezTo>
                  <a:cubicBezTo>
                    <a:pt x="1481154" y="237487"/>
                    <a:pt x="1474423" y="250698"/>
                    <a:pt x="1460970" y="260604"/>
                  </a:cubicBezTo>
                  <a:cubicBezTo>
                    <a:pt x="1447517" y="270510"/>
                    <a:pt x="1429237" y="275463"/>
                    <a:pt x="1406130" y="2754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9"/>
            <p:cNvSpPr/>
            <p:nvPr/>
          </p:nvSpPr>
          <p:spPr>
            <a:xfrm>
              <a:off x="5142141" y="6021492"/>
              <a:ext cx="1459056" cy="284607"/>
            </a:xfrm>
            <a:custGeom>
              <a:rect b="b" l="l" r="r" t="t"/>
              <a:pathLst>
                <a:path extrusionOk="0" h="284607" w="1459056">
                  <a:moveTo>
                    <a:pt x="0" y="281940"/>
                  </a:moveTo>
                  <a:lnTo>
                    <a:pt x="0" y="10668"/>
                  </a:lnTo>
                  <a:lnTo>
                    <a:pt x="108157" y="10668"/>
                  </a:lnTo>
                  <a:cubicBezTo>
                    <a:pt x="136082" y="10668"/>
                    <a:pt x="157790" y="17402"/>
                    <a:pt x="173280" y="30861"/>
                  </a:cubicBezTo>
                  <a:cubicBezTo>
                    <a:pt x="189018" y="44320"/>
                    <a:pt x="196892" y="62865"/>
                    <a:pt x="196892" y="86487"/>
                  </a:cubicBezTo>
                  <a:cubicBezTo>
                    <a:pt x="196892" y="109852"/>
                    <a:pt x="189018" y="128397"/>
                    <a:pt x="173280" y="142113"/>
                  </a:cubicBezTo>
                  <a:cubicBezTo>
                    <a:pt x="157542" y="155829"/>
                    <a:pt x="135834" y="162687"/>
                    <a:pt x="108157" y="162687"/>
                  </a:cubicBezTo>
                  <a:lnTo>
                    <a:pt x="31228" y="162687"/>
                  </a:lnTo>
                  <a:lnTo>
                    <a:pt x="31228" y="281940"/>
                  </a:lnTo>
                  <a:lnTo>
                    <a:pt x="0" y="281940"/>
                  </a:lnTo>
                  <a:close/>
                  <a:moveTo>
                    <a:pt x="31228" y="136779"/>
                  </a:moveTo>
                  <a:lnTo>
                    <a:pt x="105491" y="136779"/>
                  </a:lnTo>
                  <a:cubicBezTo>
                    <a:pt x="125552" y="136779"/>
                    <a:pt x="140652" y="132464"/>
                    <a:pt x="150811" y="123825"/>
                  </a:cubicBezTo>
                  <a:cubicBezTo>
                    <a:pt x="160970" y="114938"/>
                    <a:pt x="166045" y="102489"/>
                    <a:pt x="166045" y="86487"/>
                  </a:cubicBezTo>
                  <a:cubicBezTo>
                    <a:pt x="166045" y="70485"/>
                    <a:pt x="160970" y="58169"/>
                    <a:pt x="150811" y="49530"/>
                  </a:cubicBezTo>
                  <a:cubicBezTo>
                    <a:pt x="140652" y="40891"/>
                    <a:pt x="125552" y="36576"/>
                    <a:pt x="105491" y="36576"/>
                  </a:cubicBezTo>
                  <a:lnTo>
                    <a:pt x="31228" y="36576"/>
                  </a:lnTo>
                  <a:lnTo>
                    <a:pt x="31228" y="136779"/>
                  </a:lnTo>
                  <a:close/>
                  <a:moveTo>
                    <a:pt x="244258" y="281940"/>
                  </a:moveTo>
                  <a:lnTo>
                    <a:pt x="244258" y="1524"/>
                  </a:lnTo>
                  <a:lnTo>
                    <a:pt x="275106" y="1524"/>
                  </a:lnTo>
                  <a:lnTo>
                    <a:pt x="275106" y="281940"/>
                  </a:lnTo>
                  <a:lnTo>
                    <a:pt x="244258" y="281940"/>
                  </a:lnTo>
                  <a:close/>
                  <a:moveTo>
                    <a:pt x="408503" y="284607"/>
                  </a:moveTo>
                  <a:cubicBezTo>
                    <a:pt x="391489" y="284607"/>
                    <a:pt x="376513" y="280673"/>
                    <a:pt x="363564" y="272796"/>
                  </a:cubicBezTo>
                  <a:cubicBezTo>
                    <a:pt x="350873" y="264671"/>
                    <a:pt x="340972" y="253241"/>
                    <a:pt x="333859" y="238506"/>
                  </a:cubicBezTo>
                  <a:cubicBezTo>
                    <a:pt x="327005" y="223523"/>
                    <a:pt x="323577" y="205997"/>
                    <a:pt x="323577" y="185928"/>
                  </a:cubicBezTo>
                  <a:cubicBezTo>
                    <a:pt x="323577" y="165859"/>
                    <a:pt x="327128" y="148333"/>
                    <a:pt x="334240" y="133350"/>
                  </a:cubicBezTo>
                  <a:cubicBezTo>
                    <a:pt x="341352" y="118367"/>
                    <a:pt x="351254" y="106680"/>
                    <a:pt x="363945" y="98298"/>
                  </a:cubicBezTo>
                  <a:cubicBezTo>
                    <a:pt x="376894" y="89916"/>
                    <a:pt x="391746" y="85725"/>
                    <a:pt x="408503" y="85725"/>
                  </a:cubicBezTo>
                  <a:cubicBezTo>
                    <a:pt x="426021" y="85725"/>
                    <a:pt x="440874" y="90040"/>
                    <a:pt x="453061" y="98679"/>
                  </a:cubicBezTo>
                  <a:cubicBezTo>
                    <a:pt x="465247" y="107318"/>
                    <a:pt x="473502" y="119634"/>
                    <a:pt x="477815" y="135636"/>
                  </a:cubicBezTo>
                  <a:lnTo>
                    <a:pt x="473245" y="138684"/>
                  </a:lnTo>
                  <a:lnTo>
                    <a:pt x="473245" y="90297"/>
                  </a:lnTo>
                  <a:lnTo>
                    <a:pt x="503712" y="90297"/>
                  </a:lnTo>
                  <a:lnTo>
                    <a:pt x="503712" y="281940"/>
                  </a:lnTo>
                  <a:lnTo>
                    <a:pt x="473245" y="281940"/>
                  </a:lnTo>
                  <a:lnTo>
                    <a:pt x="473245" y="232410"/>
                  </a:lnTo>
                  <a:lnTo>
                    <a:pt x="477815" y="234696"/>
                  </a:lnTo>
                  <a:cubicBezTo>
                    <a:pt x="473502" y="250698"/>
                    <a:pt x="465247" y="263014"/>
                    <a:pt x="453061" y="271653"/>
                  </a:cubicBezTo>
                  <a:cubicBezTo>
                    <a:pt x="440874" y="280292"/>
                    <a:pt x="426021" y="284607"/>
                    <a:pt x="408503" y="284607"/>
                  </a:cubicBezTo>
                  <a:close/>
                  <a:moveTo>
                    <a:pt x="414596" y="259080"/>
                  </a:moveTo>
                  <a:cubicBezTo>
                    <a:pt x="433381" y="259080"/>
                    <a:pt x="447853" y="252727"/>
                    <a:pt x="458011" y="240030"/>
                  </a:cubicBezTo>
                  <a:cubicBezTo>
                    <a:pt x="468170" y="227076"/>
                    <a:pt x="473245" y="208788"/>
                    <a:pt x="473245" y="185166"/>
                  </a:cubicBezTo>
                  <a:cubicBezTo>
                    <a:pt x="473245" y="161544"/>
                    <a:pt x="468037" y="143380"/>
                    <a:pt x="457631" y="130683"/>
                  </a:cubicBezTo>
                  <a:cubicBezTo>
                    <a:pt x="447472" y="117986"/>
                    <a:pt x="433134" y="111633"/>
                    <a:pt x="414596" y="111633"/>
                  </a:cubicBezTo>
                  <a:cubicBezTo>
                    <a:pt x="395812" y="111633"/>
                    <a:pt x="381083" y="118234"/>
                    <a:pt x="370420" y="131445"/>
                  </a:cubicBezTo>
                  <a:cubicBezTo>
                    <a:pt x="360013" y="144399"/>
                    <a:pt x="354805" y="162563"/>
                    <a:pt x="354805" y="185928"/>
                  </a:cubicBezTo>
                  <a:cubicBezTo>
                    <a:pt x="354805" y="209293"/>
                    <a:pt x="360013" y="227333"/>
                    <a:pt x="370420" y="240030"/>
                  </a:cubicBezTo>
                  <a:cubicBezTo>
                    <a:pt x="381083" y="252727"/>
                    <a:pt x="395812" y="259080"/>
                    <a:pt x="414596" y="259080"/>
                  </a:cubicBezTo>
                  <a:close/>
                  <a:moveTo>
                    <a:pt x="536311" y="114681"/>
                  </a:moveTo>
                  <a:lnTo>
                    <a:pt x="536311" y="90297"/>
                  </a:lnTo>
                  <a:lnTo>
                    <a:pt x="659321" y="90297"/>
                  </a:lnTo>
                  <a:lnTo>
                    <a:pt x="659321" y="114681"/>
                  </a:lnTo>
                  <a:lnTo>
                    <a:pt x="536311" y="114681"/>
                  </a:lnTo>
                  <a:close/>
                  <a:moveTo>
                    <a:pt x="658560" y="254508"/>
                  </a:moveTo>
                  <a:lnTo>
                    <a:pt x="658560" y="280797"/>
                  </a:lnTo>
                  <a:cubicBezTo>
                    <a:pt x="654247" y="282064"/>
                    <a:pt x="649934" y="282959"/>
                    <a:pt x="645611" y="283464"/>
                  </a:cubicBezTo>
                  <a:cubicBezTo>
                    <a:pt x="641555" y="284226"/>
                    <a:pt x="636985" y="284607"/>
                    <a:pt x="631901" y="284607"/>
                  </a:cubicBezTo>
                  <a:cubicBezTo>
                    <a:pt x="614135" y="284607"/>
                    <a:pt x="599911" y="279530"/>
                    <a:pt x="589247" y="269367"/>
                  </a:cubicBezTo>
                  <a:cubicBezTo>
                    <a:pt x="578841" y="259204"/>
                    <a:pt x="573633" y="243964"/>
                    <a:pt x="573633" y="223647"/>
                  </a:cubicBezTo>
                  <a:lnTo>
                    <a:pt x="573633" y="41148"/>
                  </a:lnTo>
                  <a:lnTo>
                    <a:pt x="604481" y="30099"/>
                  </a:lnTo>
                  <a:lnTo>
                    <a:pt x="604481" y="219456"/>
                  </a:lnTo>
                  <a:cubicBezTo>
                    <a:pt x="604481" y="229619"/>
                    <a:pt x="605880" y="237487"/>
                    <a:pt x="608670" y="243078"/>
                  </a:cubicBezTo>
                  <a:cubicBezTo>
                    <a:pt x="611717" y="248669"/>
                    <a:pt x="615782" y="252603"/>
                    <a:pt x="620857" y="254889"/>
                  </a:cubicBezTo>
                  <a:cubicBezTo>
                    <a:pt x="625941" y="256918"/>
                    <a:pt x="631654" y="257937"/>
                    <a:pt x="637995" y="257937"/>
                  </a:cubicBezTo>
                  <a:cubicBezTo>
                    <a:pt x="641803" y="257937"/>
                    <a:pt x="645230" y="257680"/>
                    <a:pt x="648277" y="257175"/>
                  </a:cubicBezTo>
                  <a:cubicBezTo>
                    <a:pt x="651324" y="256670"/>
                    <a:pt x="654751" y="255775"/>
                    <a:pt x="658560" y="254508"/>
                  </a:cubicBezTo>
                  <a:close/>
                  <a:moveTo>
                    <a:pt x="673545" y="114681"/>
                  </a:moveTo>
                  <a:lnTo>
                    <a:pt x="673545" y="90297"/>
                  </a:lnTo>
                  <a:lnTo>
                    <a:pt x="788558" y="90297"/>
                  </a:lnTo>
                  <a:lnTo>
                    <a:pt x="788558" y="114681"/>
                  </a:lnTo>
                  <a:lnTo>
                    <a:pt x="673545" y="114681"/>
                  </a:lnTo>
                  <a:close/>
                  <a:moveTo>
                    <a:pt x="793889" y="29718"/>
                  </a:moveTo>
                  <a:cubicBezTo>
                    <a:pt x="786787" y="27689"/>
                    <a:pt x="780179" y="26670"/>
                    <a:pt x="774086" y="26670"/>
                  </a:cubicBezTo>
                  <a:cubicBezTo>
                    <a:pt x="767993" y="26670"/>
                    <a:pt x="762414" y="27813"/>
                    <a:pt x="757329" y="30099"/>
                  </a:cubicBezTo>
                  <a:cubicBezTo>
                    <a:pt x="752511" y="32128"/>
                    <a:pt x="748703" y="35938"/>
                    <a:pt x="745904" y="41529"/>
                  </a:cubicBezTo>
                  <a:cubicBezTo>
                    <a:pt x="743114" y="47120"/>
                    <a:pt x="741715" y="54864"/>
                    <a:pt x="741715" y="64770"/>
                  </a:cubicBezTo>
                  <a:lnTo>
                    <a:pt x="741715" y="281940"/>
                  </a:lnTo>
                  <a:lnTo>
                    <a:pt x="710867" y="281940"/>
                  </a:lnTo>
                  <a:lnTo>
                    <a:pt x="710867" y="60960"/>
                  </a:lnTo>
                  <a:cubicBezTo>
                    <a:pt x="710867" y="40386"/>
                    <a:pt x="715952" y="25146"/>
                    <a:pt x="726101" y="15240"/>
                  </a:cubicBezTo>
                  <a:cubicBezTo>
                    <a:pt x="736260" y="5077"/>
                    <a:pt x="750227" y="0"/>
                    <a:pt x="767993" y="0"/>
                  </a:cubicBezTo>
                  <a:cubicBezTo>
                    <a:pt x="772315" y="0"/>
                    <a:pt x="776628" y="257"/>
                    <a:pt x="780941" y="762"/>
                  </a:cubicBezTo>
                  <a:cubicBezTo>
                    <a:pt x="785263" y="1267"/>
                    <a:pt x="789576" y="2162"/>
                    <a:pt x="793889" y="3429"/>
                  </a:cubicBezTo>
                  <a:lnTo>
                    <a:pt x="793889" y="29718"/>
                  </a:lnTo>
                  <a:close/>
                  <a:moveTo>
                    <a:pt x="906255" y="284607"/>
                  </a:moveTo>
                  <a:cubicBezTo>
                    <a:pt x="887975" y="284607"/>
                    <a:pt x="871980" y="280540"/>
                    <a:pt x="858270" y="272415"/>
                  </a:cubicBezTo>
                  <a:cubicBezTo>
                    <a:pt x="844807" y="264290"/>
                    <a:pt x="834277" y="252860"/>
                    <a:pt x="826660" y="238125"/>
                  </a:cubicBezTo>
                  <a:cubicBezTo>
                    <a:pt x="819291" y="223142"/>
                    <a:pt x="815616" y="205483"/>
                    <a:pt x="815616" y="185166"/>
                  </a:cubicBezTo>
                  <a:cubicBezTo>
                    <a:pt x="815616" y="165097"/>
                    <a:pt x="819291" y="147571"/>
                    <a:pt x="826660" y="132588"/>
                  </a:cubicBezTo>
                  <a:cubicBezTo>
                    <a:pt x="834277" y="117605"/>
                    <a:pt x="844807" y="106042"/>
                    <a:pt x="858270" y="97917"/>
                  </a:cubicBezTo>
                  <a:cubicBezTo>
                    <a:pt x="871980" y="89792"/>
                    <a:pt x="887975" y="85725"/>
                    <a:pt x="906255" y="85725"/>
                  </a:cubicBezTo>
                  <a:cubicBezTo>
                    <a:pt x="924535" y="85725"/>
                    <a:pt x="940397" y="89792"/>
                    <a:pt x="953859" y="97917"/>
                  </a:cubicBezTo>
                  <a:cubicBezTo>
                    <a:pt x="967569" y="106042"/>
                    <a:pt x="978100" y="117605"/>
                    <a:pt x="985469" y="132588"/>
                  </a:cubicBezTo>
                  <a:cubicBezTo>
                    <a:pt x="993085" y="147571"/>
                    <a:pt x="996894" y="165097"/>
                    <a:pt x="996894" y="185166"/>
                  </a:cubicBezTo>
                  <a:cubicBezTo>
                    <a:pt x="996894" y="205483"/>
                    <a:pt x="993085" y="223142"/>
                    <a:pt x="985469" y="238125"/>
                  </a:cubicBezTo>
                  <a:cubicBezTo>
                    <a:pt x="978100" y="252860"/>
                    <a:pt x="967569" y="264290"/>
                    <a:pt x="953859" y="272415"/>
                  </a:cubicBezTo>
                  <a:cubicBezTo>
                    <a:pt x="940397" y="280540"/>
                    <a:pt x="924535" y="284607"/>
                    <a:pt x="906255" y="284607"/>
                  </a:cubicBezTo>
                  <a:close/>
                  <a:moveTo>
                    <a:pt x="906255" y="259080"/>
                  </a:moveTo>
                  <a:cubicBezTo>
                    <a:pt x="925040" y="259080"/>
                    <a:pt x="939511" y="252860"/>
                    <a:pt x="949670" y="240411"/>
                  </a:cubicBezTo>
                  <a:cubicBezTo>
                    <a:pt x="960076" y="227714"/>
                    <a:pt x="965284" y="209293"/>
                    <a:pt x="965284" y="185166"/>
                  </a:cubicBezTo>
                  <a:cubicBezTo>
                    <a:pt x="965284" y="161544"/>
                    <a:pt x="960076" y="143380"/>
                    <a:pt x="949670" y="130683"/>
                  </a:cubicBezTo>
                  <a:cubicBezTo>
                    <a:pt x="939254" y="117986"/>
                    <a:pt x="924782" y="111633"/>
                    <a:pt x="906255" y="111633"/>
                  </a:cubicBezTo>
                  <a:cubicBezTo>
                    <a:pt x="887717" y="111633"/>
                    <a:pt x="873122" y="117986"/>
                    <a:pt x="862459" y="130683"/>
                  </a:cubicBezTo>
                  <a:cubicBezTo>
                    <a:pt x="852043" y="143380"/>
                    <a:pt x="846845" y="161544"/>
                    <a:pt x="846845" y="185166"/>
                  </a:cubicBezTo>
                  <a:cubicBezTo>
                    <a:pt x="846845" y="209293"/>
                    <a:pt x="851919" y="227714"/>
                    <a:pt x="862078" y="240411"/>
                  </a:cubicBezTo>
                  <a:cubicBezTo>
                    <a:pt x="872484" y="252860"/>
                    <a:pt x="887213" y="259080"/>
                    <a:pt x="906255" y="259080"/>
                  </a:cubicBezTo>
                  <a:close/>
                  <a:moveTo>
                    <a:pt x="1044974" y="281940"/>
                  </a:moveTo>
                  <a:lnTo>
                    <a:pt x="1044974" y="144018"/>
                  </a:lnTo>
                  <a:cubicBezTo>
                    <a:pt x="1044974" y="135131"/>
                    <a:pt x="1044727" y="126235"/>
                    <a:pt x="1044212" y="117348"/>
                  </a:cubicBezTo>
                  <a:cubicBezTo>
                    <a:pt x="1043965" y="108204"/>
                    <a:pt x="1043203" y="99184"/>
                    <a:pt x="1041927" y="90297"/>
                  </a:cubicBezTo>
                  <a:lnTo>
                    <a:pt x="1071252" y="90297"/>
                  </a:lnTo>
                  <a:lnTo>
                    <a:pt x="1075441" y="137541"/>
                  </a:lnTo>
                  <a:lnTo>
                    <a:pt x="1071252" y="136398"/>
                  </a:lnTo>
                  <a:cubicBezTo>
                    <a:pt x="1074812" y="119634"/>
                    <a:pt x="1082429" y="107061"/>
                    <a:pt x="1094102" y="98679"/>
                  </a:cubicBezTo>
                  <a:cubicBezTo>
                    <a:pt x="1106041" y="90040"/>
                    <a:pt x="1119371" y="85725"/>
                    <a:pt x="1134089" y="85725"/>
                  </a:cubicBezTo>
                  <a:cubicBezTo>
                    <a:pt x="1137393" y="85725"/>
                    <a:pt x="1140440" y="85982"/>
                    <a:pt x="1143230" y="86487"/>
                  </a:cubicBezTo>
                  <a:cubicBezTo>
                    <a:pt x="1146276" y="86744"/>
                    <a:pt x="1149076" y="87249"/>
                    <a:pt x="1151608" y="88011"/>
                  </a:cubicBezTo>
                  <a:lnTo>
                    <a:pt x="1150846" y="116205"/>
                  </a:lnTo>
                  <a:cubicBezTo>
                    <a:pt x="1145010" y="114176"/>
                    <a:pt x="1138279" y="113157"/>
                    <a:pt x="1130662" y="113157"/>
                  </a:cubicBezTo>
                  <a:cubicBezTo>
                    <a:pt x="1117466" y="113157"/>
                    <a:pt x="1106803" y="116081"/>
                    <a:pt x="1098672" y="121920"/>
                  </a:cubicBezTo>
                  <a:cubicBezTo>
                    <a:pt x="1090808" y="127759"/>
                    <a:pt x="1084962" y="135255"/>
                    <a:pt x="1081153" y="144399"/>
                  </a:cubicBezTo>
                  <a:cubicBezTo>
                    <a:pt x="1077602" y="153286"/>
                    <a:pt x="1075822" y="162687"/>
                    <a:pt x="1075822" y="172593"/>
                  </a:cubicBezTo>
                  <a:lnTo>
                    <a:pt x="1075822" y="281940"/>
                  </a:lnTo>
                  <a:lnTo>
                    <a:pt x="1044974" y="281940"/>
                  </a:lnTo>
                  <a:close/>
                  <a:moveTo>
                    <a:pt x="1182951" y="281940"/>
                  </a:moveTo>
                  <a:lnTo>
                    <a:pt x="1182951" y="144018"/>
                  </a:lnTo>
                  <a:cubicBezTo>
                    <a:pt x="1182951" y="135131"/>
                    <a:pt x="1182703" y="126235"/>
                    <a:pt x="1182189" y="117348"/>
                  </a:cubicBezTo>
                  <a:cubicBezTo>
                    <a:pt x="1181941" y="108204"/>
                    <a:pt x="1181180" y="99184"/>
                    <a:pt x="1179904" y="90297"/>
                  </a:cubicBezTo>
                  <a:lnTo>
                    <a:pt x="1209228" y="90297"/>
                  </a:lnTo>
                  <a:lnTo>
                    <a:pt x="1212656" y="129921"/>
                  </a:lnTo>
                  <a:lnTo>
                    <a:pt x="1208847" y="132588"/>
                  </a:lnTo>
                  <a:cubicBezTo>
                    <a:pt x="1213418" y="117605"/>
                    <a:pt x="1221291" y="106042"/>
                    <a:pt x="1232459" y="97917"/>
                  </a:cubicBezTo>
                  <a:cubicBezTo>
                    <a:pt x="1243885" y="89792"/>
                    <a:pt x="1257347" y="85725"/>
                    <a:pt x="1272828" y="85725"/>
                  </a:cubicBezTo>
                  <a:cubicBezTo>
                    <a:pt x="1291365" y="85725"/>
                    <a:pt x="1305713" y="90297"/>
                    <a:pt x="1315862" y="99441"/>
                  </a:cubicBezTo>
                  <a:cubicBezTo>
                    <a:pt x="1326278" y="108585"/>
                    <a:pt x="1332876" y="122558"/>
                    <a:pt x="1335665" y="141351"/>
                  </a:cubicBezTo>
                  <a:lnTo>
                    <a:pt x="1326526" y="136398"/>
                  </a:lnTo>
                  <a:cubicBezTo>
                    <a:pt x="1330591" y="120901"/>
                    <a:pt x="1338712" y="108585"/>
                    <a:pt x="1350899" y="99441"/>
                  </a:cubicBezTo>
                  <a:cubicBezTo>
                    <a:pt x="1363343" y="90297"/>
                    <a:pt x="1378196" y="85725"/>
                    <a:pt x="1395457" y="85725"/>
                  </a:cubicBezTo>
                  <a:cubicBezTo>
                    <a:pt x="1416536" y="85725"/>
                    <a:pt x="1432398" y="92078"/>
                    <a:pt x="1443061" y="104775"/>
                  </a:cubicBezTo>
                  <a:cubicBezTo>
                    <a:pt x="1453725" y="117224"/>
                    <a:pt x="1459056" y="136141"/>
                    <a:pt x="1459056" y="161544"/>
                  </a:cubicBezTo>
                  <a:lnTo>
                    <a:pt x="1459056" y="281940"/>
                  </a:lnTo>
                  <a:lnTo>
                    <a:pt x="1428209" y="281940"/>
                  </a:lnTo>
                  <a:lnTo>
                    <a:pt x="1428209" y="163068"/>
                  </a:lnTo>
                  <a:cubicBezTo>
                    <a:pt x="1428209" y="145285"/>
                    <a:pt x="1425038" y="132331"/>
                    <a:pt x="1418688" y="124206"/>
                  </a:cubicBezTo>
                  <a:cubicBezTo>
                    <a:pt x="1412347" y="115824"/>
                    <a:pt x="1402312" y="111633"/>
                    <a:pt x="1388602" y="111633"/>
                  </a:cubicBezTo>
                  <a:cubicBezTo>
                    <a:pt x="1372607" y="111633"/>
                    <a:pt x="1359915" y="117091"/>
                    <a:pt x="1350518" y="128016"/>
                  </a:cubicBezTo>
                  <a:cubicBezTo>
                    <a:pt x="1341378" y="138941"/>
                    <a:pt x="1336808" y="153800"/>
                    <a:pt x="1336808" y="172593"/>
                  </a:cubicBezTo>
                  <a:lnTo>
                    <a:pt x="1336808" y="281940"/>
                  </a:lnTo>
                  <a:lnTo>
                    <a:pt x="1305960" y="281940"/>
                  </a:lnTo>
                  <a:lnTo>
                    <a:pt x="1305960" y="163068"/>
                  </a:lnTo>
                  <a:cubicBezTo>
                    <a:pt x="1305960" y="145285"/>
                    <a:pt x="1302666" y="132331"/>
                    <a:pt x="1296059" y="124206"/>
                  </a:cubicBezTo>
                  <a:cubicBezTo>
                    <a:pt x="1289718" y="115824"/>
                    <a:pt x="1279683" y="111633"/>
                    <a:pt x="1265973" y="111633"/>
                  </a:cubicBezTo>
                  <a:cubicBezTo>
                    <a:pt x="1249730" y="111633"/>
                    <a:pt x="1236906" y="117091"/>
                    <a:pt x="1227508" y="128016"/>
                  </a:cubicBezTo>
                  <a:cubicBezTo>
                    <a:pt x="1218368" y="138941"/>
                    <a:pt x="1213798" y="153800"/>
                    <a:pt x="1213798" y="172593"/>
                  </a:cubicBezTo>
                  <a:lnTo>
                    <a:pt x="1213798" y="281940"/>
                  </a:lnTo>
                  <a:lnTo>
                    <a:pt x="1182951" y="2819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9"/>
            <p:cNvSpPr/>
            <p:nvPr/>
          </p:nvSpPr>
          <p:spPr>
            <a:xfrm>
              <a:off x="4527854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9"/>
            <p:cNvSpPr/>
            <p:nvPr/>
          </p:nvSpPr>
          <p:spPr>
            <a:xfrm>
              <a:off x="1919132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6" name="Google Shape;156;p29"/>
          <p:cNvPicPr preferRelativeResize="0"/>
          <p:nvPr/>
        </p:nvPicPr>
        <p:blipFill rotWithShape="1">
          <a:blip r:embed="rId3">
            <a:alphaModFix/>
          </a:blip>
          <a:srcRect b="0" l="0" r="0" t="-16115"/>
          <a:stretch/>
        </p:blipFill>
        <p:spPr>
          <a:xfrm>
            <a:off x="5513831" y="1879156"/>
            <a:ext cx="6678169" cy="2713843"/>
          </a:xfrm>
          <a:prstGeom prst="rect">
            <a:avLst/>
          </a:prstGeom>
          <a:noFill/>
          <a:ln>
            <a:noFill/>
          </a:ln>
          <a:effectLst>
            <a:outerShdw blurRad="317500" rotWithShape="0" algn="t" dir="5400000" dist="127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bg>
      <p:bgPr>
        <a:solidFill>
          <a:srgbClr val="245893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30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3007268" y="-1"/>
            <a:ext cx="9184732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42402" y="1690688"/>
            <a:ext cx="6449598" cy="4388379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0"/>
          <p:cNvSpPr txBox="1"/>
          <p:nvPr>
            <p:ph idx="1" type="body"/>
          </p:nvPr>
        </p:nvSpPr>
        <p:spPr>
          <a:xfrm>
            <a:off x="155786" y="6472155"/>
            <a:ext cx="5940214" cy="258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1" name="Google Shape;161;p30"/>
          <p:cNvSpPr txBox="1"/>
          <p:nvPr>
            <p:ph type="title"/>
          </p:nvPr>
        </p:nvSpPr>
        <p:spPr>
          <a:xfrm>
            <a:off x="155786" y="1191528"/>
            <a:ext cx="5054601" cy="4887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Rokkitt"/>
              <a:buNone/>
              <a:defRPr b="1" sz="3200">
                <a:solidFill>
                  <a:schemeClr val="dk2"/>
                </a:solidFill>
                <a:latin typeface="Rokkitt"/>
                <a:ea typeface="Rokkitt"/>
                <a:cs typeface="Rokkitt"/>
                <a:sym typeface="Rokkit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62" name="Google Shape;162;p30"/>
          <p:cNvGrpSpPr/>
          <p:nvPr/>
        </p:nvGrpSpPr>
        <p:grpSpPr>
          <a:xfrm>
            <a:off x="300959" y="308426"/>
            <a:ext cx="2013104" cy="571854"/>
            <a:chOff x="338666" y="4303183"/>
            <a:chExt cx="7340599" cy="2085212"/>
          </a:xfrm>
        </p:grpSpPr>
        <p:sp>
          <p:nvSpPr>
            <p:cNvPr id="163" name="Google Shape;163;p30"/>
            <p:cNvSpPr/>
            <p:nvPr/>
          </p:nvSpPr>
          <p:spPr>
            <a:xfrm>
              <a:off x="338666" y="4817769"/>
              <a:ext cx="931067" cy="1085156"/>
            </a:xfrm>
            <a:custGeom>
              <a:rect b="b" l="l" r="r" t="t"/>
              <a:pathLst>
                <a:path extrusionOk="0" h="1085156" w="931067">
                  <a:moveTo>
                    <a:pt x="266668" y="724502"/>
                  </a:moveTo>
                  <a:lnTo>
                    <a:pt x="0" y="724502"/>
                  </a:lnTo>
                  <a:cubicBezTo>
                    <a:pt x="0" y="847803"/>
                    <a:pt x="39462" y="937691"/>
                    <a:pt x="117749" y="995117"/>
                  </a:cubicBezTo>
                  <a:cubicBezTo>
                    <a:pt x="188382" y="1054534"/>
                    <a:pt x="298318" y="1085157"/>
                    <a:pt x="451383" y="1085157"/>
                  </a:cubicBezTo>
                  <a:cubicBezTo>
                    <a:pt x="735511" y="1085157"/>
                    <a:pt x="931068" y="993278"/>
                    <a:pt x="931068" y="736551"/>
                  </a:cubicBezTo>
                  <a:cubicBezTo>
                    <a:pt x="931068" y="663885"/>
                    <a:pt x="908108" y="599124"/>
                    <a:pt x="860036" y="546727"/>
                  </a:cubicBezTo>
                  <a:cubicBezTo>
                    <a:pt x="804550" y="492016"/>
                    <a:pt x="691505" y="445600"/>
                    <a:pt x="507268" y="409227"/>
                  </a:cubicBezTo>
                  <a:cubicBezTo>
                    <a:pt x="364487" y="382909"/>
                    <a:pt x="294252" y="340558"/>
                    <a:pt x="294252" y="285925"/>
                  </a:cubicBezTo>
                  <a:cubicBezTo>
                    <a:pt x="294252" y="231452"/>
                    <a:pt x="348064" y="203059"/>
                    <a:pt x="455529" y="203059"/>
                  </a:cubicBezTo>
                  <a:cubicBezTo>
                    <a:pt x="546571" y="203059"/>
                    <a:pt x="602376" y="229378"/>
                    <a:pt x="621111" y="275875"/>
                  </a:cubicBezTo>
                  <a:cubicBezTo>
                    <a:pt x="637534" y="318386"/>
                    <a:pt x="678032" y="340558"/>
                    <a:pt x="737424" y="342631"/>
                  </a:cubicBezTo>
                  <a:lnTo>
                    <a:pt x="898542" y="342631"/>
                  </a:lnTo>
                  <a:cubicBezTo>
                    <a:pt x="892802" y="231452"/>
                    <a:pt x="852463" y="146910"/>
                    <a:pt x="777764" y="86934"/>
                  </a:cubicBezTo>
                  <a:cubicBezTo>
                    <a:pt x="701151" y="28951"/>
                    <a:pt x="592251" y="0"/>
                    <a:pt x="451543" y="0"/>
                  </a:cubicBezTo>
                  <a:cubicBezTo>
                    <a:pt x="206080" y="3908"/>
                    <a:pt x="29577" y="108388"/>
                    <a:pt x="29577" y="334417"/>
                  </a:cubicBezTo>
                  <a:cubicBezTo>
                    <a:pt x="31649" y="502141"/>
                    <a:pt x="149159" y="607421"/>
                    <a:pt x="383141" y="649693"/>
                  </a:cubicBezTo>
                  <a:cubicBezTo>
                    <a:pt x="571284" y="682230"/>
                    <a:pt x="666472" y="726578"/>
                    <a:pt x="666472" y="781214"/>
                  </a:cubicBezTo>
                  <a:cubicBezTo>
                    <a:pt x="666472" y="849880"/>
                    <a:pt x="608515" y="882103"/>
                    <a:pt x="492679" y="882103"/>
                  </a:cubicBezTo>
                  <a:cubicBezTo>
                    <a:pt x="358348" y="882103"/>
                    <a:pt x="272648" y="841907"/>
                    <a:pt x="266668" y="7245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30"/>
            <p:cNvSpPr/>
            <p:nvPr/>
          </p:nvSpPr>
          <p:spPr>
            <a:xfrm>
              <a:off x="1374890" y="4819443"/>
              <a:ext cx="1517750" cy="1067689"/>
            </a:xfrm>
            <a:custGeom>
              <a:rect b="b" l="l" r="r" t="t"/>
              <a:pathLst>
                <a:path extrusionOk="0" h="1067689" w="1517750">
                  <a:moveTo>
                    <a:pt x="448672" y="223396"/>
                  </a:moveTo>
                  <a:cubicBezTo>
                    <a:pt x="569444" y="223396"/>
                    <a:pt x="630673" y="277471"/>
                    <a:pt x="636890" y="387375"/>
                  </a:cubicBezTo>
                  <a:lnTo>
                    <a:pt x="636890" y="1063784"/>
                  </a:lnTo>
                  <a:lnTo>
                    <a:pt x="880920" y="1063784"/>
                  </a:lnTo>
                  <a:lnTo>
                    <a:pt x="880920" y="391522"/>
                  </a:lnTo>
                  <a:cubicBezTo>
                    <a:pt x="882995" y="281379"/>
                    <a:pt x="944138" y="227305"/>
                    <a:pt x="1064996" y="227305"/>
                  </a:cubicBezTo>
                  <a:cubicBezTo>
                    <a:pt x="1185778" y="227305"/>
                    <a:pt x="1246998" y="281379"/>
                    <a:pt x="1253139" y="391522"/>
                  </a:cubicBezTo>
                  <a:lnTo>
                    <a:pt x="1253139" y="935778"/>
                  </a:lnTo>
                  <a:cubicBezTo>
                    <a:pt x="1253139" y="1019760"/>
                    <a:pt x="1296268" y="1061794"/>
                    <a:pt x="1382527" y="1067690"/>
                  </a:cubicBezTo>
                  <a:lnTo>
                    <a:pt x="1517733" y="1067690"/>
                  </a:lnTo>
                  <a:lnTo>
                    <a:pt x="1517733" y="445517"/>
                  </a:lnTo>
                  <a:cubicBezTo>
                    <a:pt x="1519571" y="146911"/>
                    <a:pt x="1372645" y="3669"/>
                    <a:pt x="1069062" y="3669"/>
                  </a:cubicBezTo>
                  <a:cubicBezTo>
                    <a:pt x="930028" y="3669"/>
                    <a:pt x="829973" y="30387"/>
                    <a:pt x="760699" y="85897"/>
                  </a:cubicBezTo>
                  <a:cubicBezTo>
                    <a:pt x="691502" y="28553"/>
                    <a:pt x="591847" y="0"/>
                    <a:pt x="452737" y="0"/>
                  </a:cubicBezTo>
                  <a:cubicBezTo>
                    <a:pt x="148992" y="0"/>
                    <a:pt x="0" y="143242"/>
                    <a:pt x="0" y="441449"/>
                  </a:cubicBezTo>
                  <a:lnTo>
                    <a:pt x="0" y="1063784"/>
                  </a:lnTo>
                  <a:lnTo>
                    <a:pt x="264509" y="1063784"/>
                  </a:lnTo>
                  <a:lnTo>
                    <a:pt x="264509" y="387375"/>
                  </a:lnTo>
                  <a:cubicBezTo>
                    <a:pt x="266747" y="277471"/>
                    <a:pt x="327890" y="223396"/>
                    <a:pt x="448672" y="2233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30"/>
            <p:cNvSpPr/>
            <p:nvPr/>
          </p:nvSpPr>
          <p:spPr>
            <a:xfrm>
              <a:off x="3018422" y="4817769"/>
              <a:ext cx="880929" cy="1069283"/>
            </a:xfrm>
            <a:custGeom>
              <a:rect b="b" l="l" r="r" t="t"/>
              <a:pathLst>
                <a:path extrusionOk="0" h="1069283" w="880929">
                  <a:moveTo>
                    <a:pt x="450909" y="203059"/>
                  </a:moveTo>
                  <a:cubicBezTo>
                    <a:pt x="567140" y="203059"/>
                    <a:pt x="626293" y="232648"/>
                    <a:pt x="632672" y="291907"/>
                  </a:cubicBezTo>
                  <a:cubicBezTo>
                    <a:pt x="632672" y="349012"/>
                    <a:pt x="571443" y="382510"/>
                    <a:pt x="450909" y="396308"/>
                  </a:cubicBezTo>
                  <a:cubicBezTo>
                    <a:pt x="176822" y="421989"/>
                    <a:pt x="5503" y="489301"/>
                    <a:pt x="0" y="739732"/>
                  </a:cubicBezTo>
                  <a:cubicBezTo>
                    <a:pt x="0" y="970552"/>
                    <a:pt x="163912" y="1086833"/>
                    <a:pt x="421566" y="1067135"/>
                  </a:cubicBezTo>
                  <a:cubicBezTo>
                    <a:pt x="714466" y="1047438"/>
                    <a:pt x="880929" y="919183"/>
                    <a:pt x="880929" y="631186"/>
                  </a:cubicBezTo>
                  <a:lnTo>
                    <a:pt x="880929" y="276035"/>
                  </a:lnTo>
                  <a:cubicBezTo>
                    <a:pt x="875188" y="89406"/>
                    <a:pt x="735279" y="0"/>
                    <a:pt x="438475" y="0"/>
                  </a:cubicBezTo>
                  <a:cubicBezTo>
                    <a:pt x="188228" y="0"/>
                    <a:pt x="59639" y="89406"/>
                    <a:pt x="29819" y="276035"/>
                  </a:cubicBezTo>
                  <a:lnTo>
                    <a:pt x="282056" y="276035"/>
                  </a:lnTo>
                  <a:cubicBezTo>
                    <a:pt x="296804" y="226746"/>
                    <a:pt x="351730" y="203059"/>
                    <a:pt x="450909" y="203059"/>
                  </a:cubicBezTo>
                  <a:close/>
                  <a:moveTo>
                    <a:pt x="385615" y="854023"/>
                  </a:moveTo>
                  <a:cubicBezTo>
                    <a:pt x="296804" y="854023"/>
                    <a:pt x="250409" y="814551"/>
                    <a:pt x="244030" y="731760"/>
                  </a:cubicBezTo>
                  <a:cubicBezTo>
                    <a:pt x="244030" y="654874"/>
                    <a:pt x="300955" y="605582"/>
                    <a:pt x="412959" y="585808"/>
                  </a:cubicBezTo>
                  <a:cubicBezTo>
                    <a:pt x="495314" y="570016"/>
                    <a:pt x="571529" y="548404"/>
                    <a:pt x="636899" y="522724"/>
                  </a:cubicBezTo>
                  <a:lnTo>
                    <a:pt x="636899" y="619308"/>
                  </a:lnTo>
                  <a:cubicBezTo>
                    <a:pt x="636814" y="767250"/>
                    <a:pt x="541872" y="854023"/>
                    <a:pt x="385615" y="8540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30"/>
            <p:cNvSpPr/>
            <p:nvPr/>
          </p:nvSpPr>
          <p:spPr>
            <a:xfrm>
              <a:off x="5216460" y="4303183"/>
              <a:ext cx="408455" cy="1583837"/>
            </a:xfrm>
            <a:custGeom>
              <a:rect b="b" l="l" r="r" t="t"/>
              <a:pathLst>
                <a:path extrusionOk="0" h="1583837" w="408455">
                  <a:moveTo>
                    <a:pt x="244078" y="292465"/>
                  </a:moveTo>
                  <a:lnTo>
                    <a:pt x="244078" y="129683"/>
                  </a:lnTo>
                  <a:cubicBezTo>
                    <a:pt x="244078" y="62050"/>
                    <a:pt x="190904" y="0"/>
                    <a:pt x="126647" y="0"/>
                  </a:cubicBezTo>
                  <a:lnTo>
                    <a:pt x="48" y="0"/>
                  </a:lnTo>
                  <a:lnTo>
                    <a:pt x="48" y="1388707"/>
                  </a:lnTo>
                  <a:cubicBezTo>
                    <a:pt x="-1704" y="1505236"/>
                    <a:pt x="44215" y="1566253"/>
                    <a:pt x="139958" y="1576140"/>
                  </a:cubicBezTo>
                  <a:cubicBezTo>
                    <a:pt x="235938" y="1586027"/>
                    <a:pt x="325872" y="1586027"/>
                    <a:pt x="408456" y="1578216"/>
                  </a:cubicBezTo>
                  <a:lnTo>
                    <a:pt x="408456" y="1378820"/>
                  </a:lnTo>
                  <a:lnTo>
                    <a:pt x="329776" y="1378820"/>
                  </a:lnTo>
                  <a:cubicBezTo>
                    <a:pt x="269747" y="1378820"/>
                    <a:pt x="244078" y="1354017"/>
                    <a:pt x="244078" y="1308402"/>
                  </a:cubicBezTo>
                  <a:lnTo>
                    <a:pt x="244078" y="700816"/>
                  </a:lnTo>
                  <a:lnTo>
                    <a:pt x="244078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30"/>
            <p:cNvSpPr/>
            <p:nvPr/>
          </p:nvSpPr>
          <p:spPr>
            <a:xfrm>
              <a:off x="5647957" y="4819443"/>
              <a:ext cx="942548" cy="1081815"/>
            </a:xfrm>
            <a:custGeom>
              <a:rect b="b" l="l" r="r" t="t"/>
              <a:pathLst>
                <a:path extrusionOk="0" h="1081815" w="942548">
                  <a:moveTo>
                    <a:pt x="474350" y="223396"/>
                  </a:moveTo>
                  <a:cubicBezTo>
                    <a:pt x="610108" y="223396"/>
                    <a:pt x="677954" y="326920"/>
                    <a:pt x="677954" y="535718"/>
                  </a:cubicBezTo>
                  <a:cubicBezTo>
                    <a:pt x="676040" y="748907"/>
                    <a:pt x="608042" y="858416"/>
                    <a:pt x="472274" y="858416"/>
                  </a:cubicBezTo>
                  <a:cubicBezTo>
                    <a:pt x="336507" y="858416"/>
                    <a:pt x="266432" y="752822"/>
                    <a:pt x="264595" y="544015"/>
                  </a:cubicBezTo>
                  <a:cubicBezTo>
                    <a:pt x="264681" y="330908"/>
                    <a:pt x="334431" y="223396"/>
                    <a:pt x="474350" y="223396"/>
                  </a:cubicBezTo>
                  <a:close/>
                  <a:moveTo>
                    <a:pt x="474350" y="0"/>
                  </a:moveTo>
                  <a:cubicBezTo>
                    <a:pt x="156733" y="0"/>
                    <a:pt x="0" y="173868"/>
                    <a:pt x="0" y="544015"/>
                  </a:cubicBezTo>
                  <a:cubicBezTo>
                    <a:pt x="0" y="908984"/>
                    <a:pt x="156733" y="1081815"/>
                    <a:pt x="474350" y="1081815"/>
                  </a:cubicBezTo>
                  <a:cubicBezTo>
                    <a:pt x="788206" y="1081815"/>
                    <a:pt x="942549" y="908898"/>
                    <a:pt x="942549" y="544015"/>
                  </a:cubicBezTo>
                  <a:cubicBezTo>
                    <a:pt x="942549" y="173947"/>
                    <a:pt x="788206" y="0"/>
                    <a:pt x="474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30"/>
            <p:cNvSpPr/>
            <p:nvPr/>
          </p:nvSpPr>
          <p:spPr>
            <a:xfrm>
              <a:off x="6716152" y="4817830"/>
              <a:ext cx="963113" cy="1497041"/>
            </a:xfrm>
            <a:custGeom>
              <a:rect b="b" l="l" r="r" t="t"/>
              <a:pathLst>
                <a:path extrusionOk="0" h="1497041" w="963113">
                  <a:moveTo>
                    <a:pt x="414073" y="1083504"/>
                  </a:moveTo>
                  <a:cubicBezTo>
                    <a:pt x="547365" y="1083504"/>
                    <a:pt x="650524" y="1033974"/>
                    <a:pt x="719084" y="934438"/>
                  </a:cubicBezTo>
                  <a:lnTo>
                    <a:pt x="719084" y="1037641"/>
                  </a:lnTo>
                  <a:cubicBezTo>
                    <a:pt x="719084" y="1206805"/>
                    <a:pt x="646382" y="1293978"/>
                    <a:pt x="505036" y="1293978"/>
                  </a:cubicBezTo>
                  <a:cubicBezTo>
                    <a:pt x="393898" y="1293978"/>
                    <a:pt x="331156" y="1255697"/>
                    <a:pt x="313142" y="1174983"/>
                  </a:cubicBezTo>
                  <a:lnTo>
                    <a:pt x="27183" y="1174983"/>
                  </a:lnTo>
                  <a:cubicBezTo>
                    <a:pt x="86973" y="1395505"/>
                    <a:pt x="233585" y="1497042"/>
                    <a:pt x="474578" y="1497042"/>
                  </a:cubicBezTo>
                  <a:cubicBezTo>
                    <a:pt x="807733" y="1491536"/>
                    <a:pt x="963114" y="1370226"/>
                    <a:pt x="963114" y="1100649"/>
                  </a:cubicBezTo>
                  <a:lnTo>
                    <a:pt x="963114" y="465398"/>
                  </a:lnTo>
                  <a:cubicBezTo>
                    <a:pt x="963114" y="140866"/>
                    <a:pt x="809732" y="-1817"/>
                    <a:pt x="484861" y="17"/>
                  </a:cubicBezTo>
                  <a:cubicBezTo>
                    <a:pt x="158485" y="5601"/>
                    <a:pt x="0" y="166548"/>
                    <a:pt x="0" y="530559"/>
                  </a:cubicBezTo>
                  <a:cubicBezTo>
                    <a:pt x="76" y="907720"/>
                    <a:pt x="135283" y="1083504"/>
                    <a:pt x="414073" y="1083504"/>
                  </a:cubicBezTo>
                  <a:close/>
                  <a:moveTo>
                    <a:pt x="488850" y="860105"/>
                  </a:moveTo>
                  <a:cubicBezTo>
                    <a:pt x="343437" y="860105"/>
                    <a:pt x="270650" y="753073"/>
                    <a:pt x="264671" y="538846"/>
                  </a:cubicBezTo>
                  <a:cubicBezTo>
                    <a:pt x="264671" y="314177"/>
                    <a:pt x="339448" y="202997"/>
                    <a:pt x="492915" y="202997"/>
                  </a:cubicBezTo>
                  <a:cubicBezTo>
                    <a:pt x="646382" y="202997"/>
                    <a:pt x="720922" y="314177"/>
                    <a:pt x="719084" y="538846"/>
                  </a:cubicBezTo>
                  <a:cubicBezTo>
                    <a:pt x="711115" y="753073"/>
                    <a:pt x="634263" y="860105"/>
                    <a:pt x="488850" y="8601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30"/>
            <p:cNvSpPr/>
            <p:nvPr/>
          </p:nvSpPr>
          <p:spPr>
            <a:xfrm>
              <a:off x="4661889" y="4843290"/>
              <a:ext cx="419889" cy="1039937"/>
            </a:xfrm>
            <a:custGeom>
              <a:rect b="b" l="l" r="r" t="t"/>
              <a:pathLst>
                <a:path extrusionOk="0" h="1039937" w="419889">
                  <a:moveTo>
                    <a:pt x="0" y="1039938"/>
                  </a:moveTo>
                  <a:lnTo>
                    <a:pt x="264595" y="1039938"/>
                  </a:lnTo>
                  <a:lnTo>
                    <a:pt x="264595" y="492412"/>
                  </a:lnTo>
                  <a:cubicBezTo>
                    <a:pt x="264595" y="363368"/>
                    <a:pt x="316331" y="20497"/>
                    <a:pt x="419890" y="0"/>
                  </a:cubicBezTo>
                  <a:cubicBezTo>
                    <a:pt x="146841" y="33737"/>
                    <a:pt x="6931" y="198992"/>
                    <a:pt x="0" y="496403"/>
                  </a:cubicBezTo>
                  <a:lnTo>
                    <a:pt x="0" y="10399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30"/>
            <p:cNvSpPr/>
            <p:nvPr/>
          </p:nvSpPr>
          <p:spPr>
            <a:xfrm>
              <a:off x="4661889" y="4488137"/>
              <a:ext cx="244020" cy="471437"/>
            </a:xfrm>
            <a:custGeom>
              <a:rect b="b" l="l" r="r" t="t"/>
              <a:pathLst>
                <a:path extrusionOk="0" h="471437" w="244020">
                  <a:moveTo>
                    <a:pt x="244020" y="292465"/>
                  </a:moveTo>
                  <a:lnTo>
                    <a:pt x="244020" y="129683"/>
                  </a:lnTo>
                  <a:cubicBezTo>
                    <a:pt x="244020" y="62050"/>
                    <a:pt x="190846" y="0"/>
                    <a:pt x="126513" y="0"/>
                  </a:cubicBezTo>
                  <a:lnTo>
                    <a:pt x="0" y="0"/>
                  </a:lnTo>
                  <a:lnTo>
                    <a:pt x="152" y="471438"/>
                  </a:lnTo>
                  <a:lnTo>
                    <a:pt x="244020" y="471438"/>
                  </a:lnTo>
                  <a:lnTo>
                    <a:pt x="244020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30"/>
            <p:cNvSpPr/>
            <p:nvPr/>
          </p:nvSpPr>
          <p:spPr>
            <a:xfrm>
              <a:off x="4025065" y="4842652"/>
              <a:ext cx="522658" cy="1040575"/>
            </a:xfrm>
            <a:custGeom>
              <a:rect b="b" l="l" r="r" t="t"/>
              <a:pathLst>
                <a:path extrusionOk="0" h="1040575" w="522658">
                  <a:moveTo>
                    <a:pt x="0" y="1040576"/>
                  </a:moveTo>
                  <a:lnTo>
                    <a:pt x="264604" y="1040576"/>
                  </a:lnTo>
                  <a:lnTo>
                    <a:pt x="264604" y="493050"/>
                  </a:lnTo>
                  <a:cubicBezTo>
                    <a:pt x="264604" y="339762"/>
                    <a:pt x="337544" y="262078"/>
                    <a:pt x="483356" y="262078"/>
                  </a:cubicBezTo>
                  <a:lnTo>
                    <a:pt x="522658" y="262078"/>
                  </a:lnTo>
                  <a:lnTo>
                    <a:pt x="522658" y="0"/>
                  </a:lnTo>
                  <a:cubicBezTo>
                    <a:pt x="214534" y="21774"/>
                    <a:pt x="7417" y="184795"/>
                    <a:pt x="86" y="496955"/>
                  </a:cubicBezTo>
                  <a:lnTo>
                    <a:pt x="86" y="1040576"/>
                  </a:lnTo>
                  <a:lnTo>
                    <a:pt x="0" y="10405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30"/>
            <p:cNvSpPr/>
            <p:nvPr/>
          </p:nvSpPr>
          <p:spPr>
            <a:xfrm>
              <a:off x="356946" y="6029112"/>
              <a:ext cx="1060969" cy="277368"/>
            </a:xfrm>
            <a:custGeom>
              <a:rect b="b" l="l" r="r" t="t"/>
              <a:pathLst>
                <a:path extrusionOk="0" h="277368" w="1060969">
                  <a:moveTo>
                    <a:pt x="101302" y="277368"/>
                  </a:moveTo>
                  <a:cubicBezTo>
                    <a:pt x="87338" y="277368"/>
                    <a:pt x="74263" y="276225"/>
                    <a:pt x="62076" y="273939"/>
                  </a:cubicBezTo>
                  <a:cubicBezTo>
                    <a:pt x="49889" y="271396"/>
                    <a:pt x="38591" y="267586"/>
                    <a:pt x="28182" y="262509"/>
                  </a:cubicBezTo>
                  <a:cubicBezTo>
                    <a:pt x="17772" y="257175"/>
                    <a:pt x="8378" y="250698"/>
                    <a:pt x="0" y="243078"/>
                  </a:cubicBezTo>
                  <a:lnTo>
                    <a:pt x="11806" y="219075"/>
                  </a:lnTo>
                  <a:cubicBezTo>
                    <a:pt x="25516" y="230505"/>
                    <a:pt x="39226" y="238630"/>
                    <a:pt x="52936" y="243459"/>
                  </a:cubicBezTo>
                  <a:cubicBezTo>
                    <a:pt x="66900" y="248288"/>
                    <a:pt x="83149" y="250698"/>
                    <a:pt x="101683" y="250698"/>
                  </a:cubicBezTo>
                  <a:cubicBezTo>
                    <a:pt x="123264" y="250698"/>
                    <a:pt x="140021" y="246507"/>
                    <a:pt x="151953" y="238125"/>
                  </a:cubicBezTo>
                  <a:cubicBezTo>
                    <a:pt x="163886" y="229486"/>
                    <a:pt x="169853" y="217427"/>
                    <a:pt x="169853" y="201930"/>
                  </a:cubicBezTo>
                  <a:cubicBezTo>
                    <a:pt x="169853" y="192529"/>
                    <a:pt x="166806" y="185042"/>
                    <a:pt x="160712" y="179451"/>
                  </a:cubicBezTo>
                  <a:cubicBezTo>
                    <a:pt x="154873" y="173612"/>
                    <a:pt x="146748" y="169040"/>
                    <a:pt x="136339" y="165735"/>
                  </a:cubicBezTo>
                  <a:cubicBezTo>
                    <a:pt x="126183" y="162182"/>
                    <a:pt x="114631" y="158877"/>
                    <a:pt x="101683" y="155829"/>
                  </a:cubicBezTo>
                  <a:cubicBezTo>
                    <a:pt x="88735" y="153038"/>
                    <a:pt x="76421" y="149857"/>
                    <a:pt x="64742" y="146304"/>
                  </a:cubicBezTo>
                  <a:cubicBezTo>
                    <a:pt x="53063" y="142494"/>
                    <a:pt x="42654" y="137798"/>
                    <a:pt x="33514" y="132207"/>
                  </a:cubicBezTo>
                  <a:cubicBezTo>
                    <a:pt x="24627" y="126616"/>
                    <a:pt x="17645" y="119510"/>
                    <a:pt x="12568" y="110871"/>
                  </a:cubicBezTo>
                  <a:cubicBezTo>
                    <a:pt x="7490" y="102232"/>
                    <a:pt x="4951" y="91440"/>
                    <a:pt x="4951" y="78486"/>
                  </a:cubicBezTo>
                  <a:cubicBezTo>
                    <a:pt x="4951" y="62989"/>
                    <a:pt x="9013" y="49406"/>
                    <a:pt x="17138" y="37719"/>
                  </a:cubicBezTo>
                  <a:cubicBezTo>
                    <a:pt x="25262" y="25784"/>
                    <a:pt x="36687" y="16507"/>
                    <a:pt x="51413" y="9906"/>
                  </a:cubicBezTo>
                  <a:cubicBezTo>
                    <a:pt x="66138" y="3305"/>
                    <a:pt x="83530" y="0"/>
                    <a:pt x="103587" y="0"/>
                  </a:cubicBezTo>
                  <a:cubicBezTo>
                    <a:pt x="116028" y="0"/>
                    <a:pt x="127961" y="1400"/>
                    <a:pt x="139386" y="4191"/>
                  </a:cubicBezTo>
                  <a:cubicBezTo>
                    <a:pt x="150811" y="6734"/>
                    <a:pt x="161348" y="10544"/>
                    <a:pt x="170995" y="15621"/>
                  </a:cubicBezTo>
                  <a:cubicBezTo>
                    <a:pt x="180897" y="20698"/>
                    <a:pt x="189656" y="26927"/>
                    <a:pt x="197273" y="34290"/>
                  </a:cubicBezTo>
                  <a:lnTo>
                    <a:pt x="185086" y="58293"/>
                  </a:lnTo>
                  <a:cubicBezTo>
                    <a:pt x="172645" y="47368"/>
                    <a:pt x="159824" y="39367"/>
                    <a:pt x="146622" y="34290"/>
                  </a:cubicBezTo>
                  <a:cubicBezTo>
                    <a:pt x="133419" y="29213"/>
                    <a:pt x="119075" y="26670"/>
                    <a:pt x="103587" y="26670"/>
                  </a:cubicBezTo>
                  <a:cubicBezTo>
                    <a:pt x="82515" y="26670"/>
                    <a:pt x="66011" y="31118"/>
                    <a:pt x="54079" y="40005"/>
                  </a:cubicBezTo>
                  <a:cubicBezTo>
                    <a:pt x="42146" y="48892"/>
                    <a:pt x="36179" y="61341"/>
                    <a:pt x="36179" y="77343"/>
                  </a:cubicBezTo>
                  <a:cubicBezTo>
                    <a:pt x="36179" y="87249"/>
                    <a:pt x="38845" y="95250"/>
                    <a:pt x="44177" y="101346"/>
                  </a:cubicBezTo>
                  <a:cubicBezTo>
                    <a:pt x="49509" y="107442"/>
                    <a:pt x="56998" y="112395"/>
                    <a:pt x="66646" y="116205"/>
                  </a:cubicBezTo>
                  <a:cubicBezTo>
                    <a:pt x="76294" y="119758"/>
                    <a:pt x="87338" y="123063"/>
                    <a:pt x="99779" y="126111"/>
                  </a:cubicBezTo>
                  <a:cubicBezTo>
                    <a:pt x="112981" y="129159"/>
                    <a:pt x="125676" y="132464"/>
                    <a:pt x="137862" y="136017"/>
                  </a:cubicBezTo>
                  <a:cubicBezTo>
                    <a:pt x="150049" y="139570"/>
                    <a:pt x="160839" y="144018"/>
                    <a:pt x="170233" y="149352"/>
                  </a:cubicBezTo>
                  <a:cubicBezTo>
                    <a:pt x="179881" y="154429"/>
                    <a:pt x="187498" y="161163"/>
                    <a:pt x="193084" y="169545"/>
                  </a:cubicBezTo>
                  <a:cubicBezTo>
                    <a:pt x="198669" y="177670"/>
                    <a:pt x="201462" y="188090"/>
                    <a:pt x="201462" y="200787"/>
                  </a:cubicBezTo>
                  <a:cubicBezTo>
                    <a:pt x="201462" y="216284"/>
                    <a:pt x="197399" y="229743"/>
                    <a:pt x="189275" y="241173"/>
                  </a:cubicBezTo>
                  <a:cubicBezTo>
                    <a:pt x="181151" y="252603"/>
                    <a:pt x="169598" y="261490"/>
                    <a:pt x="154619" y="267843"/>
                  </a:cubicBezTo>
                  <a:cubicBezTo>
                    <a:pt x="139640" y="274196"/>
                    <a:pt x="121867" y="277368"/>
                    <a:pt x="101302" y="277368"/>
                  </a:cubicBezTo>
                  <a:close/>
                  <a:moveTo>
                    <a:pt x="248704" y="274320"/>
                  </a:moveTo>
                  <a:lnTo>
                    <a:pt x="248704" y="136398"/>
                  </a:lnTo>
                  <a:cubicBezTo>
                    <a:pt x="248704" y="127511"/>
                    <a:pt x="248449" y="118615"/>
                    <a:pt x="247942" y="109728"/>
                  </a:cubicBezTo>
                  <a:cubicBezTo>
                    <a:pt x="247688" y="100584"/>
                    <a:pt x="246926" y="91564"/>
                    <a:pt x="245657" y="82677"/>
                  </a:cubicBezTo>
                  <a:lnTo>
                    <a:pt x="274981" y="82677"/>
                  </a:lnTo>
                  <a:lnTo>
                    <a:pt x="278409" y="122301"/>
                  </a:lnTo>
                  <a:lnTo>
                    <a:pt x="274600" y="124968"/>
                  </a:lnTo>
                  <a:cubicBezTo>
                    <a:pt x="279170" y="109985"/>
                    <a:pt x="287040" y="98422"/>
                    <a:pt x="298212" y="90297"/>
                  </a:cubicBezTo>
                  <a:cubicBezTo>
                    <a:pt x="309637" y="82172"/>
                    <a:pt x="323093" y="78105"/>
                    <a:pt x="338581" y="78105"/>
                  </a:cubicBezTo>
                  <a:cubicBezTo>
                    <a:pt x="357114" y="78105"/>
                    <a:pt x="371459" y="82677"/>
                    <a:pt x="381615" y="91821"/>
                  </a:cubicBezTo>
                  <a:cubicBezTo>
                    <a:pt x="392024" y="100965"/>
                    <a:pt x="398625" y="114938"/>
                    <a:pt x="401419" y="133731"/>
                  </a:cubicBezTo>
                  <a:lnTo>
                    <a:pt x="392278" y="128778"/>
                  </a:lnTo>
                  <a:cubicBezTo>
                    <a:pt x="396340" y="113281"/>
                    <a:pt x="404465" y="100965"/>
                    <a:pt x="416652" y="91821"/>
                  </a:cubicBezTo>
                  <a:cubicBezTo>
                    <a:pt x="429092" y="82677"/>
                    <a:pt x="443944" y="78105"/>
                    <a:pt x="461210" y="78105"/>
                  </a:cubicBezTo>
                  <a:cubicBezTo>
                    <a:pt x="482282" y="78105"/>
                    <a:pt x="498151" y="84458"/>
                    <a:pt x="508814" y="97155"/>
                  </a:cubicBezTo>
                  <a:cubicBezTo>
                    <a:pt x="519477" y="109604"/>
                    <a:pt x="524809" y="128521"/>
                    <a:pt x="524809" y="153924"/>
                  </a:cubicBezTo>
                  <a:lnTo>
                    <a:pt x="524809" y="274320"/>
                  </a:lnTo>
                  <a:lnTo>
                    <a:pt x="493961" y="274320"/>
                  </a:lnTo>
                  <a:lnTo>
                    <a:pt x="493961" y="155448"/>
                  </a:lnTo>
                  <a:cubicBezTo>
                    <a:pt x="493961" y="137665"/>
                    <a:pt x="490787" y="124711"/>
                    <a:pt x="484441" y="116586"/>
                  </a:cubicBezTo>
                  <a:cubicBezTo>
                    <a:pt x="478093" y="108204"/>
                    <a:pt x="468065" y="104013"/>
                    <a:pt x="454355" y="104013"/>
                  </a:cubicBezTo>
                  <a:cubicBezTo>
                    <a:pt x="438360" y="104013"/>
                    <a:pt x="425664" y="109471"/>
                    <a:pt x="416271" y="120396"/>
                  </a:cubicBezTo>
                  <a:cubicBezTo>
                    <a:pt x="407131" y="131321"/>
                    <a:pt x="402561" y="146180"/>
                    <a:pt x="402561" y="164973"/>
                  </a:cubicBezTo>
                  <a:lnTo>
                    <a:pt x="402561" y="274320"/>
                  </a:lnTo>
                  <a:lnTo>
                    <a:pt x="371713" y="274320"/>
                  </a:lnTo>
                  <a:lnTo>
                    <a:pt x="371713" y="155448"/>
                  </a:lnTo>
                  <a:cubicBezTo>
                    <a:pt x="371713" y="137665"/>
                    <a:pt x="368412" y="124711"/>
                    <a:pt x="361812" y="116586"/>
                  </a:cubicBezTo>
                  <a:cubicBezTo>
                    <a:pt x="355464" y="108204"/>
                    <a:pt x="345436" y="104013"/>
                    <a:pt x="331726" y="104013"/>
                  </a:cubicBezTo>
                  <a:cubicBezTo>
                    <a:pt x="315476" y="104013"/>
                    <a:pt x="302655" y="109471"/>
                    <a:pt x="293261" y="120396"/>
                  </a:cubicBezTo>
                  <a:cubicBezTo>
                    <a:pt x="284121" y="131321"/>
                    <a:pt x="279551" y="146180"/>
                    <a:pt x="279551" y="164973"/>
                  </a:cubicBezTo>
                  <a:lnTo>
                    <a:pt x="279551" y="274320"/>
                  </a:lnTo>
                  <a:lnTo>
                    <a:pt x="248704" y="274320"/>
                  </a:lnTo>
                  <a:close/>
                  <a:moveTo>
                    <a:pt x="656923" y="276987"/>
                  </a:moveTo>
                  <a:cubicBezTo>
                    <a:pt x="639913" y="276987"/>
                    <a:pt x="624933" y="273053"/>
                    <a:pt x="611984" y="265176"/>
                  </a:cubicBezTo>
                  <a:cubicBezTo>
                    <a:pt x="599290" y="257051"/>
                    <a:pt x="589388" y="245621"/>
                    <a:pt x="582279" y="230886"/>
                  </a:cubicBezTo>
                  <a:cubicBezTo>
                    <a:pt x="575424" y="215903"/>
                    <a:pt x="571997" y="198377"/>
                    <a:pt x="571997" y="178308"/>
                  </a:cubicBezTo>
                  <a:cubicBezTo>
                    <a:pt x="571997" y="158239"/>
                    <a:pt x="575552" y="140713"/>
                    <a:pt x="582660" y="125730"/>
                  </a:cubicBezTo>
                  <a:cubicBezTo>
                    <a:pt x="589769" y="110747"/>
                    <a:pt x="599671" y="99060"/>
                    <a:pt x="612365" y="90678"/>
                  </a:cubicBezTo>
                  <a:cubicBezTo>
                    <a:pt x="625313" y="82296"/>
                    <a:pt x="640166" y="78105"/>
                    <a:pt x="656923" y="78105"/>
                  </a:cubicBezTo>
                  <a:cubicBezTo>
                    <a:pt x="674441" y="78105"/>
                    <a:pt x="689294" y="82420"/>
                    <a:pt x="701481" y="91059"/>
                  </a:cubicBezTo>
                  <a:cubicBezTo>
                    <a:pt x="713667" y="99698"/>
                    <a:pt x="721919" y="112014"/>
                    <a:pt x="726235" y="128016"/>
                  </a:cubicBezTo>
                  <a:lnTo>
                    <a:pt x="721665" y="131064"/>
                  </a:lnTo>
                  <a:lnTo>
                    <a:pt x="721665" y="82677"/>
                  </a:lnTo>
                  <a:lnTo>
                    <a:pt x="752132" y="82677"/>
                  </a:lnTo>
                  <a:lnTo>
                    <a:pt x="752132" y="274320"/>
                  </a:lnTo>
                  <a:lnTo>
                    <a:pt x="721665" y="274320"/>
                  </a:lnTo>
                  <a:lnTo>
                    <a:pt x="721665" y="224790"/>
                  </a:lnTo>
                  <a:lnTo>
                    <a:pt x="726235" y="227076"/>
                  </a:lnTo>
                  <a:cubicBezTo>
                    <a:pt x="721919" y="243078"/>
                    <a:pt x="713667" y="255394"/>
                    <a:pt x="701481" y="264033"/>
                  </a:cubicBezTo>
                  <a:cubicBezTo>
                    <a:pt x="689294" y="272672"/>
                    <a:pt x="674441" y="276987"/>
                    <a:pt x="656923" y="276987"/>
                  </a:cubicBezTo>
                  <a:close/>
                  <a:moveTo>
                    <a:pt x="663016" y="251460"/>
                  </a:moveTo>
                  <a:cubicBezTo>
                    <a:pt x="681805" y="251460"/>
                    <a:pt x="696276" y="245107"/>
                    <a:pt x="706431" y="232410"/>
                  </a:cubicBezTo>
                  <a:cubicBezTo>
                    <a:pt x="716587" y="219456"/>
                    <a:pt x="721665" y="201168"/>
                    <a:pt x="721665" y="177546"/>
                  </a:cubicBezTo>
                  <a:cubicBezTo>
                    <a:pt x="721665" y="153924"/>
                    <a:pt x="716461" y="135760"/>
                    <a:pt x="706051" y="123063"/>
                  </a:cubicBezTo>
                  <a:cubicBezTo>
                    <a:pt x="695896" y="110366"/>
                    <a:pt x="681550" y="104013"/>
                    <a:pt x="663016" y="104013"/>
                  </a:cubicBezTo>
                  <a:cubicBezTo>
                    <a:pt x="644229" y="104013"/>
                    <a:pt x="629503" y="110614"/>
                    <a:pt x="618839" y="123825"/>
                  </a:cubicBezTo>
                  <a:cubicBezTo>
                    <a:pt x="608430" y="136779"/>
                    <a:pt x="603225" y="154943"/>
                    <a:pt x="603225" y="178308"/>
                  </a:cubicBezTo>
                  <a:cubicBezTo>
                    <a:pt x="603225" y="201673"/>
                    <a:pt x="608430" y="219713"/>
                    <a:pt x="618839" y="232410"/>
                  </a:cubicBezTo>
                  <a:cubicBezTo>
                    <a:pt x="629503" y="245107"/>
                    <a:pt x="644229" y="251460"/>
                    <a:pt x="663016" y="251460"/>
                  </a:cubicBezTo>
                  <a:close/>
                  <a:moveTo>
                    <a:pt x="811774" y="274320"/>
                  </a:moveTo>
                  <a:lnTo>
                    <a:pt x="811774" y="136398"/>
                  </a:lnTo>
                  <a:cubicBezTo>
                    <a:pt x="811774" y="127511"/>
                    <a:pt x="811520" y="118615"/>
                    <a:pt x="811013" y="109728"/>
                  </a:cubicBezTo>
                  <a:cubicBezTo>
                    <a:pt x="810758" y="100584"/>
                    <a:pt x="809997" y="91564"/>
                    <a:pt x="808728" y="82677"/>
                  </a:cubicBezTo>
                  <a:lnTo>
                    <a:pt x="838052" y="82677"/>
                  </a:lnTo>
                  <a:lnTo>
                    <a:pt x="842241" y="129921"/>
                  </a:lnTo>
                  <a:lnTo>
                    <a:pt x="838052" y="128778"/>
                  </a:lnTo>
                  <a:cubicBezTo>
                    <a:pt x="841606" y="112014"/>
                    <a:pt x="849223" y="99441"/>
                    <a:pt x="860902" y="91059"/>
                  </a:cubicBezTo>
                  <a:cubicBezTo>
                    <a:pt x="872835" y="82420"/>
                    <a:pt x="886164" y="78105"/>
                    <a:pt x="900890" y="78105"/>
                  </a:cubicBezTo>
                  <a:cubicBezTo>
                    <a:pt x="904191" y="78105"/>
                    <a:pt x="907237" y="78362"/>
                    <a:pt x="910030" y="78867"/>
                  </a:cubicBezTo>
                  <a:cubicBezTo>
                    <a:pt x="913076" y="79124"/>
                    <a:pt x="915869" y="79629"/>
                    <a:pt x="918408" y="80391"/>
                  </a:cubicBezTo>
                  <a:lnTo>
                    <a:pt x="917646" y="108585"/>
                  </a:lnTo>
                  <a:cubicBezTo>
                    <a:pt x="911807" y="106556"/>
                    <a:pt x="905079" y="105537"/>
                    <a:pt x="897462" y="105537"/>
                  </a:cubicBezTo>
                  <a:cubicBezTo>
                    <a:pt x="884260" y="105537"/>
                    <a:pt x="873596" y="108461"/>
                    <a:pt x="865472" y="114300"/>
                  </a:cubicBezTo>
                  <a:cubicBezTo>
                    <a:pt x="857601" y="120139"/>
                    <a:pt x="851762" y="127635"/>
                    <a:pt x="847954" y="136779"/>
                  </a:cubicBezTo>
                  <a:cubicBezTo>
                    <a:pt x="844399" y="145666"/>
                    <a:pt x="842622" y="155067"/>
                    <a:pt x="842622" y="164973"/>
                  </a:cubicBezTo>
                  <a:lnTo>
                    <a:pt x="842622" y="274320"/>
                  </a:lnTo>
                  <a:lnTo>
                    <a:pt x="811774" y="274320"/>
                  </a:lnTo>
                  <a:close/>
                  <a:moveTo>
                    <a:pt x="937959" y="107061"/>
                  </a:moveTo>
                  <a:lnTo>
                    <a:pt x="937959" y="82677"/>
                  </a:lnTo>
                  <a:lnTo>
                    <a:pt x="1060969" y="82677"/>
                  </a:lnTo>
                  <a:lnTo>
                    <a:pt x="1060969" y="107061"/>
                  </a:lnTo>
                  <a:lnTo>
                    <a:pt x="937959" y="107061"/>
                  </a:lnTo>
                  <a:close/>
                  <a:moveTo>
                    <a:pt x="1060207" y="246888"/>
                  </a:moveTo>
                  <a:lnTo>
                    <a:pt x="1060207" y="273177"/>
                  </a:lnTo>
                  <a:cubicBezTo>
                    <a:pt x="1055894" y="274444"/>
                    <a:pt x="1051582" y="275339"/>
                    <a:pt x="1047259" y="275844"/>
                  </a:cubicBezTo>
                  <a:cubicBezTo>
                    <a:pt x="1043203" y="276606"/>
                    <a:pt x="1038633" y="276987"/>
                    <a:pt x="1033549" y="276987"/>
                  </a:cubicBezTo>
                  <a:cubicBezTo>
                    <a:pt x="1015783" y="276987"/>
                    <a:pt x="1001559" y="271910"/>
                    <a:pt x="990895" y="261747"/>
                  </a:cubicBezTo>
                  <a:cubicBezTo>
                    <a:pt x="980489" y="251584"/>
                    <a:pt x="975281" y="236344"/>
                    <a:pt x="975281" y="216027"/>
                  </a:cubicBezTo>
                  <a:lnTo>
                    <a:pt x="975281" y="33528"/>
                  </a:lnTo>
                  <a:lnTo>
                    <a:pt x="1006129" y="22479"/>
                  </a:lnTo>
                  <a:lnTo>
                    <a:pt x="1006129" y="211836"/>
                  </a:lnTo>
                  <a:cubicBezTo>
                    <a:pt x="1006129" y="221999"/>
                    <a:pt x="1007528" y="229867"/>
                    <a:pt x="1010318" y="235458"/>
                  </a:cubicBezTo>
                  <a:cubicBezTo>
                    <a:pt x="1013365" y="241049"/>
                    <a:pt x="1017430" y="244983"/>
                    <a:pt x="1022505" y="247269"/>
                  </a:cubicBezTo>
                  <a:cubicBezTo>
                    <a:pt x="1027589" y="249298"/>
                    <a:pt x="1033301" y="250317"/>
                    <a:pt x="1039642" y="250317"/>
                  </a:cubicBezTo>
                  <a:cubicBezTo>
                    <a:pt x="1043451" y="250317"/>
                    <a:pt x="1046878" y="250060"/>
                    <a:pt x="1049925" y="249555"/>
                  </a:cubicBezTo>
                  <a:cubicBezTo>
                    <a:pt x="1052972" y="249050"/>
                    <a:pt x="1056399" y="248155"/>
                    <a:pt x="1060207" y="2468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30"/>
            <p:cNvSpPr/>
            <p:nvPr/>
          </p:nvSpPr>
          <p:spPr>
            <a:xfrm>
              <a:off x="2533419" y="6030637"/>
              <a:ext cx="1481153" cy="357758"/>
            </a:xfrm>
            <a:custGeom>
              <a:rect b="b" l="l" r="r" t="t"/>
              <a:pathLst>
                <a:path extrusionOk="0" h="357758" w="1481153">
                  <a:moveTo>
                    <a:pt x="0" y="272796"/>
                  </a:moveTo>
                  <a:lnTo>
                    <a:pt x="0" y="1524"/>
                  </a:lnTo>
                  <a:lnTo>
                    <a:pt x="31228" y="1524"/>
                  </a:lnTo>
                  <a:lnTo>
                    <a:pt x="31228" y="246126"/>
                  </a:lnTo>
                  <a:lnTo>
                    <a:pt x="167187" y="246126"/>
                  </a:lnTo>
                  <a:lnTo>
                    <a:pt x="167187" y="272796"/>
                  </a:lnTo>
                  <a:lnTo>
                    <a:pt x="0" y="272796"/>
                  </a:lnTo>
                  <a:close/>
                  <a:moveTo>
                    <a:pt x="282561" y="275463"/>
                  </a:moveTo>
                  <a:cubicBezTo>
                    <a:pt x="264281" y="275463"/>
                    <a:pt x="248285" y="271396"/>
                    <a:pt x="234576" y="263271"/>
                  </a:cubicBezTo>
                  <a:cubicBezTo>
                    <a:pt x="221113" y="255146"/>
                    <a:pt x="210583" y="243716"/>
                    <a:pt x="202966" y="228981"/>
                  </a:cubicBezTo>
                  <a:cubicBezTo>
                    <a:pt x="195597" y="213998"/>
                    <a:pt x="191922" y="196339"/>
                    <a:pt x="191922" y="176022"/>
                  </a:cubicBezTo>
                  <a:cubicBezTo>
                    <a:pt x="191922" y="155953"/>
                    <a:pt x="195597" y="138427"/>
                    <a:pt x="202966" y="123444"/>
                  </a:cubicBezTo>
                  <a:cubicBezTo>
                    <a:pt x="210583" y="108461"/>
                    <a:pt x="221113" y="96898"/>
                    <a:pt x="234576" y="88773"/>
                  </a:cubicBezTo>
                  <a:cubicBezTo>
                    <a:pt x="248285" y="80648"/>
                    <a:pt x="264281" y="76581"/>
                    <a:pt x="282561" y="76581"/>
                  </a:cubicBezTo>
                  <a:cubicBezTo>
                    <a:pt x="300841" y="76581"/>
                    <a:pt x="316703" y="80648"/>
                    <a:pt x="330165" y="88773"/>
                  </a:cubicBezTo>
                  <a:cubicBezTo>
                    <a:pt x="343875" y="96898"/>
                    <a:pt x="354405" y="108461"/>
                    <a:pt x="361774" y="123444"/>
                  </a:cubicBezTo>
                  <a:cubicBezTo>
                    <a:pt x="369391" y="138427"/>
                    <a:pt x="373199" y="155953"/>
                    <a:pt x="373199" y="176022"/>
                  </a:cubicBezTo>
                  <a:cubicBezTo>
                    <a:pt x="373199" y="196339"/>
                    <a:pt x="369391" y="213998"/>
                    <a:pt x="361774" y="228981"/>
                  </a:cubicBezTo>
                  <a:cubicBezTo>
                    <a:pt x="354405" y="243716"/>
                    <a:pt x="343875" y="255146"/>
                    <a:pt x="330165" y="263271"/>
                  </a:cubicBezTo>
                  <a:cubicBezTo>
                    <a:pt x="316703" y="271396"/>
                    <a:pt x="300841" y="275463"/>
                    <a:pt x="282561" y="275463"/>
                  </a:cubicBezTo>
                  <a:close/>
                  <a:moveTo>
                    <a:pt x="282561" y="249936"/>
                  </a:moveTo>
                  <a:cubicBezTo>
                    <a:pt x="301345" y="249936"/>
                    <a:pt x="315817" y="243716"/>
                    <a:pt x="325976" y="231267"/>
                  </a:cubicBezTo>
                  <a:cubicBezTo>
                    <a:pt x="336382" y="218570"/>
                    <a:pt x="341590" y="200149"/>
                    <a:pt x="341590" y="176022"/>
                  </a:cubicBezTo>
                  <a:cubicBezTo>
                    <a:pt x="341590" y="152400"/>
                    <a:pt x="336382" y="134236"/>
                    <a:pt x="325976" y="121539"/>
                  </a:cubicBezTo>
                  <a:cubicBezTo>
                    <a:pt x="315560" y="108842"/>
                    <a:pt x="301088" y="102489"/>
                    <a:pt x="282561" y="102489"/>
                  </a:cubicBezTo>
                  <a:cubicBezTo>
                    <a:pt x="264024" y="102489"/>
                    <a:pt x="249428" y="108842"/>
                    <a:pt x="238765" y="121539"/>
                  </a:cubicBezTo>
                  <a:cubicBezTo>
                    <a:pt x="228349" y="134236"/>
                    <a:pt x="223150" y="152400"/>
                    <a:pt x="223150" y="176022"/>
                  </a:cubicBezTo>
                  <a:cubicBezTo>
                    <a:pt x="223150" y="200149"/>
                    <a:pt x="228225" y="218570"/>
                    <a:pt x="238384" y="231267"/>
                  </a:cubicBezTo>
                  <a:cubicBezTo>
                    <a:pt x="248790" y="243716"/>
                    <a:pt x="263519" y="249936"/>
                    <a:pt x="282561" y="249936"/>
                  </a:cubicBezTo>
                  <a:close/>
                  <a:moveTo>
                    <a:pt x="505445" y="357759"/>
                  </a:moveTo>
                  <a:cubicBezTo>
                    <a:pt x="476501" y="357759"/>
                    <a:pt x="451366" y="351158"/>
                    <a:pt x="430039" y="337947"/>
                  </a:cubicBezTo>
                  <a:lnTo>
                    <a:pt x="435371" y="312801"/>
                  </a:lnTo>
                  <a:cubicBezTo>
                    <a:pt x="447310" y="319659"/>
                    <a:pt x="458602" y="324612"/>
                    <a:pt x="469265" y="327660"/>
                  </a:cubicBezTo>
                  <a:cubicBezTo>
                    <a:pt x="479929" y="330708"/>
                    <a:pt x="491992" y="332232"/>
                    <a:pt x="505445" y="332232"/>
                  </a:cubicBezTo>
                  <a:cubicBezTo>
                    <a:pt x="523725" y="332232"/>
                    <a:pt x="537568" y="327279"/>
                    <a:pt x="546955" y="317373"/>
                  </a:cubicBezTo>
                  <a:cubicBezTo>
                    <a:pt x="556610" y="307724"/>
                    <a:pt x="561427" y="293246"/>
                    <a:pt x="561427" y="273939"/>
                  </a:cubicBezTo>
                  <a:lnTo>
                    <a:pt x="561427" y="222123"/>
                  </a:lnTo>
                  <a:lnTo>
                    <a:pt x="565617" y="217170"/>
                  </a:lnTo>
                  <a:cubicBezTo>
                    <a:pt x="562570" y="227333"/>
                    <a:pt x="557752" y="236220"/>
                    <a:pt x="551145" y="243840"/>
                  </a:cubicBezTo>
                  <a:cubicBezTo>
                    <a:pt x="544804" y="251203"/>
                    <a:pt x="536930" y="256918"/>
                    <a:pt x="527533" y="260985"/>
                  </a:cubicBezTo>
                  <a:cubicBezTo>
                    <a:pt x="518145" y="265052"/>
                    <a:pt x="507482" y="267081"/>
                    <a:pt x="495543" y="267081"/>
                  </a:cubicBezTo>
                  <a:cubicBezTo>
                    <a:pt x="478539" y="267081"/>
                    <a:pt x="463553" y="263147"/>
                    <a:pt x="450604" y="255270"/>
                  </a:cubicBezTo>
                  <a:cubicBezTo>
                    <a:pt x="437913" y="247145"/>
                    <a:pt x="427888" y="235963"/>
                    <a:pt x="420518" y="221742"/>
                  </a:cubicBezTo>
                  <a:cubicBezTo>
                    <a:pt x="413416" y="207521"/>
                    <a:pt x="409855" y="190881"/>
                    <a:pt x="409855" y="171831"/>
                  </a:cubicBezTo>
                  <a:cubicBezTo>
                    <a:pt x="409855" y="152781"/>
                    <a:pt x="413416" y="136141"/>
                    <a:pt x="420518" y="121920"/>
                  </a:cubicBezTo>
                  <a:cubicBezTo>
                    <a:pt x="427888" y="107699"/>
                    <a:pt x="437913" y="96650"/>
                    <a:pt x="450604" y="88773"/>
                  </a:cubicBezTo>
                  <a:cubicBezTo>
                    <a:pt x="463553" y="80648"/>
                    <a:pt x="478539" y="76581"/>
                    <a:pt x="495543" y="76581"/>
                  </a:cubicBezTo>
                  <a:cubicBezTo>
                    <a:pt x="513318" y="76581"/>
                    <a:pt x="528295" y="81029"/>
                    <a:pt x="540481" y="89916"/>
                  </a:cubicBezTo>
                  <a:cubicBezTo>
                    <a:pt x="552925" y="98555"/>
                    <a:pt x="561304" y="110747"/>
                    <a:pt x="565617" y="126492"/>
                  </a:cubicBezTo>
                  <a:lnTo>
                    <a:pt x="561047" y="122301"/>
                  </a:lnTo>
                  <a:lnTo>
                    <a:pt x="561047" y="81153"/>
                  </a:lnTo>
                  <a:lnTo>
                    <a:pt x="591894" y="81153"/>
                  </a:lnTo>
                  <a:lnTo>
                    <a:pt x="591894" y="271272"/>
                  </a:lnTo>
                  <a:cubicBezTo>
                    <a:pt x="591894" y="299971"/>
                    <a:pt x="584535" y="321564"/>
                    <a:pt x="569806" y="336042"/>
                  </a:cubicBezTo>
                  <a:cubicBezTo>
                    <a:pt x="555334" y="350520"/>
                    <a:pt x="533883" y="357759"/>
                    <a:pt x="505445" y="357759"/>
                  </a:cubicBezTo>
                  <a:close/>
                  <a:moveTo>
                    <a:pt x="501636" y="241173"/>
                  </a:moveTo>
                  <a:cubicBezTo>
                    <a:pt x="520173" y="241173"/>
                    <a:pt x="534645" y="235077"/>
                    <a:pt x="545051" y="222885"/>
                  </a:cubicBezTo>
                  <a:cubicBezTo>
                    <a:pt x="555715" y="210436"/>
                    <a:pt x="561047" y="193424"/>
                    <a:pt x="561047" y="171831"/>
                  </a:cubicBezTo>
                  <a:cubicBezTo>
                    <a:pt x="561047" y="150238"/>
                    <a:pt x="555715" y="133350"/>
                    <a:pt x="545051" y="121158"/>
                  </a:cubicBezTo>
                  <a:cubicBezTo>
                    <a:pt x="534645" y="108709"/>
                    <a:pt x="520173" y="102489"/>
                    <a:pt x="501636" y="102489"/>
                  </a:cubicBezTo>
                  <a:cubicBezTo>
                    <a:pt x="482851" y="102489"/>
                    <a:pt x="467999" y="108709"/>
                    <a:pt x="457079" y="121158"/>
                  </a:cubicBezTo>
                  <a:cubicBezTo>
                    <a:pt x="446415" y="133350"/>
                    <a:pt x="441083" y="150238"/>
                    <a:pt x="441083" y="171831"/>
                  </a:cubicBezTo>
                  <a:cubicBezTo>
                    <a:pt x="441083" y="193672"/>
                    <a:pt x="446415" y="210693"/>
                    <a:pt x="457079" y="222885"/>
                  </a:cubicBezTo>
                  <a:cubicBezTo>
                    <a:pt x="467999" y="235077"/>
                    <a:pt x="482851" y="241173"/>
                    <a:pt x="501636" y="241173"/>
                  </a:cubicBezTo>
                  <a:close/>
                  <a:moveTo>
                    <a:pt x="651124" y="272796"/>
                  </a:moveTo>
                  <a:lnTo>
                    <a:pt x="651124" y="81153"/>
                  </a:lnTo>
                  <a:lnTo>
                    <a:pt x="681971" y="81153"/>
                  </a:lnTo>
                  <a:lnTo>
                    <a:pt x="681971" y="272796"/>
                  </a:lnTo>
                  <a:lnTo>
                    <a:pt x="651124" y="272796"/>
                  </a:lnTo>
                  <a:close/>
                  <a:moveTo>
                    <a:pt x="648077" y="0"/>
                  </a:moveTo>
                  <a:lnTo>
                    <a:pt x="685780" y="0"/>
                  </a:lnTo>
                  <a:lnTo>
                    <a:pt x="685780" y="35052"/>
                  </a:lnTo>
                  <a:lnTo>
                    <a:pt x="648077" y="35052"/>
                  </a:lnTo>
                  <a:lnTo>
                    <a:pt x="648077" y="0"/>
                  </a:lnTo>
                  <a:close/>
                  <a:moveTo>
                    <a:pt x="806609" y="275463"/>
                  </a:moveTo>
                  <a:cubicBezTo>
                    <a:pt x="774371" y="275463"/>
                    <a:pt x="748856" y="267205"/>
                    <a:pt x="730061" y="250698"/>
                  </a:cubicBezTo>
                  <a:lnTo>
                    <a:pt x="740344" y="227838"/>
                  </a:lnTo>
                  <a:cubicBezTo>
                    <a:pt x="750502" y="235715"/>
                    <a:pt x="760909" y="241554"/>
                    <a:pt x="771572" y="245364"/>
                  </a:cubicBezTo>
                  <a:cubicBezTo>
                    <a:pt x="782493" y="248917"/>
                    <a:pt x="794556" y="250698"/>
                    <a:pt x="807751" y="250698"/>
                  </a:cubicBezTo>
                  <a:cubicBezTo>
                    <a:pt x="822223" y="250698"/>
                    <a:pt x="833144" y="248288"/>
                    <a:pt x="840503" y="243459"/>
                  </a:cubicBezTo>
                  <a:cubicBezTo>
                    <a:pt x="848120" y="238382"/>
                    <a:pt x="851929" y="231143"/>
                    <a:pt x="851929" y="221742"/>
                  </a:cubicBezTo>
                  <a:cubicBezTo>
                    <a:pt x="851929" y="214122"/>
                    <a:pt x="849396" y="208150"/>
                    <a:pt x="844312" y="203835"/>
                  </a:cubicBezTo>
                  <a:cubicBezTo>
                    <a:pt x="839237" y="199263"/>
                    <a:pt x="830859" y="195577"/>
                    <a:pt x="819177" y="192786"/>
                  </a:cubicBezTo>
                  <a:lnTo>
                    <a:pt x="786806" y="185166"/>
                  </a:lnTo>
                  <a:cubicBezTo>
                    <a:pt x="770811" y="181613"/>
                    <a:pt x="758376" y="175260"/>
                    <a:pt x="749484" y="166116"/>
                  </a:cubicBezTo>
                  <a:cubicBezTo>
                    <a:pt x="740858" y="156972"/>
                    <a:pt x="736535" y="146047"/>
                    <a:pt x="736535" y="133350"/>
                  </a:cubicBezTo>
                  <a:cubicBezTo>
                    <a:pt x="736535" y="122177"/>
                    <a:pt x="739582" y="112395"/>
                    <a:pt x="745675" y="104013"/>
                  </a:cubicBezTo>
                  <a:cubicBezTo>
                    <a:pt x="751769" y="95374"/>
                    <a:pt x="760280" y="88649"/>
                    <a:pt x="771191" y="83820"/>
                  </a:cubicBezTo>
                  <a:cubicBezTo>
                    <a:pt x="782112" y="78991"/>
                    <a:pt x="795060" y="76581"/>
                    <a:pt x="810037" y="76581"/>
                  </a:cubicBezTo>
                  <a:cubicBezTo>
                    <a:pt x="823499" y="76581"/>
                    <a:pt x="836190" y="78743"/>
                    <a:pt x="848120" y="83058"/>
                  </a:cubicBezTo>
                  <a:cubicBezTo>
                    <a:pt x="860059" y="87373"/>
                    <a:pt x="870085" y="93602"/>
                    <a:pt x="878206" y="101727"/>
                  </a:cubicBezTo>
                  <a:lnTo>
                    <a:pt x="867924" y="124206"/>
                  </a:lnTo>
                  <a:cubicBezTo>
                    <a:pt x="858784" y="116586"/>
                    <a:pt x="849396" y="110995"/>
                    <a:pt x="839742" y="107442"/>
                  </a:cubicBezTo>
                  <a:cubicBezTo>
                    <a:pt x="830354" y="103632"/>
                    <a:pt x="820452" y="101727"/>
                    <a:pt x="810037" y="101727"/>
                  </a:cubicBezTo>
                  <a:cubicBezTo>
                    <a:pt x="796327" y="101727"/>
                    <a:pt x="785663" y="104394"/>
                    <a:pt x="778046" y="109728"/>
                  </a:cubicBezTo>
                  <a:cubicBezTo>
                    <a:pt x="770687" y="115062"/>
                    <a:pt x="767002" y="122301"/>
                    <a:pt x="767002" y="131445"/>
                  </a:cubicBezTo>
                  <a:cubicBezTo>
                    <a:pt x="767002" y="139322"/>
                    <a:pt x="769287" y="145542"/>
                    <a:pt x="773857" y="150114"/>
                  </a:cubicBezTo>
                  <a:cubicBezTo>
                    <a:pt x="778684" y="154686"/>
                    <a:pt x="786301" y="158239"/>
                    <a:pt x="796708" y="160782"/>
                  </a:cubicBezTo>
                  <a:lnTo>
                    <a:pt x="829078" y="168783"/>
                  </a:lnTo>
                  <a:cubicBezTo>
                    <a:pt x="847111" y="172593"/>
                    <a:pt x="860307" y="178946"/>
                    <a:pt x="868685" y="187833"/>
                  </a:cubicBezTo>
                  <a:cubicBezTo>
                    <a:pt x="877321" y="196472"/>
                    <a:pt x="881634" y="207521"/>
                    <a:pt x="881634" y="220980"/>
                  </a:cubicBezTo>
                  <a:cubicBezTo>
                    <a:pt x="881634" y="237487"/>
                    <a:pt x="874912" y="250698"/>
                    <a:pt x="861449" y="260604"/>
                  </a:cubicBezTo>
                  <a:cubicBezTo>
                    <a:pt x="847996" y="270510"/>
                    <a:pt x="829716" y="275463"/>
                    <a:pt x="806609" y="275463"/>
                  </a:cubicBezTo>
                  <a:close/>
                  <a:moveTo>
                    <a:pt x="901904" y="105537"/>
                  </a:moveTo>
                  <a:lnTo>
                    <a:pt x="901904" y="81153"/>
                  </a:lnTo>
                  <a:lnTo>
                    <a:pt x="1024913" y="81153"/>
                  </a:lnTo>
                  <a:lnTo>
                    <a:pt x="1024913" y="105537"/>
                  </a:lnTo>
                  <a:lnTo>
                    <a:pt x="901904" y="105537"/>
                  </a:lnTo>
                  <a:close/>
                  <a:moveTo>
                    <a:pt x="1024152" y="245364"/>
                  </a:moveTo>
                  <a:lnTo>
                    <a:pt x="1024152" y="271653"/>
                  </a:lnTo>
                  <a:cubicBezTo>
                    <a:pt x="1019829" y="272920"/>
                    <a:pt x="1015516" y="273815"/>
                    <a:pt x="1011203" y="274320"/>
                  </a:cubicBezTo>
                  <a:cubicBezTo>
                    <a:pt x="1007138" y="275082"/>
                    <a:pt x="1002568" y="275463"/>
                    <a:pt x="997493" y="275463"/>
                  </a:cubicBezTo>
                  <a:cubicBezTo>
                    <a:pt x="979718" y="275463"/>
                    <a:pt x="965503" y="270386"/>
                    <a:pt x="954840" y="260223"/>
                  </a:cubicBezTo>
                  <a:cubicBezTo>
                    <a:pt x="944424" y="250060"/>
                    <a:pt x="939226" y="234820"/>
                    <a:pt x="939226" y="214503"/>
                  </a:cubicBezTo>
                  <a:lnTo>
                    <a:pt x="939226" y="32004"/>
                  </a:lnTo>
                  <a:lnTo>
                    <a:pt x="970073" y="20955"/>
                  </a:lnTo>
                  <a:lnTo>
                    <a:pt x="970073" y="210312"/>
                  </a:lnTo>
                  <a:cubicBezTo>
                    <a:pt x="970073" y="220475"/>
                    <a:pt x="971463" y="228343"/>
                    <a:pt x="974262" y="233934"/>
                  </a:cubicBezTo>
                  <a:cubicBezTo>
                    <a:pt x="977309" y="239525"/>
                    <a:pt x="981365" y="243459"/>
                    <a:pt x="986449" y="245745"/>
                  </a:cubicBezTo>
                  <a:cubicBezTo>
                    <a:pt x="991524" y="247774"/>
                    <a:pt x="997236" y="248793"/>
                    <a:pt x="1003587" y="248793"/>
                  </a:cubicBezTo>
                  <a:cubicBezTo>
                    <a:pt x="1007395" y="248793"/>
                    <a:pt x="1010822" y="248536"/>
                    <a:pt x="1013869" y="248031"/>
                  </a:cubicBezTo>
                  <a:cubicBezTo>
                    <a:pt x="1016916" y="247526"/>
                    <a:pt x="1020343" y="246631"/>
                    <a:pt x="1024152" y="245364"/>
                  </a:cubicBezTo>
                  <a:close/>
                  <a:moveTo>
                    <a:pt x="1062083" y="272796"/>
                  </a:moveTo>
                  <a:lnTo>
                    <a:pt x="1062083" y="81153"/>
                  </a:lnTo>
                  <a:lnTo>
                    <a:pt x="1092931" y="81153"/>
                  </a:lnTo>
                  <a:lnTo>
                    <a:pt x="1092931" y="272796"/>
                  </a:lnTo>
                  <a:lnTo>
                    <a:pt x="1062083" y="272796"/>
                  </a:lnTo>
                  <a:close/>
                  <a:moveTo>
                    <a:pt x="1059036" y="0"/>
                  </a:moveTo>
                  <a:lnTo>
                    <a:pt x="1096739" y="0"/>
                  </a:lnTo>
                  <a:lnTo>
                    <a:pt x="1096739" y="35052"/>
                  </a:lnTo>
                  <a:lnTo>
                    <a:pt x="1059036" y="35052"/>
                  </a:lnTo>
                  <a:lnTo>
                    <a:pt x="1059036" y="0"/>
                  </a:lnTo>
                  <a:close/>
                  <a:moveTo>
                    <a:pt x="1233183" y="275463"/>
                  </a:moveTo>
                  <a:cubicBezTo>
                    <a:pt x="1214398" y="275463"/>
                    <a:pt x="1198146" y="271396"/>
                    <a:pt x="1184436" y="263271"/>
                  </a:cubicBezTo>
                  <a:cubicBezTo>
                    <a:pt x="1170726" y="255146"/>
                    <a:pt x="1160062" y="243716"/>
                    <a:pt x="1152446" y="228981"/>
                  </a:cubicBezTo>
                  <a:cubicBezTo>
                    <a:pt x="1145086" y="214246"/>
                    <a:pt x="1141401" y="196853"/>
                    <a:pt x="1141401" y="176784"/>
                  </a:cubicBezTo>
                  <a:cubicBezTo>
                    <a:pt x="1141401" y="156972"/>
                    <a:pt x="1145210" y="139570"/>
                    <a:pt x="1152827" y="124587"/>
                  </a:cubicBezTo>
                  <a:cubicBezTo>
                    <a:pt x="1160443" y="109347"/>
                    <a:pt x="1171240" y="97536"/>
                    <a:pt x="1185197" y="89154"/>
                  </a:cubicBezTo>
                  <a:cubicBezTo>
                    <a:pt x="1199165" y="80772"/>
                    <a:pt x="1215664" y="76581"/>
                    <a:pt x="1234706" y="76581"/>
                  </a:cubicBezTo>
                  <a:cubicBezTo>
                    <a:pt x="1247654" y="76581"/>
                    <a:pt x="1260098" y="78867"/>
                    <a:pt x="1272028" y="83439"/>
                  </a:cubicBezTo>
                  <a:cubicBezTo>
                    <a:pt x="1284215" y="87754"/>
                    <a:pt x="1294250" y="93850"/>
                    <a:pt x="1302114" y="101727"/>
                  </a:cubicBezTo>
                  <a:lnTo>
                    <a:pt x="1291831" y="124587"/>
                  </a:lnTo>
                  <a:cubicBezTo>
                    <a:pt x="1282444" y="117224"/>
                    <a:pt x="1273170" y="111757"/>
                    <a:pt x="1264030" y="108204"/>
                  </a:cubicBezTo>
                  <a:cubicBezTo>
                    <a:pt x="1255148" y="104394"/>
                    <a:pt x="1245884" y="102489"/>
                    <a:pt x="1236230" y="102489"/>
                  </a:cubicBezTo>
                  <a:cubicBezTo>
                    <a:pt x="1216940" y="102489"/>
                    <a:pt x="1201573" y="108966"/>
                    <a:pt x="1190148" y="121920"/>
                  </a:cubicBezTo>
                  <a:cubicBezTo>
                    <a:pt x="1178980" y="134874"/>
                    <a:pt x="1173392" y="153162"/>
                    <a:pt x="1173392" y="176784"/>
                  </a:cubicBezTo>
                  <a:cubicBezTo>
                    <a:pt x="1173392" y="200149"/>
                    <a:pt x="1178980" y="218189"/>
                    <a:pt x="1190148" y="230886"/>
                  </a:cubicBezTo>
                  <a:cubicBezTo>
                    <a:pt x="1201326" y="243583"/>
                    <a:pt x="1216683" y="249936"/>
                    <a:pt x="1236230" y="249936"/>
                  </a:cubicBezTo>
                  <a:cubicBezTo>
                    <a:pt x="1245627" y="249936"/>
                    <a:pt x="1254890" y="248155"/>
                    <a:pt x="1264030" y="244602"/>
                  </a:cubicBezTo>
                  <a:cubicBezTo>
                    <a:pt x="1273170" y="240792"/>
                    <a:pt x="1282444" y="235201"/>
                    <a:pt x="1291831" y="227838"/>
                  </a:cubicBezTo>
                  <a:lnTo>
                    <a:pt x="1302114" y="250698"/>
                  </a:lnTo>
                  <a:cubicBezTo>
                    <a:pt x="1293993" y="258318"/>
                    <a:pt x="1283710" y="264414"/>
                    <a:pt x="1271266" y="268986"/>
                  </a:cubicBezTo>
                  <a:cubicBezTo>
                    <a:pt x="1259080" y="273301"/>
                    <a:pt x="1246388" y="275463"/>
                    <a:pt x="1233183" y="275463"/>
                  </a:cubicBezTo>
                  <a:close/>
                  <a:moveTo>
                    <a:pt x="1406130" y="275463"/>
                  </a:moveTo>
                  <a:cubicBezTo>
                    <a:pt x="1373882" y="275463"/>
                    <a:pt x="1348366" y="267205"/>
                    <a:pt x="1329582" y="250698"/>
                  </a:cubicBezTo>
                  <a:lnTo>
                    <a:pt x="1339864" y="227838"/>
                  </a:lnTo>
                  <a:cubicBezTo>
                    <a:pt x="1350023" y="235715"/>
                    <a:pt x="1360429" y="241554"/>
                    <a:pt x="1371093" y="245364"/>
                  </a:cubicBezTo>
                  <a:cubicBezTo>
                    <a:pt x="1382013" y="248917"/>
                    <a:pt x="1394066" y="250698"/>
                    <a:pt x="1407272" y="250698"/>
                  </a:cubicBezTo>
                  <a:cubicBezTo>
                    <a:pt x="1421744" y="250698"/>
                    <a:pt x="1432664" y="248288"/>
                    <a:pt x="1440024" y="243459"/>
                  </a:cubicBezTo>
                  <a:cubicBezTo>
                    <a:pt x="1447641" y="238382"/>
                    <a:pt x="1451449" y="231143"/>
                    <a:pt x="1451449" y="221742"/>
                  </a:cubicBezTo>
                  <a:cubicBezTo>
                    <a:pt x="1451449" y="214122"/>
                    <a:pt x="1448907" y="208150"/>
                    <a:pt x="1443832" y="203835"/>
                  </a:cubicBezTo>
                  <a:cubicBezTo>
                    <a:pt x="1438757" y="199263"/>
                    <a:pt x="1430379" y="195577"/>
                    <a:pt x="1418697" y="192786"/>
                  </a:cubicBezTo>
                  <a:lnTo>
                    <a:pt x="1386326" y="185166"/>
                  </a:lnTo>
                  <a:cubicBezTo>
                    <a:pt x="1370331" y="181613"/>
                    <a:pt x="1357887" y="175260"/>
                    <a:pt x="1349004" y="166116"/>
                  </a:cubicBezTo>
                  <a:cubicBezTo>
                    <a:pt x="1340369" y="156972"/>
                    <a:pt x="1336056" y="146047"/>
                    <a:pt x="1336056" y="133350"/>
                  </a:cubicBezTo>
                  <a:cubicBezTo>
                    <a:pt x="1336056" y="122177"/>
                    <a:pt x="1339103" y="112395"/>
                    <a:pt x="1345196" y="104013"/>
                  </a:cubicBezTo>
                  <a:cubicBezTo>
                    <a:pt x="1351289" y="95374"/>
                    <a:pt x="1359792" y="88649"/>
                    <a:pt x="1370712" y="83820"/>
                  </a:cubicBezTo>
                  <a:cubicBezTo>
                    <a:pt x="1381632" y="78991"/>
                    <a:pt x="1394581" y="76581"/>
                    <a:pt x="1409557" y="76581"/>
                  </a:cubicBezTo>
                  <a:cubicBezTo>
                    <a:pt x="1423010" y="76581"/>
                    <a:pt x="1435711" y="78743"/>
                    <a:pt x="1447641" y="83058"/>
                  </a:cubicBezTo>
                  <a:cubicBezTo>
                    <a:pt x="1459570" y="87373"/>
                    <a:pt x="1469605" y="93602"/>
                    <a:pt x="1477727" y="101727"/>
                  </a:cubicBezTo>
                  <a:lnTo>
                    <a:pt x="1467444" y="124206"/>
                  </a:lnTo>
                  <a:cubicBezTo>
                    <a:pt x="1458304" y="116586"/>
                    <a:pt x="1448907" y="110995"/>
                    <a:pt x="1439262" y="107442"/>
                  </a:cubicBezTo>
                  <a:cubicBezTo>
                    <a:pt x="1429865" y="103632"/>
                    <a:pt x="1419963" y="101727"/>
                    <a:pt x="1409557" y="101727"/>
                  </a:cubicBezTo>
                  <a:cubicBezTo>
                    <a:pt x="1395847" y="101727"/>
                    <a:pt x="1385184" y="104394"/>
                    <a:pt x="1377567" y="109728"/>
                  </a:cubicBezTo>
                  <a:cubicBezTo>
                    <a:pt x="1370207" y="115062"/>
                    <a:pt x="1366523" y="122301"/>
                    <a:pt x="1366523" y="131445"/>
                  </a:cubicBezTo>
                  <a:cubicBezTo>
                    <a:pt x="1366523" y="139322"/>
                    <a:pt x="1368808" y="145542"/>
                    <a:pt x="1373378" y="150114"/>
                  </a:cubicBezTo>
                  <a:cubicBezTo>
                    <a:pt x="1378205" y="154686"/>
                    <a:pt x="1385821" y="158239"/>
                    <a:pt x="1396228" y="160782"/>
                  </a:cubicBezTo>
                  <a:lnTo>
                    <a:pt x="1428599" y="168783"/>
                  </a:lnTo>
                  <a:cubicBezTo>
                    <a:pt x="1446622" y="172593"/>
                    <a:pt x="1459827" y="178946"/>
                    <a:pt x="1468206" y="187833"/>
                  </a:cubicBezTo>
                  <a:cubicBezTo>
                    <a:pt x="1476841" y="196472"/>
                    <a:pt x="1481154" y="207521"/>
                    <a:pt x="1481154" y="220980"/>
                  </a:cubicBezTo>
                  <a:cubicBezTo>
                    <a:pt x="1481154" y="237487"/>
                    <a:pt x="1474423" y="250698"/>
                    <a:pt x="1460970" y="260604"/>
                  </a:cubicBezTo>
                  <a:cubicBezTo>
                    <a:pt x="1447517" y="270510"/>
                    <a:pt x="1429237" y="275463"/>
                    <a:pt x="1406130" y="2754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30"/>
            <p:cNvSpPr/>
            <p:nvPr/>
          </p:nvSpPr>
          <p:spPr>
            <a:xfrm>
              <a:off x="5142141" y="6021492"/>
              <a:ext cx="1459056" cy="284607"/>
            </a:xfrm>
            <a:custGeom>
              <a:rect b="b" l="l" r="r" t="t"/>
              <a:pathLst>
                <a:path extrusionOk="0" h="284607" w="1459056">
                  <a:moveTo>
                    <a:pt x="0" y="281940"/>
                  </a:moveTo>
                  <a:lnTo>
                    <a:pt x="0" y="10668"/>
                  </a:lnTo>
                  <a:lnTo>
                    <a:pt x="108157" y="10668"/>
                  </a:lnTo>
                  <a:cubicBezTo>
                    <a:pt x="136082" y="10668"/>
                    <a:pt x="157790" y="17402"/>
                    <a:pt x="173280" y="30861"/>
                  </a:cubicBezTo>
                  <a:cubicBezTo>
                    <a:pt x="189018" y="44320"/>
                    <a:pt x="196892" y="62865"/>
                    <a:pt x="196892" y="86487"/>
                  </a:cubicBezTo>
                  <a:cubicBezTo>
                    <a:pt x="196892" y="109852"/>
                    <a:pt x="189018" y="128397"/>
                    <a:pt x="173280" y="142113"/>
                  </a:cubicBezTo>
                  <a:cubicBezTo>
                    <a:pt x="157542" y="155829"/>
                    <a:pt x="135834" y="162687"/>
                    <a:pt x="108157" y="162687"/>
                  </a:cubicBezTo>
                  <a:lnTo>
                    <a:pt x="31228" y="162687"/>
                  </a:lnTo>
                  <a:lnTo>
                    <a:pt x="31228" y="281940"/>
                  </a:lnTo>
                  <a:lnTo>
                    <a:pt x="0" y="281940"/>
                  </a:lnTo>
                  <a:close/>
                  <a:moveTo>
                    <a:pt x="31228" y="136779"/>
                  </a:moveTo>
                  <a:lnTo>
                    <a:pt x="105491" y="136779"/>
                  </a:lnTo>
                  <a:cubicBezTo>
                    <a:pt x="125552" y="136779"/>
                    <a:pt x="140652" y="132464"/>
                    <a:pt x="150811" y="123825"/>
                  </a:cubicBezTo>
                  <a:cubicBezTo>
                    <a:pt x="160970" y="114938"/>
                    <a:pt x="166045" y="102489"/>
                    <a:pt x="166045" y="86487"/>
                  </a:cubicBezTo>
                  <a:cubicBezTo>
                    <a:pt x="166045" y="70485"/>
                    <a:pt x="160970" y="58169"/>
                    <a:pt x="150811" y="49530"/>
                  </a:cubicBezTo>
                  <a:cubicBezTo>
                    <a:pt x="140652" y="40891"/>
                    <a:pt x="125552" y="36576"/>
                    <a:pt x="105491" y="36576"/>
                  </a:cubicBezTo>
                  <a:lnTo>
                    <a:pt x="31228" y="36576"/>
                  </a:lnTo>
                  <a:lnTo>
                    <a:pt x="31228" y="136779"/>
                  </a:lnTo>
                  <a:close/>
                  <a:moveTo>
                    <a:pt x="244258" y="281940"/>
                  </a:moveTo>
                  <a:lnTo>
                    <a:pt x="244258" y="1524"/>
                  </a:lnTo>
                  <a:lnTo>
                    <a:pt x="275106" y="1524"/>
                  </a:lnTo>
                  <a:lnTo>
                    <a:pt x="275106" y="281940"/>
                  </a:lnTo>
                  <a:lnTo>
                    <a:pt x="244258" y="281940"/>
                  </a:lnTo>
                  <a:close/>
                  <a:moveTo>
                    <a:pt x="408503" y="284607"/>
                  </a:moveTo>
                  <a:cubicBezTo>
                    <a:pt x="391489" y="284607"/>
                    <a:pt x="376513" y="280673"/>
                    <a:pt x="363564" y="272796"/>
                  </a:cubicBezTo>
                  <a:cubicBezTo>
                    <a:pt x="350873" y="264671"/>
                    <a:pt x="340972" y="253241"/>
                    <a:pt x="333859" y="238506"/>
                  </a:cubicBezTo>
                  <a:cubicBezTo>
                    <a:pt x="327005" y="223523"/>
                    <a:pt x="323577" y="205997"/>
                    <a:pt x="323577" y="185928"/>
                  </a:cubicBezTo>
                  <a:cubicBezTo>
                    <a:pt x="323577" y="165859"/>
                    <a:pt x="327128" y="148333"/>
                    <a:pt x="334240" y="133350"/>
                  </a:cubicBezTo>
                  <a:cubicBezTo>
                    <a:pt x="341352" y="118367"/>
                    <a:pt x="351254" y="106680"/>
                    <a:pt x="363945" y="98298"/>
                  </a:cubicBezTo>
                  <a:cubicBezTo>
                    <a:pt x="376894" y="89916"/>
                    <a:pt x="391746" y="85725"/>
                    <a:pt x="408503" y="85725"/>
                  </a:cubicBezTo>
                  <a:cubicBezTo>
                    <a:pt x="426021" y="85725"/>
                    <a:pt x="440874" y="90040"/>
                    <a:pt x="453061" y="98679"/>
                  </a:cubicBezTo>
                  <a:cubicBezTo>
                    <a:pt x="465247" y="107318"/>
                    <a:pt x="473502" y="119634"/>
                    <a:pt x="477815" y="135636"/>
                  </a:cubicBezTo>
                  <a:lnTo>
                    <a:pt x="473245" y="138684"/>
                  </a:lnTo>
                  <a:lnTo>
                    <a:pt x="473245" y="90297"/>
                  </a:lnTo>
                  <a:lnTo>
                    <a:pt x="503712" y="90297"/>
                  </a:lnTo>
                  <a:lnTo>
                    <a:pt x="503712" y="281940"/>
                  </a:lnTo>
                  <a:lnTo>
                    <a:pt x="473245" y="281940"/>
                  </a:lnTo>
                  <a:lnTo>
                    <a:pt x="473245" y="232410"/>
                  </a:lnTo>
                  <a:lnTo>
                    <a:pt x="477815" y="234696"/>
                  </a:lnTo>
                  <a:cubicBezTo>
                    <a:pt x="473502" y="250698"/>
                    <a:pt x="465247" y="263014"/>
                    <a:pt x="453061" y="271653"/>
                  </a:cubicBezTo>
                  <a:cubicBezTo>
                    <a:pt x="440874" y="280292"/>
                    <a:pt x="426021" y="284607"/>
                    <a:pt x="408503" y="284607"/>
                  </a:cubicBezTo>
                  <a:close/>
                  <a:moveTo>
                    <a:pt x="414596" y="259080"/>
                  </a:moveTo>
                  <a:cubicBezTo>
                    <a:pt x="433381" y="259080"/>
                    <a:pt x="447853" y="252727"/>
                    <a:pt x="458011" y="240030"/>
                  </a:cubicBezTo>
                  <a:cubicBezTo>
                    <a:pt x="468170" y="227076"/>
                    <a:pt x="473245" y="208788"/>
                    <a:pt x="473245" y="185166"/>
                  </a:cubicBezTo>
                  <a:cubicBezTo>
                    <a:pt x="473245" y="161544"/>
                    <a:pt x="468037" y="143380"/>
                    <a:pt x="457631" y="130683"/>
                  </a:cubicBezTo>
                  <a:cubicBezTo>
                    <a:pt x="447472" y="117986"/>
                    <a:pt x="433134" y="111633"/>
                    <a:pt x="414596" y="111633"/>
                  </a:cubicBezTo>
                  <a:cubicBezTo>
                    <a:pt x="395812" y="111633"/>
                    <a:pt x="381083" y="118234"/>
                    <a:pt x="370420" y="131445"/>
                  </a:cubicBezTo>
                  <a:cubicBezTo>
                    <a:pt x="360013" y="144399"/>
                    <a:pt x="354805" y="162563"/>
                    <a:pt x="354805" y="185928"/>
                  </a:cubicBezTo>
                  <a:cubicBezTo>
                    <a:pt x="354805" y="209293"/>
                    <a:pt x="360013" y="227333"/>
                    <a:pt x="370420" y="240030"/>
                  </a:cubicBezTo>
                  <a:cubicBezTo>
                    <a:pt x="381083" y="252727"/>
                    <a:pt x="395812" y="259080"/>
                    <a:pt x="414596" y="259080"/>
                  </a:cubicBezTo>
                  <a:close/>
                  <a:moveTo>
                    <a:pt x="536311" y="114681"/>
                  </a:moveTo>
                  <a:lnTo>
                    <a:pt x="536311" y="90297"/>
                  </a:lnTo>
                  <a:lnTo>
                    <a:pt x="659321" y="90297"/>
                  </a:lnTo>
                  <a:lnTo>
                    <a:pt x="659321" y="114681"/>
                  </a:lnTo>
                  <a:lnTo>
                    <a:pt x="536311" y="114681"/>
                  </a:lnTo>
                  <a:close/>
                  <a:moveTo>
                    <a:pt x="658560" y="254508"/>
                  </a:moveTo>
                  <a:lnTo>
                    <a:pt x="658560" y="280797"/>
                  </a:lnTo>
                  <a:cubicBezTo>
                    <a:pt x="654247" y="282064"/>
                    <a:pt x="649934" y="282959"/>
                    <a:pt x="645611" y="283464"/>
                  </a:cubicBezTo>
                  <a:cubicBezTo>
                    <a:pt x="641555" y="284226"/>
                    <a:pt x="636985" y="284607"/>
                    <a:pt x="631901" y="284607"/>
                  </a:cubicBezTo>
                  <a:cubicBezTo>
                    <a:pt x="614135" y="284607"/>
                    <a:pt x="599911" y="279530"/>
                    <a:pt x="589247" y="269367"/>
                  </a:cubicBezTo>
                  <a:cubicBezTo>
                    <a:pt x="578841" y="259204"/>
                    <a:pt x="573633" y="243964"/>
                    <a:pt x="573633" y="223647"/>
                  </a:cubicBezTo>
                  <a:lnTo>
                    <a:pt x="573633" y="41148"/>
                  </a:lnTo>
                  <a:lnTo>
                    <a:pt x="604481" y="30099"/>
                  </a:lnTo>
                  <a:lnTo>
                    <a:pt x="604481" y="219456"/>
                  </a:lnTo>
                  <a:cubicBezTo>
                    <a:pt x="604481" y="229619"/>
                    <a:pt x="605880" y="237487"/>
                    <a:pt x="608670" y="243078"/>
                  </a:cubicBezTo>
                  <a:cubicBezTo>
                    <a:pt x="611717" y="248669"/>
                    <a:pt x="615782" y="252603"/>
                    <a:pt x="620857" y="254889"/>
                  </a:cubicBezTo>
                  <a:cubicBezTo>
                    <a:pt x="625941" y="256918"/>
                    <a:pt x="631654" y="257937"/>
                    <a:pt x="637995" y="257937"/>
                  </a:cubicBezTo>
                  <a:cubicBezTo>
                    <a:pt x="641803" y="257937"/>
                    <a:pt x="645230" y="257680"/>
                    <a:pt x="648277" y="257175"/>
                  </a:cubicBezTo>
                  <a:cubicBezTo>
                    <a:pt x="651324" y="256670"/>
                    <a:pt x="654751" y="255775"/>
                    <a:pt x="658560" y="254508"/>
                  </a:cubicBezTo>
                  <a:close/>
                  <a:moveTo>
                    <a:pt x="673545" y="114681"/>
                  </a:moveTo>
                  <a:lnTo>
                    <a:pt x="673545" y="90297"/>
                  </a:lnTo>
                  <a:lnTo>
                    <a:pt x="788558" y="90297"/>
                  </a:lnTo>
                  <a:lnTo>
                    <a:pt x="788558" y="114681"/>
                  </a:lnTo>
                  <a:lnTo>
                    <a:pt x="673545" y="114681"/>
                  </a:lnTo>
                  <a:close/>
                  <a:moveTo>
                    <a:pt x="793889" y="29718"/>
                  </a:moveTo>
                  <a:cubicBezTo>
                    <a:pt x="786787" y="27689"/>
                    <a:pt x="780179" y="26670"/>
                    <a:pt x="774086" y="26670"/>
                  </a:cubicBezTo>
                  <a:cubicBezTo>
                    <a:pt x="767993" y="26670"/>
                    <a:pt x="762414" y="27813"/>
                    <a:pt x="757329" y="30099"/>
                  </a:cubicBezTo>
                  <a:cubicBezTo>
                    <a:pt x="752511" y="32128"/>
                    <a:pt x="748703" y="35938"/>
                    <a:pt x="745904" y="41529"/>
                  </a:cubicBezTo>
                  <a:cubicBezTo>
                    <a:pt x="743114" y="47120"/>
                    <a:pt x="741715" y="54864"/>
                    <a:pt x="741715" y="64770"/>
                  </a:cubicBezTo>
                  <a:lnTo>
                    <a:pt x="741715" y="281940"/>
                  </a:lnTo>
                  <a:lnTo>
                    <a:pt x="710867" y="281940"/>
                  </a:lnTo>
                  <a:lnTo>
                    <a:pt x="710867" y="60960"/>
                  </a:lnTo>
                  <a:cubicBezTo>
                    <a:pt x="710867" y="40386"/>
                    <a:pt x="715952" y="25146"/>
                    <a:pt x="726101" y="15240"/>
                  </a:cubicBezTo>
                  <a:cubicBezTo>
                    <a:pt x="736260" y="5077"/>
                    <a:pt x="750227" y="0"/>
                    <a:pt x="767993" y="0"/>
                  </a:cubicBezTo>
                  <a:cubicBezTo>
                    <a:pt x="772315" y="0"/>
                    <a:pt x="776628" y="257"/>
                    <a:pt x="780941" y="762"/>
                  </a:cubicBezTo>
                  <a:cubicBezTo>
                    <a:pt x="785263" y="1267"/>
                    <a:pt x="789576" y="2162"/>
                    <a:pt x="793889" y="3429"/>
                  </a:cubicBezTo>
                  <a:lnTo>
                    <a:pt x="793889" y="29718"/>
                  </a:lnTo>
                  <a:close/>
                  <a:moveTo>
                    <a:pt x="906255" y="284607"/>
                  </a:moveTo>
                  <a:cubicBezTo>
                    <a:pt x="887975" y="284607"/>
                    <a:pt x="871980" y="280540"/>
                    <a:pt x="858270" y="272415"/>
                  </a:cubicBezTo>
                  <a:cubicBezTo>
                    <a:pt x="844807" y="264290"/>
                    <a:pt x="834277" y="252860"/>
                    <a:pt x="826660" y="238125"/>
                  </a:cubicBezTo>
                  <a:cubicBezTo>
                    <a:pt x="819291" y="223142"/>
                    <a:pt x="815616" y="205483"/>
                    <a:pt x="815616" y="185166"/>
                  </a:cubicBezTo>
                  <a:cubicBezTo>
                    <a:pt x="815616" y="165097"/>
                    <a:pt x="819291" y="147571"/>
                    <a:pt x="826660" y="132588"/>
                  </a:cubicBezTo>
                  <a:cubicBezTo>
                    <a:pt x="834277" y="117605"/>
                    <a:pt x="844807" y="106042"/>
                    <a:pt x="858270" y="97917"/>
                  </a:cubicBezTo>
                  <a:cubicBezTo>
                    <a:pt x="871980" y="89792"/>
                    <a:pt x="887975" y="85725"/>
                    <a:pt x="906255" y="85725"/>
                  </a:cubicBezTo>
                  <a:cubicBezTo>
                    <a:pt x="924535" y="85725"/>
                    <a:pt x="940397" y="89792"/>
                    <a:pt x="953859" y="97917"/>
                  </a:cubicBezTo>
                  <a:cubicBezTo>
                    <a:pt x="967569" y="106042"/>
                    <a:pt x="978100" y="117605"/>
                    <a:pt x="985469" y="132588"/>
                  </a:cubicBezTo>
                  <a:cubicBezTo>
                    <a:pt x="993085" y="147571"/>
                    <a:pt x="996894" y="165097"/>
                    <a:pt x="996894" y="185166"/>
                  </a:cubicBezTo>
                  <a:cubicBezTo>
                    <a:pt x="996894" y="205483"/>
                    <a:pt x="993085" y="223142"/>
                    <a:pt x="985469" y="238125"/>
                  </a:cubicBezTo>
                  <a:cubicBezTo>
                    <a:pt x="978100" y="252860"/>
                    <a:pt x="967569" y="264290"/>
                    <a:pt x="953859" y="272415"/>
                  </a:cubicBezTo>
                  <a:cubicBezTo>
                    <a:pt x="940397" y="280540"/>
                    <a:pt x="924535" y="284607"/>
                    <a:pt x="906255" y="284607"/>
                  </a:cubicBezTo>
                  <a:close/>
                  <a:moveTo>
                    <a:pt x="906255" y="259080"/>
                  </a:moveTo>
                  <a:cubicBezTo>
                    <a:pt x="925040" y="259080"/>
                    <a:pt x="939511" y="252860"/>
                    <a:pt x="949670" y="240411"/>
                  </a:cubicBezTo>
                  <a:cubicBezTo>
                    <a:pt x="960076" y="227714"/>
                    <a:pt x="965284" y="209293"/>
                    <a:pt x="965284" y="185166"/>
                  </a:cubicBezTo>
                  <a:cubicBezTo>
                    <a:pt x="965284" y="161544"/>
                    <a:pt x="960076" y="143380"/>
                    <a:pt x="949670" y="130683"/>
                  </a:cubicBezTo>
                  <a:cubicBezTo>
                    <a:pt x="939254" y="117986"/>
                    <a:pt x="924782" y="111633"/>
                    <a:pt x="906255" y="111633"/>
                  </a:cubicBezTo>
                  <a:cubicBezTo>
                    <a:pt x="887717" y="111633"/>
                    <a:pt x="873122" y="117986"/>
                    <a:pt x="862459" y="130683"/>
                  </a:cubicBezTo>
                  <a:cubicBezTo>
                    <a:pt x="852043" y="143380"/>
                    <a:pt x="846845" y="161544"/>
                    <a:pt x="846845" y="185166"/>
                  </a:cubicBezTo>
                  <a:cubicBezTo>
                    <a:pt x="846845" y="209293"/>
                    <a:pt x="851919" y="227714"/>
                    <a:pt x="862078" y="240411"/>
                  </a:cubicBezTo>
                  <a:cubicBezTo>
                    <a:pt x="872484" y="252860"/>
                    <a:pt x="887213" y="259080"/>
                    <a:pt x="906255" y="259080"/>
                  </a:cubicBezTo>
                  <a:close/>
                  <a:moveTo>
                    <a:pt x="1044974" y="281940"/>
                  </a:moveTo>
                  <a:lnTo>
                    <a:pt x="1044974" y="144018"/>
                  </a:lnTo>
                  <a:cubicBezTo>
                    <a:pt x="1044974" y="135131"/>
                    <a:pt x="1044727" y="126235"/>
                    <a:pt x="1044212" y="117348"/>
                  </a:cubicBezTo>
                  <a:cubicBezTo>
                    <a:pt x="1043965" y="108204"/>
                    <a:pt x="1043203" y="99184"/>
                    <a:pt x="1041927" y="90297"/>
                  </a:cubicBezTo>
                  <a:lnTo>
                    <a:pt x="1071252" y="90297"/>
                  </a:lnTo>
                  <a:lnTo>
                    <a:pt x="1075441" y="137541"/>
                  </a:lnTo>
                  <a:lnTo>
                    <a:pt x="1071252" y="136398"/>
                  </a:lnTo>
                  <a:cubicBezTo>
                    <a:pt x="1074812" y="119634"/>
                    <a:pt x="1082429" y="107061"/>
                    <a:pt x="1094102" y="98679"/>
                  </a:cubicBezTo>
                  <a:cubicBezTo>
                    <a:pt x="1106041" y="90040"/>
                    <a:pt x="1119371" y="85725"/>
                    <a:pt x="1134089" y="85725"/>
                  </a:cubicBezTo>
                  <a:cubicBezTo>
                    <a:pt x="1137393" y="85725"/>
                    <a:pt x="1140440" y="85982"/>
                    <a:pt x="1143230" y="86487"/>
                  </a:cubicBezTo>
                  <a:cubicBezTo>
                    <a:pt x="1146276" y="86744"/>
                    <a:pt x="1149076" y="87249"/>
                    <a:pt x="1151608" y="88011"/>
                  </a:cubicBezTo>
                  <a:lnTo>
                    <a:pt x="1150846" y="116205"/>
                  </a:lnTo>
                  <a:cubicBezTo>
                    <a:pt x="1145010" y="114176"/>
                    <a:pt x="1138279" y="113157"/>
                    <a:pt x="1130662" y="113157"/>
                  </a:cubicBezTo>
                  <a:cubicBezTo>
                    <a:pt x="1117466" y="113157"/>
                    <a:pt x="1106803" y="116081"/>
                    <a:pt x="1098672" y="121920"/>
                  </a:cubicBezTo>
                  <a:cubicBezTo>
                    <a:pt x="1090808" y="127759"/>
                    <a:pt x="1084962" y="135255"/>
                    <a:pt x="1081153" y="144399"/>
                  </a:cubicBezTo>
                  <a:cubicBezTo>
                    <a:pt x="1077602" y="153286"/>
                    <a:pt x="1075822" y="162687"/>
                    <a:pt x="1075822" y="172593"/>
                  </a:cubicBezTo>
                  <a:lnTo>
                    <a:pt x="1075822" y="281940"/>
                  </a:lnTo>
                  <a:lnTo>
                    <a:pt x="1044974" y="281940"/>
                  </a:lnTo>
                  <a:close/>
                  <a:moveTo>
                    <a:pt x="1182951" y="281940"/>
                  </a:moveTo>
                  <a:lnTo>
                    <a:pt x="1182951" y="144018"/>
                  </a:lnTo>
                  <a:cubicBezTo>
                    <a:pt x="1182951" y="135131"/>
                    <a:pt x="1182703" y="126235"/>
                    <a:pt x="1182189" y="117348"/>
                  </a:cubicBezTo>
                  <a:cubicBezTo>
                    <a:pt x="1181941" y="108204"/>
                    <a:pt x="1181180" y="99184"/>
                    <a:pt x="1179904" y="90297"/>
                  </a:cubicBezTo>
                  <a:lnTo>
                    <a:pt x="1209228" y="90297"/>
                  </a:lnTo>
                  <a:lnTo>
                    <a:pt x="1212656" y="129921"/>
                  </a:lnTo>
                  <a:lnTo>
                    <a:pt x="1208847" y="132588"/>
                  </a:lnTo>
                  <a:cubicBezTo>
                    <a:pt x="1213418" y="117605"/>
                    <a:pt x="1221291" y="106042"/>
                    <a:pt x="1232459" y="97917"/>
                  </a:cubicBezTo>
                  <a:cubicBezTo>
                    <a:pt x="1243885" y="89792"/>
                    <a:pt x="1257347" y="85725"/>
                    <a:pt x="1272828" y="85725"/>
                  </a:cubicBezTo>
                  <a:cubicBezTo>
                    <a:pt x="1291365" y="85725"/>
                    <a:pt x="1305713" y="90297"/>
                    <a:pt x="1315862" y="99441"/>
                  </a:cubicBezTo>
                  <a:cubicBezTo>
                    <a:pt x="1326278" y="108585"/>
                    <a:pt x="1332876" y="122558"/>
                    <a:pt x="1335665" y="141351"/>
                  </a:cubicBezTo>
                  <a:lnTo>
                    <a:pt x="1326526" y="136398"/>
                  </a:lnTo>
                  <a:cubicBezTo>
                    <a:pt x="1330591" y="120901"/>
                    <a:pt x="1338712" y="108585"/>
                    <a:pt x="1350899" y="99441"/>
                  </a:cubicBezTo>
                  <a:cubicBezTo>
                    <a:pt x="1363343" y="90297"/>
                    <a:pt x="1378196" y="85725"/>
                    <a:pt x="1395457" y="85725"/>
                  </a:cubicBezTo>
                  <a:cubicBezTo>
                    <a:pt x="1416536" y="85725"/>
                    <a:pt x="1432398" y="92078"/>
                    <a:pt x="1443061" y="104775"/>
                  </a:cubicBezTo>
                  <a:cubicBezTo>
                    <a:pt x="1453725" y="117224"/>
                    <a:pt x="1459056" y="136141"/>
                    <a:pt x="1459056" y="161544"/>
                  </a:cubicBezTo>
                  <a:lnTo>
                    <a:pt x="1459056" y="281940"/>
                  </a:lnTo>
                  <a:lnTo>
                    <a:pt x="1428209" y="281940"/>
                  </a:lnTo>
                  <a:lnTo>
                    <a:pt x="1428209" y="163068"/>
                  </a:lnTo>
                  <a:cubicBezTo>
                    <a:pt x="1428209" y="145285"/>
                    <a:pt x="1425038" y="132331"/>
                    <a:pt x="1418688" y="124206"/>
                  </a:cubicBezTo>
                  <a:cubicBezTo>
                    <a:pt x="1412347" y="115824"/>
                    <a:pt x="1402312" y="111633"/>
                    <a:pt x="1388602" y="111633"/>
                  </a:cubicBezTo>
                  <a:cubicBezTo>
                    <a:pt x="1372607" y="111633"/>
                    <a:pt x="1359915" y="117091"/>
                    <a:pt x="1350518" y="128016"/>
                  </a:cubicBezTo>
                  <a:cubicBezTo>
                    <a:pt x="1341378" y="138941"/>
                    <a:pt x="1336808" y="153800"/>
                    <a:pt x="1336808" y="172593"/>
                  </a:cubicBezTo>
                  <a:lnTo>
                    <a:pt x="1336808" y="281940"/>
                  </a:lnTo>
                  <a:lnTo>
                    <a:pt x="1305960" y="281940"/>
                  </a:lnTo>
                  <a:lnTo>
                    <a:pt x="1305960" y="163068"/>
                  </a:lnTo>
                  <a:cubicBezTo>
                    <a:pt x="1305960" y="145285"/>
                    <a:pt x="1302666" y="132331"/>
                    <a:pt x="1296059" y="124206"/>
                  </a:cubicBezTo>
                  <a:cubicBezTo>
                    <a:pt x="1289718" y="115824"/>
                    <a:pt x="1279683" y="111633"/>
                    <a:pt x="1265973" y="111633"/>
                  </a:cubicBezTo>
                  <a:cubicBezTo>
                    <a:pt x="1249730" y="111633"/>
                    <a:pt x="1236906" y="117091"/>
                    <a:pt x="1227508" y="128016"/>
                  </a:cubicBezTo>
                  <a:cubicBezTo>
                    <a:pt x="1218368" y="138941"/>
                    <a:pt x="1213798" y="153800"/>
                    <a:pt x="1213798" y="172593"/>
                  </a:cubicBezTo>
                  <a:lnTo>
                    <a:pt x="1213798" y="281940"/>
                  </a:lnTo>
                  <a:lnTo>
                    <a:pt x="1182951" y="2819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30"/>
            <p:cNvSpPr/>
            <p:nvPr/>
          </p:nvSpPr>
          <p:spPr>
            <a:xfrm>
              <a:off x="4527854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30"/>
            <p:cNvSpPr/>
            <p:nvPr/>
          </p:nvSpPr>
          <p:spPr>
            <a:xfrm>
              <a:off x="1919132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119063" y="228602"/>
            <a:ext cx="11418887" cy="609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4B7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31"/>
          <p:cNvSpPr txBox="1"/>
          <p:nvPr>
            <p:ph idx="1" type="body"/>
          </p:nvPr>
        </p:nvSpPr>
        <p:spPr>
          <a:xfrm>
            <a:off x="114300" y="1045029"/>
            <a:ext cx="11950700" cy="51319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4B7E"/>
              </a:buClr>
              <a:buSzPts val="2200"/>
              <a:buFont typeface="Arial"/>
              <a:buAutoNum type="arabicPeriod"/>
              <a:defRPr>
                <a:solidFill>
                  <a:srgbClr val="3F3F3F"/>
                </a:solidFill>
              </a:defRPr>
            </a:lvl1pPr>
            <a:lvl2pPr indent="-355600" lvl="1" marL="914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1E4B7E"/>
              </a:buClr>
              <a:buSzPts val="2000"/>
              <a:buFont typeface="Arial"/>
              <a:buAutoNum type="arabicPeriod"/>
              <a:defRPr sz="2000">
                <a:solidFill>
                  <a:srgbClr val="3F3F3F"/>
                </a:solidFill>
              </a:defRPr>
            </a:lvl2pPr>
            <a:lvl3pPr indent="-3429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1E4B7E"/>
              </a:buClr>
              <a:buSzPts val="1800"/>
              <a:buFont typeface="Arial"/>
              <a:buAutoNum type="arabicPeriod"/>
              <a:defRPr sz="1800">
                <a:solidFill>
                  <a:srgbClr val="3F3F3F"/>
                </a:solidFill>
              </a:defRPr>
            </a:lvl3pPr>
            <a:lvl4pPr indent="-3302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1E4B7E"/>
              </a:buClr>
              <a:buSzPts val="1600"/>
              <a:buFont typeface="Arial"/>
              <a:buAutoNum type="arabicPeriod"/>
              <a:defRPr sz="1600">
                <a:solidFill>
                  <a:srgbClr val="3F3F3F"/>
                </a:solidFill>
              </a:defRPr>
            </a:lvl4pPr>
            <a:lvl5pPr indent="-3175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1E4B7E"/>
              </a:buClr>
              <a:buSzPts val="1400"/>
              <a:buFont typeface="Arial"/>
              <a:buAutoNum type="arabicPeriod"/>
              <a:defRPr sz="14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80" name="Google Shape;180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40917" y="228127"/>
            <a:ext cx="466933" cy="6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/>
          <p:nvPr>
            <p:ph type="title"/>
          </p:nvPr>
        </p:nvSpPr>
        <p:spPr>
          <a:xfrm>
            <a:off x="119063" y="228602"/>
            <a:ext cx="11418887" cy="609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4B7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2"/>
          <p:cNvSpPr txBox="1"/>
          <p:nvPr>
            <p:ph idx="1" type="body"/>
          </p:nvPr>
        </p:nvSpPr>
        <p:spPr>
          <a:xfrm>
            <a:off x="127907" y="1044934"/>
            <a:ext cx="11934553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rgbClr val="3F3F3F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4" name="Google Shape;184;p32"/>
          <p:cNvSpPr/>
          <p:nvPr>
            <p:ph idx="2" type="pic"/>
          </p:nvPr>
        </p:nvSpPr>
        <p:spPr>
          <a:xfrm>
            <a:off x="127907" y="1865962"/>
            <a:ext cx="11934553" cy="32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32"/>
          <p:cNvSpPr txBox="1"/>
          <p:nvPr>
            <p:ph idx="3" type="body"/>
          </p:nvPr>
        </p:nvSpPr>
        <p:spPr>
          <a:xfrm>
            <a:off x="134257" y="5357962"/>
            <a:ext cx="11934553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rgbClr val="3F3F3F"/>
                </a:solidFill>
              </a:defRPr>
            </a:lvl1pPr>
            <a:lvl2pPr indent="-317500" lvl="1" marL="914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Arial"/>
              <a:buChar char="•"/>
              <a:defRPr sz="1400">
                <a:solidFill>
                  <a:srgbClr val="595959"/>
                </a:solidFill>
              </a:defRPr>
            </a:lvl2pPr>
            <a:lvl3pPr indent="-3429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86" name="Google Shape;186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40917" y="228127"/>
            <a:ext cx="466933" cy="6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3"/>
          <p:cNvSpPr txBox="1"/>
          <p:nvPr>
            <p:ph type="title"/>
          </p:nvPr>
        </p:nvSpPr>
        <p:spPr>
          <a:xfrm>
            <a:off x="119063" y="228602"/>
            <a:ext cx="11418887" cy="609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4B7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9" name="Google Shape;189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40917" y="228127"/>
            <a:ext cx="466933" cy="6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3"/>
          <p:cNvSpPr txBox="1"/>
          <p:nvPr>
            <p:ph idx="1" type="body"/>
          </p:nvPr>
        </p:nvSpPr>
        <p:spPr>
          <a:xfrm>
            <a:off x="116114" y="1872342"/>
            <a:ext cx="11959772" cy="4154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302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" name="Google Shape;191;p33"/>
          <p:cNvSpPr txBox="1"/>
          <p:nvPr>
            <p:ph idx="2" type="body"/>
          </p:nvPr>
        </p:nvSpPr>
        <p:spPr>
          <a:xfrm>
            <a:off x="127907" y="1044934"/>
            <a:ext cx="11934553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rgbClr val="3F3F3F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/>
          <p:nvPr>
            <p:ph type="title"/>
          </p:nvPr>
        </p:nvSpPr>
        <p:spPr>
          <a:xfrm>
            <a:off x="119063" y="228602"/>
            <a:ext cx="11418887" cy="609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4B7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4" name="Google Shape;19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40917" y="228127"/>
            <a:ext cx="466933" cy="6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4"/>
          <p:cNvSpPr txBox="1"/>
          <p:nvPr>
            <p:ph idx="1" type="body"/>
          </p:nvPr>
        </p:nvSpPr>
        <p:spPr>
          <a:xfrm>
            <a:off x="116114" y="1920875"/>
            <a:ext cx="5903686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indent="-355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 sz="2000">
                <a:solidFill>
                  <a:srgbClr val="595959"/>
                </a:solidFill>
              </a:defRPr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>
                <a:solidFill>
                  <a:srgbClr val="595959"/>
                </a:solidFill>
              </a:defRPr>
            </a:lvl3pPr>
            <a:lvl4pPr indent="-3302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rgbClr val="595959"/>
                </a:solidFill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>
                <a:solidFill>
                  <a:srgbClr val="595959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" name="Google Shape;196;p34"/>
          <p:cNvSpPr txBox="1"/>
          <p:nvPr>
            <p:ph idx="2" type="body"/>
          </p:nvPr>
        </p:nvSpPr>
        <p:spPr>
          <a:xfrm>
            <a:off x="6172200" y="1920875"/>
            <a:ext cx="5918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indent="-355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 sz="2000">
                <a:solidFill>
                  <a:srgbClr val="595959"/>
                </a:solidFill>
              </a:defRPr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>
                <a:solidFill>
                  <a:srgbClr val="595959"/>
                </a:solidFill>
              </a:defRPr>
            </a:lvl3pPr>
            <a:lvl4pPr indent="-3302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rgbClr val="595959"/>
                </a:solidFill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>
                <a:solidFill>
                  <a:srgbClr val="595959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7" name="Google Shape;197;p34"/>
          <p:cNvSpPr txBox="1"/>
          <p:nvPr>
            <p:ph idx="3" type="body"/>
          </p:nvPr>
        </p:nvSpPr>
        <p:spPr>
          <a:xfrm>
            <a:off x="127907" y="1044934"/>
            <a:ext cx="11934553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rgbClr val="3F3F3F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5"/>
          <p:cNvSpPr txBox="1"/>
          <p:nvPr>
            <p:ph type="title"/>
          </p:nvPr>
        </p:nvSpPr>
        <p:spPr>
          <a:xfrm>
            <a:off x="119063" y="228602"/>
            <a:ext cx="11418887" cy="609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4B7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0" name="Google Shape;200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40917" y="228127"/>
            <a:ext cx="466933" cy="6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5"/>
          <p:cNvSpPr txBox="1"/>
          <p:nvPr>
            <p:ph idx="1" type="body"/>
          </p:nvPr>
        </p:nvSpPr>
        <p:spPr>
          <a:xfrm>
            <a:off x="116114" y="1936545"/>
            <a:ext cx="585216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indent="-3302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rgbClr val="595959"/>
                </a:solidFill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>
                <a:solidFill>
                  <a:srgbClr val="595959"/>
                </a:solidFill>
              </a:defRPr>
            </a:lvl3pPr>
            <a:lvl4pPr indent="-3302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2" name="Google Shape;202;p35"/>
          <p:cNvSpPr txBox="1"/>
          <p:nvPr>
            <p:ph idx="2" type="body"/>
          </p:nvPr>
        </p:nvSpPr>
        <p:spPr>
          <a:xfrm>
            <a:off x="6232071" y="1936545"/>
            <a:ext cx="585216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indent="-3302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rgbClr val="595959"/>
                </a:solidFill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>
                <a:solidFill>
                  <a:srgbClr val="595959"/>
                </a:solidFill>
              </a:defRPr>
            </a:lvl3pPr>
            <a:lvl4pPr indent="-3302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3" name="Google Shape;203;p35"/>
          <p:cNvSpPr txBox="1"/>
          <p:nvPr>
            <p:ph idx="3" type="body"/>
          </p:nvPr>
        </p:nvSpPr>
        <p:spPr>
          <a:xfrm>
            <a:off x="116114" y="4348545"/>
            <a:ext cx="585216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indent="-3302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rgbClr val="595959"/>
                </a:solidFill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>
                <a:solidFill>
                  <a:srgbClr val="595959"/>
                </a:solidFill>
              </a:defRPr>
            </a:lvl3pPr>
            <a:lvl4pPr indent="-3302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p35"/>
          <p:cNvSpPr txBox="1"/>
          <p:nvPr>
            <p:ph idx="4" type="body"/>
          </p:nvPr>
        </p:nvSpPr>
        <p:spPr>
          <a:xfrm>
            <a:off x="6232071" y="4348545"/>
            <a:ext cx="585216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indent="-3302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rgbClr val="595959"/>
                </a:solidFill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>
                <a:solidFill>
                  <a:srgbClr val="595959"/>
                </a:solidFill>
              </a:defRPr>
            </a:lvl3pPr>
            <a:lvl4pPr indent="-3302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35"/>
          <p:cNvSpPr txBox="1"/>
          <p:nvPr>
            <p:ph idx="5" type="body"/>
          </p:nvPr>
        </p:nvSpPr>
        <p:spPr>
          <a:xfrm>
            <a:off x="127907" y="1044934"/>
            <a:ext cx="11934553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rgbClr val="3F3F3F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6"/>
          <p:cNvSpPr txBox="1"/>
          <p:nvPr>
            <p:ph type="title"/>
          </p:nvPr>
        </p:nvSpPr>
        <p:spPr>
          <a:xfrm>
            <a:off x="119063" y="228602"/>
            <a:ext cx="11418887" cy="609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4B7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36"/>
          <p:cNvSpPr/>
          <p:nvPr>
            <p:ph idx="1" type="body"/>
          </p:nvPr>
        </p:nvSpPr>
        <p:spPr>
          <a:xfrm>
            <a:off x="116114" y="1955595"/>
            <a:ext cx="5852160" cy="2160000"/>
          </a:xfrm>
          <a:prstGeom prst="roundRect">
            <a:avLst>
              <a:gd fmla="val 6588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>
                <a:solidFill>
                  <a:srgbClr val="595959"/>
                </a:solidFill>
              </a:defRPr>
            </a:lvl2pPr>
            <a:lvl3pPr indent="-3302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rgbClr val="595959"/>
                </a:solidFill>
              </a:defRPr>
            </a:lvl3pPr>
            <a:lvl4pPr indent="-3302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9" name="Google Shape;209;p36"/>
          <p:cNvSpPr/>
          <p:nvPr>
            <p:ph idx="2" type="body"/>
          </p:nvPr>
        </p:nvSpPr>
        <p:spPr>
          <a:xfrm>
            <a:off x="6232071" y="1955595"/>
            <a:ext cx="5852160" cy="2160000"/>
          </a:xfrm>
          <a:prstGeom prst="roundRect">
            <a:avLst>
              <a:gd fmla="val 5916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indent="-3302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rgbClr val="595959"/>
                </a:solidFill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>
                <a:solidFill>
                  <a:srgbClr val="595959"/>
                </a:solidFill>
              </a:defRPr>
            </a:lvl3pPr>
            <a:lvl4pPr indent="-3302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0" name="Google Shape;210;p36"/>
          <p:cNvSpPr/>
          <p:nvPr>
            <p:ph idx="3" type="body"/>
          </p:nvPr>
        </p:nvSpPr>
        <p:spPr>
          <a:xfrm>
            <a:off x="116114" y="4367595"/>
            <a:ext cx="5852160" cy="2160000"/>
          </a:xfrm>
          <a:prstGeom prst="roundRect">
            <a:avLst>
              <a:gd fmla="val 6588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>
                <a:solidFill>
                  <a:srgbClr val="595959"/>
                </a:solidFill>
              </a:defRPr>
            </a:lvl2pPr>
            <a:lvl3pPr indent="-3302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rgbClr val="595959"/>
                </a:solidFill>
              </a:defRPr>
            </a:lvl3pPr>
            <a:lvl4pPr indent="-3302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1" name="Google Shape;211;p36"/>
          <p:cNvSpPr/>
          <p:nvPr>
            <p:ph idx="4" type="body"/>
          </p:nvPr>
        </p:nvSpPr>
        <p:spPr>
          <a:xfrm>
            <a:off x="6232071" y="4367595"/>
            <a:ext cx="5852160" cy="2160000"/>
          </a:xfrm>
          <a:prstGeom prst="roundRect">
            <a:avLst>
              <a:gd fmla="val 6588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>
                <a:solidFill>
                  <a:srgbClr val="595959"/>
                </a:solidFill>
              </a:defRPr>
            </a:lvl2pPr>
            <a:lvl3pPr indent="-3302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rgbClr val="595959"/>
                </a:solidFill>
              </a:defRPr>
            </a:lvl3pPr>
            <a:lvl4pPr indent="-3302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" name="Google Shape;212;p36"/>
          <p:cNvSpPr txBox="1"/>
          <p:nvPr>
            <p:ph idx="5" type="body"/>
          </p:nvPr>
        </p:nvSpPr>
        <p:spPr>
          <a:xfrm>
            <a:off x="127907" y="1044934"/>
            <a:ext cx="11934553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rgbClr val="3F3F3F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13" name="Google Shape;213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40917" y="228127"/>
            <a:ext cx="466933" cy="6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7"/>
          <p:cNvSpPr txBox="1"/>
          <p:nvPr>
            <p:ph type="title"/>
          </p:nvPr>
        </p:nvSpPr>
        <p:spPr>
          <a:xfrm>
            <a:off x="119063" y="228602"/>
            <a:ext cx="11418887" cy="609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4B7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16" name="Google Shape;216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40917" y="228127"/>
            <a:ext cx="466933" cy="6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7"/>
          <p:cNvSpPr txBox="1"/>
          <p:nvPr>
            <p:ph idx="1" type="body"/>
          </p:nvPr>
        </p:nvSpPr>
        <p:spPr>
          <a:xfrm>
            <a:off x="116113" y="1956254"/>
            <a:ext cx="587828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indent="-355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 sz="2000">
                <a:solidFill>
                  <a:srgbClr val="595959"/>
                </a:solidFill>
              </a:defRPr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>
                <a:solidFill>
                  <a:srgbClr val="595959"/>
                </a:solidFill>
              </a:defRPr>
            </a:lvl3pPr>
            <a:lvl4pPr indent="-3302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rgbClr val="595959"/>
                </a:solidFill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>
                <a:solidFill>
                  <a:srgbClr val="595959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8" name="Google Shape;218;p37"/>
          <p:cNvSpPr txBox="1"/>
          <p:nvPr>
            <p:ph idx="2" type="body"/>
          </p:nvPr>
        </p:nvSpPr>
        <p:spPr>
          <a:xfrm>
            <a:off x="6212114" y="2132013"/>
            <a:ext cx="5856061" cy="399982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indent="-355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 sz="2000">
                <a:solidFill>
                  <a:srgbClr val="595959"/>
                </a:solidFill>
              </a:defRPr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>
                <a:solidFill>
                  <a:srgbClr val="595959"/>
                </a:solidFill>
              </a:defRPr>
            </a:lvl3pPr>
            <a:lvl4pPr indent="-3302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rgbClr val="595959"/>
                </a:solidFill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>
                <a:solidFill>
                  <a:srgbClr val="595959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9" name="Google Shape;219;p37"/>
          <p:cNvSpPr txBox="1"/>
          <p:nvPr>
            <p:ph idx="3" type="body"/>
          </p:nvPr>
        </p:nvSpPr>
        <p:spPr>
          <a:xfrm>
            <a:off x="127907" y="1044934"/>
            <a:ext cx="11934553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rgbClr val="3F3F3F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8"/>
          <p:cNvSpPr/>
          <p:nvPr>
            <p:ph idx="2" type="pic"/>
          </p:nvPr>
        </p:nvSpPr>
        <p:spPr>
          <a:xfrm>
            <a:off x="7667213" y="2214675"/>
            <a:ext cx="2070100" cy="20701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22" name="Google Shape;222;p38"/>
          <p:cNvSpPr txBox="1"/>
          <p:nvPr>
            <p:ph type="title"/>
          </p:nvPr>
        </p:nvSpPr>
        <p:spPr>
          <a:xfrm>
            <a:off x="119063" y="228602"/>
            <a:ext cx="11418887" cy="609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4B7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3" name="Google Shape;223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40917" y="228127"/>
            <a:ext cx="466933" cy="6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8"/>
          <p:cNvSpPr txBox="1"/>
          <p:nvPr>
            <p:ph idx="1" type="body"/>
          </p:nvPr>
        </p:nvSpPr>
        <p:spPr>
          <a:xfrm>
            <a:off x="215899" y="2178750"/>
            <a:ext cx="7200000" cy="44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indent="-355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5" name="Google Shape;225;p38"/>
          <p:cNvSpPr txBox="1"/>
          <p:nvPr>
            <p:ph idx="3" type="body"/>
          </p:nvPr>
        </p:nvSpPr>
        <p:spPr>
          <a:xfrm>
            <a:off x="7667212" y="3927316"/>
            <a:ext cx="2066544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36000" spcFirstLastPara="1" rIns="91425" wrap="square" tIns="4570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>
                <a:solidFill>
                  <a:srgbClr val="3F3F3F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6" name="Google Shape;226;p38"/>
          <p:cNvSpPr txBox="1"/>
          <p:nvPr>
            <p:ph idx="4" type="body"/>
          </p:nvPr>
        </p:nvSpPr>
        <p:spPr>
          <a:xfrm>
            <a:off x="127907" y="1044934"/>
            <a:ext cx="11934553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rgbClr val="3F3F3F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38"/>
          <p:cNvSpPr/>
          <p:nvPr>
            <p:ph idx="5" type="pic"/>
          </p:nvPr>
        </p:nvSpPr>
        <p:spPr>
          <a:xfrm>
            <a:off x="9902413" y="2201975"/>
            <a:ext cx="2070100" cy="20701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28" name="Google Shape;228;p38"/>
          <p:cNvSpPr txBox="1"/>
          <p:nvPr>
            <p:ph idx="6" type="body"/>
          </p:nvPr>
        </p:nvSpPr>
        <p:spPr>
          <a:xfrm>
            <a:off x="9902412" y="3914616"/>
            <a:ext cx="2066544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36000" spcFirstLastPara="1" rIns="91425" wrap="square" tIns="4570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>
                <a:solidFill>
                  <a:srgbClr val="3F3F3F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9" name="Google Shape;229;p38"/>
          <p:cNvSpPr/>
          <p:nvPr>
            <p:ph idx="7" type="pic"/>
          </p:nvPr>
        </p:nvSpPr>
        <p:spPr>
          <a:xfrm>
            <a:off x="7667213" y="4513375"/>
            <a:ext cx="4302537" cy="20701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30" name="Google Shape;230;p38"/>
          <p:cNvSpPr txBox="1"/>
          <p:nvPr>
            <p:ph idx="8" type="body"/>
          </p:nvPr>
        </p:nvSpPr>
        <p:spPr>
          <a:xfrm>
            <a:off x="7667212" y="6226016"/>
            <a:ext cx="4306824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36000" spcFirstLastPara="1" rIns="91425" wrap="square" tIns="4570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>
                <a:solidFill>
                  <a:srgbClr val="3F3F3F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9"/>
          <p:cNvSpPr txBox="1"/>
          <p:nvPr>
            <p:ph type="title"/>
          </p:nvPr>
        </p:nvSpPr>
        <p:spPr>
          <a:xfrm>
            <a:off x="119063" y="228602"/>
            <a:ext cx="11418887" cy="609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4B7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39"/>
          <p:cNvSpPr/>
          <p:nvPr>
            <p:ph idx="2" type="pic"/>
          </p:nvPr>
        </p:nvSpPr>
        <p:spPr>
          <a:xfrm>
            <a:off x="216688" y="2045400"/>
            <a:ext cx="11771313" cy="323714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34" name="Google Shape;234;p39"/>
          <p:cNvSpPr txBox="1"/>
          <p:nvPr>
            <p:ph idx="1" type="body"/>
          </p:nvPr>
        </p:nvSpPr>
        <p:spPr>
          <a:xfrm>
            <a:off x="215900" y="5537400"/>
            <a:ext cx="11771313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solidFill>
                  <a:srgbClr val="3F3F3F"/>
                </a:solidFill>
              </a:defRPr>
            </a:lvl1pPr>
            <a:lvl2pPr indent="-317500" lvl="1" marL="914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 sz="1400">
                <a:solidFill>
                  <a:srgbClr val="595959"/>
                </a:solidFill>
              </a:defRPr>
            </a:lvl2pPr>
            <a:lvl3pPr indent="-3429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5" name="Google Shape;235;p39"/>
          <p:cNvSpPr txBox="1"/>
          <p:nvPr>
            <p:ph idx="3" type="body"/>
          </p:nvPr>
        </p:nvSpPr>
        <p:spPr>
          <a:xfrm>
            <a:off x="127907" y="1044934"/>
            <a:ext cx="11934553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rgbClr val="3F3F3F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36" name="Google Shape;236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40917" y="228127"/>
            <a:ext cx="466933" cy="6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0"/>
          <p:cNvSpPr txBox="1"/>
          <p:nvPr>
            <p:ph type="title"/>
          </p:nvPr>
        </p:nvSpPr>
        <p:spPr>
          <a:xfrm>
            <a:off x="119063" y="228602"/>
            <a:ext cx="11418887" cy="609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4B7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40"/>
          <p:cNvSpPr/>
          <p:nvPr>
            <p:ph idx="2" type="pic"/>
          </p:nvPr>
        </p:nvSpPr>
        <p:spPr>
          <a:xfrm>
            <a:off x="615950" y="2485800"/>
            <a:ext cx="4968000" cy="36000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40"/>
          <p:cNvSpPr txBox="1"/>
          <p:nvPr>
            <p:ph idx="1" type="body"/>
          </p:nvPr>
        </p:nvSpPr>
        <p:spPr>
          <a:xfrm>
            <a:off x="615950" y="5761800"/>
            <a:ext cx="4968000" cy="324000"/>
          </a:xfrm>
          <a:prstGeom prst="rect">
            <a:avLst/>
          </a:prstGeom>
          <a:solidFill>
            <a:schemeClr val="dk2">
              <a:alpha val="84313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1" name="Google Shape;241;p40"/>
          <p:cNvSpPr/>
          <p:nvPr>
            <p:ph idx="3" type="pic"/>
          </p:nvPr>
        </p:nvSpPr>
        <p:spPr>
          <a:xfrm>
            <a:off x="6520050" y="2485800"/>
            <a:ext cx="4968000" cy="3600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40"/>
          <p:cNvSpPr txBox="1"/>
          <p:nvPr>
            <p:ph idx="4" type="body"/>
          </p:nvPr>
        </p:nvSpPr>
        <p:spPr>
          <a:xfrm>
            <a:off x="6520050" y="5761800"/>
            <a:ext cx="4968000" cy="324000"/>
          </a:xfrm>
          <a:prstGeom prst="rect">
            <a:avLst/>
          </a:prstGeom>
          <a:solidFill>
            <a:schemeClr val="dk2">
              <a:alpha val="84313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3" name="Google Shape;243;p40"/>
          <p:cNvSpPr txBox="1"/>
          <p:nvPr>
            <p:ph idx="5" type="body"/>
          </p:nvPr>
        </p:nvSpPr>
        <p:spPr>
          <a:xfrm>
            <a:off x="127907" y="1044934"/>
            <a:ext cx="11934553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rgbClr val="3F3F3F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44" name="Google Shape;244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40917" y="228127"/>
            <a:ext cx="466933" cy="6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1"/>
          <p:cNvSpPr txBox="1"/>
          <p:nvPr>
            <p:ph type="title"/>
          </p:nvPr>
        </p:nvSpPr>
        <p:spPr>
          <a:xfrm>
            <a:off x="119063" y="228602"/>
            <a:ext cx="11418887" cy="609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4B7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41"/>
          <p:cNvSpPr/>
          <p:nvPr>
            <p:ph idx="2" type="pic"/>
          </p:nvPr>
        </p:nvSpPr>
        <p:spPr>
          <a:xfrm>
            <a:off x="1511300" y="1969200"/>
            <a:ext cx="432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48" name="Google Shape;248;p41"/>
          <p:cNvSpPr txBox="1"/>
          <p:nvPr>
            <p:ph idx="1" type="body"/>
          </p:nvPr>
        </p:nvSpPr>
        <p:spPr>
          <a:xfrm>
            <a:off x="1511300" y="3805200"/>
            <a:ext cx="4320000" cy="324000"/>
          </a:xfrm>
          <a:prstGeom prst="rect">
            <a:avLst/>
          </a:prstGeom>
          <a:solidFill>
            <a:schemeClr val="dk2">
              <a:alpha val="84313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9" name="Google Shape;249;p41"/>
          <p:cNvSpPr/>
          <p:nvPr>
            <p:ph idx="3" type="pic"/>
          </p:nvPr>
        </p:nvSpPr>
        <p:spPr>
          <a:xfrm>
            <a:off x="6335400" y="1969200"/>
            <a:ext cx="432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50" name="Google Shape;250;p41"/>
          <p:cNvSpPr txBox="1"/>
          <p:nvPr>
            <p:ph idx="4" type="body"/>
          </p:nvPr>
        </p:nvSpPr>
        <p:spPr>
          <a:xfrm>
            <a:off x="6335400" y="3805200"/>
            <a:ext cx="4320000" cy="324000"/>
          </a:xfrm>
          <a:prstGeom prst="rect">
            <a:avLst/>
          </a:prstGeom>
          <a:solidFill>
            <a:schemeClr val="dk2">
              <a:alpha val="84313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1" name="Google Shape;251;p41"/>
          <p:cNvSpPr/>
          <p:nvPr>
            <p:ph idx="5" type="pic"/>
          </p:nvPr>
        </p:nvSpPr>
        <p:spPr>
          <a:xfrm>
            <a:off x="1511300" y="4381200"/>
            <a:ext cx="432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52" name="Google Shape;252;p41"/>
          <p:cNvSpPr txBox="1"/>
          <p:nvPr>
            <p:ph idx="6" type="body"/>
          </p:nvPr>
        </p:nvSpPr>
        <p:spPr>
          <a:xfrm>
            <a:off x="1511300" y="6217200"/>
            <a:ext cx="4320000" cy="324000"/>
          </a:xfrm>
          <a:prstGeom prst="rect">
            <a:avLst/>
          </a:prstGeom>
          <a:solidFill>
            <a:schemeClr val="dk2">
              <a:alpha val="84313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3" name="Google Shape;253;p41"/>
          <p:cNvSpPr/>
          <p:nvPr>
            <p:ph idx="7" type="pic"/>
          </p:nvPr>
        </p:nvSpPr>
        <p:spPr>
          <a:xfrm>
            <a:off x="6335400" y="4381200"/>
            <a:ext cx="432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41"/>
          <p:cNvSpPr txBox="1"/>
          <p:nvPr>
            <p:ph idx="8" type="body"/>
          </p:nvPr>
        </p:nvSpPr>
        <p:spPr>
          <a:xfrm>
            <a:off x="6335400" y="6217200"/>
            <a:ext cx="4320000" cy="324000"/>
          </a:xfrm>
          <a:prstGeom prst="rect">
            <a:avLst/>
          </a:prstGeom>
          <a:solidFill>
            <a:schemeClr val="dk2">
              <a:alpha val="84313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5" name="Google Shape;255;p41"/>
          <p:cNvSpPr txBox="1"/>
          <p:nvPr>
            <p:ph idx="9" type="body"/>
          </p:nvPr>
        </p:nvSpPr>
        <p:spPr>
          <a:xfrm>
            <a:off x="127907" y="1044934"/>
            <a:ext cx="11934553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rgbClr val="3F3F3F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56" name="Google Shape;256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40917" y="228127"/>
            <a:ext cx="466933" cy="6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2"/>
          <p:cNvSpPr txBox="1"/>
          <p:nvPr>
            <p:ph type="title"/>
          </p:nvPr>
        </p:nvSpPr>
        <p:spPr>
          <a:xfrm>
            <a:off x="119063" y="228602"/>
            <a:ext cx="11418887" cy="609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4B7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42"/>
          <p:cNvSpPr/>
          <p:nvPr>
            <p:ph idx="2" type="pic"/>
          </p:nvPr>
        </p:nvSpPr>
        <p:spPr>
          <a:xfrm>
            <a:off x="577850" y="1873950"/>
            <a:ext cx="342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p42"/>
          <p:cNvSpPr txBox="1"/>
          <p:nvPr>
            <p:ph idx="1" type="body"/>
          </p:nvPr>
        </p:nvSpPr>
        <p:spPr>
          <a:xfrm>
            <a:off x="577850" y="3709950"/>
            <a:ext cx="3420000" cy="324000"/>
          </a:xfrm>
          <a:prstGeom prst="rect">
            <a:avLst/>
          </a:prstGeom>
          <a:solidFill>
            <a:schemeClr val="dk2">
              <a:alpha val="84313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1" name="Google Shape;261;p42"/>
          <p:cNvSpPr/>
          <p:nvPr>
            <p:ph idx="3" type="pic"/>
          </p:nvPr>
        </p:nvSpPr>
        <p:spPr>
          <a:xfrm>
            <a:off x="4357950" y="1873950"/>
            <a:ext cx="342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42"/>
          <p:cNvSpPr txBox="1"/>
          <p:nvPr>
            <p:ph idx="4" type="body"/>
          </p:nvPr>
        </p:nvSpPr>
        <p:spPr>
          <a:xfrm>
            <a:off x="4357950" y="3709950"/>
            <a:ext cx="3420000" cy="324000"/>
          </a:xfrm>
          <a:prstGeom prst="rect">
            <a:avLst/>
          </a:prstGeom>
          <a:solidFill>
            <a:schemeClr val="dk2">
              <a:alpha val="84313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3" name="Google Shape;263;p42"/>
          <p:cNvSpPr/>
          <p:nvPr>
            <p:ph idx="5" type="pic"/>
          </p:nvPr>
        </p:nvSpPr>
        <p:spPr>
          <a:xfrm>
            <a:off x="8138050" y="1860900"/>
            <a:ext cx="342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42"/>
          <p:cNvSpPr txBox="1"/>
          <p:nvPr>
            <p:ph idx="6" type="body"/>
          </p:nvPr>
        </p:nvSpPr>
        <p:spPr>
          <a:xfrm>
            <a:off x="8138050" y="3696900"/>
            <a:ext cx="3420000" cy="324000"/>
          </a:xfrm>
          <a:prstGeom prst="rect">
            <a:avLst/>
          </a:prstGeom>
          <a:solidFill>
            <a:schemeClr val="dk2">
              <a:alpha val="84313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5" name="Google Shape;265;p42"/>
          <p:cNvSpPr/>
          <p:nvPr>
            <p:ph idx="7" type="pic"/>
          </p:nvPr>
        </p:nvSpPr>
        <p:spPr>
          <a:xfrm>
            <a:off x="577850" y="4285950"/>
            <a:ext cx="342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42"/>
          <p:cNvSpPr txBox="1"/>
          <p:nvPr>
            <p:ph idx="8" type="body"/>
          </p:nvPr>
        </p:nvSpPr>
        <p:spPr>
          <a:xfrm>
            <a:off x="577850" y="6121950"/>
            <a:ext cx="3420000" cy="324000"/>
          </a:xfrm>
          <a:prstGeom prst="rect">
            <a:avLst/>
          </a:prstGeom>
          <a:solidFill>
            <a:schemeClr val="dk2">
              <a:alpha val="84313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7" name="Google Shape;267;p42"/>
          <p:cNvSpPr/>
          <p:nvPr>
            <p:ph idx="9" type="pic"/>
          </p:nvPr>
        </p:nvSpPr>
        <p:spPr>
          <a:xfrm>
            <a:off x="4357950" y="4285950"/>
            <a:ext cx="342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42"/>
          <p:cNvSpPr txBox="1"/>
          <p:nvPr>
            <p:ph idx="13" type="body"/>
          </p:nvPr>
        </p:nvSpPr>
        <p:spPr>
          <a:xfrm>
            <a:off x="4357950" y="6121950"/>
            <a:ext cx="3420000" cy="324000"/>
          </a:xfrm>
          <a:prstGeom prst="rect">
            <a:avLst/>
          </a:prstGeom>
          <a:solidFill>
            <a:schemeClr val="dk2">
              <a:alpha val="84313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9" name="Google Shape;269;p42"/>
          <p:cNvSpPr/>
          <p:nvPr>
            <p:ph idx="14" type="pic"/>
          </p:nvPr>
        </p:nvSpPr>
        <p:spPr>
          <a:xfrm>
            <a:off x="8138050" y="4285950"/>
            <a:ext cx="342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70" name="Google Shape;270;p42"/>
          <p:cNvSpPr txBox="1"/>
          <p:nvPr>
            <p:ph idx="15" type="body"/>
          </p:nvPr>
        </p:nvSpPr>
        <p:spPr>
          <a:xfrm>
            <a:off x="8138050" y="6121950"/>
            <a:ext cx="3420000" cy="324000"/>
          </a:xfrm>
          <a:prstGeom prst="rect">
            <a:avLst/>
          </a:prstGeom>
          <a:solidFill>
            <a:schemeClr val="dk2">
              <a:alpha val="84313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1" name="Google Shape;271;p42"/>
          <p:cNvSpPr txBox="1"/>
          <p:nvPr>
            <p:ph idx="16" type="body"/>
          </p:nvPr>
        </p:nvSpPr>
        <p:spPr>
          <a:xfrm>
            <a:off x="127907" y="1044934"/>
            <a:ext cx="11934553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rgbClr val="3F3F3F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72" name="Google Shape;272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40917" y="228127"/>
            <a:ext cx="466933" cy="6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ustom Layout">
  <p:cSld name="14_Custom Layout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3"/>
          <p:cNvSpPr txBox="1"/>
          <p:nvPr>
            <p:ph type="title"/>
          </p:nvPr>
        </p:nvSpPr>
        <p:spPr>
          <a:xfrm>
            <a:off x="119063" y="228602"/>
            <a:ext cx="11418887" cy="609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4B7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43"/>
          <p:cNvSpPr/>
          <p:nvPr>
            <p:ph idx="2" type="pic"/>
          </p:nvPr>
        </p:nvSpPr>
        <p:spPr>
          <a:xfrm>
            <a:off x="203200" y="1988250"/>
            <a:ext cx="270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76" name="Google Shape;276;p43"/>
          <p:cNvSpPr txBox="1"/>
          <p:nvPr>
            <p:ph idx="1" type="body"/>
          </p:nvPr>
        </p:nvSpPr>
        <p:spPr>
          <a:xfrm>
            <a:off x="203200" y="3824250"/>
            <a:ext cx="2700000" cy="324000"/>
          </a:xfrm>
          <a:prstGeom prst="rect">
            <a:avLst/>
          </a:prstGeom>
          <a:solidFill>
            <a:schemeClr val="dk2">
              <a:alpha val="84313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7" name="Google Shape;277;p43"/>
          <p:cNvSpPr/>
          <p:nvPr>
            <p:ph idx="3" type="pic"/>
          </p:nvPr>
        </p:nvSpPr>
        <p:spPr>
          <a:xfrm>
            <a:off x="3226971" y="1988250"/>
            <a:ext cx="270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p43"/>
          <p:cNvSpPr txBox="1"/>
          <p:nvPr>
            <p:ph idx="4" type="body"/>
          </p:nvPr>
        </p:nvSpPr>
        <p:spPr>
          <a:xfrm>
            <a:off x="3226971" y="3824250"/>
            <a:ext cx="2700000" cy="324000"/>
          </a:xfrm>
          <a:prstGeom prst="rect">
            <a:avLst/>
          </a:prstGeom>
          <a:solidFill>
            <a:schemeClr val="dk2">
              <a:alpha val="84313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9" name="Google Shape;279;p43"/>
          <p:cNvSpPr/>
          <p:nvPr>
            <p:ph idx="5" type="pic"/>
          </p:nvPr>
        </p:nvSpPr>
        <p:spPr>
          <a:xfrm>
            <a:off x="9274513" y="1988250"/>
            <a:ext cx="270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43"/>
          <p:cNvSpPr txBox="1"/>
          <p:nvPr>
            <p:ph idx="6" type="body"/>
          </p:nvPr>
        </p:nvSpPr>
        <p:spPr>
          <a:xfrm>
            <a:off x="9274513" y="3824250"/>
            <a:ext cx="2700000" cy="324000"/>
          </a:xfrm>
          <a:prstGeom prst="rect">
            <a:avLst/>
          </a:prstGeom>
          <a:solidFill>
            <a:schemeClr val="dk2">
              <a:alpha val="84313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1" name="Google Shape;281;p43"/>
          <p:cNvSpPr/>
          <p:nvPr>
            <p:ph idx="7" type="pic"/>
          </p:nvPr>
        </p:nvSpPr>
        <p:spPr>
          <a:xfrm>
            <a:off x="203200" y="4400250"/>
            <a:ext cx="270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82" name="Google Shape;282;p43"/>
          <p:cNvSpPr txBox="1"/>
          <p:nvPr>
            <p:ph idx="8" type="body"/>
          </p:nvPr>
        </p:nvSpPr>
        <p:spPr>
          <a:xfrm>
            <a:off x="203200" y="6236250"/>
            <a:ext cx="2700000" cy="324000"/>
          </a:xfrm>
          <a:prstGeom prst="rect">
            <a:avLst/>
          </a:prstGeom>
          <a:solidFill>
            <a:schemeClr val="dk2">
              <a:alpha val="84313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3" name="Google Shape;283;p43"/>
          <p:cNvSpPr/>
          <p:nvPr>
            <p:ph idx="9" type="pic"/>
          </p:nvPr>
        </p:nvSpPr>
        <p:spPr>
          <a:xfrm>
            <a:off x="3226971" y="4400250"/>
            <a:ext cx="270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84" name="Google Shape;284;p43"/>
          <p:cNvSpPr txBox="1"/>
          <p:nvPr>
            <p:ph idx="13" type="body"/>
          </p:nvPr>
        </p:nvSpPr>
        <p:spPr>
          <a:xfrm>
            <a:off x="3226971" y="6236250"/>
            <a:ext cx="2700000" cy="324000"/>
          </a:xfrm>
          <a:prstGeom prst="rect">
            <a:avLst/>
          </a:prstGeom>
          <a:solidFill>
            <a:schemeClr val="dk2">
              <a:alpha val="84313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5" name="Google Shape;285;p43"/>
          <p:cNvSpPr/>
          <p:nvPr>
            <p:ph idx="14" type="pic"/>
          </p:nvPr>
        </p:nvSpPr>
        <p:spPr>
          <a:xfrm>
            <a:off x="6279317" y="4400250"/>
            <a:ext cx="270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43"/>
          <p:cNvSpPr txBox="1"/>
          <p:nvPr>
            <p:ph idx="15" type="body"/>
          </p:nvPr>
        </p:nvSpPr>
        <p:spPr>
          <a:xfrm>
            <a:off x="6279317" y="6236250"/>
            <a:ext cx="2700000" cy="324000"/>
          </a:xfrm>
          <a:prstGeom prst="rect">
            <a:avLst/>
          </a:prstGeom>
          <a:solidFill>
            <a:schemeClr val="dk2">
              <a:alpha val="84313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7" name="Google Shape;287;p43"/>
          <p:cNvSpPr/>
          <p:nvPr>
            <p:ph idx="16" type="pic"/>
          </p:nvPr>
        </p:nvSpPr>
        <p:spPr>
          <a:xfrm>
            <a:off x="9263400" y="4400250"/>
            <a:ext cx="270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88" name="Google Shape;288;p43"/>
          <p:cNvSpPr txBox="1"/>
          <p:nvPr>
            <p:ph idx="17" type="body"/>
          </p:nvPr>
        </p:nvSpPr>
        <p:spPr>
          <a:xfrm>
            <a:off x="9263400" y="6236250"/>
            <a:ext cx="2700000" cy="324000"/>
          </a:xfrm>
          <a:prstGeom prst="rect">
            <a:avLst/>
          </a:prstGeom>
          <a:solidFill>
            <a:schemeClr val="dk2">
              <a:alpha val="84313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9" name="Google Shape;289;p43"/>
          <p:cNvSpPr/>
          <p:nvPr>
            <p:ph idx="18" type="pic"/>
          </p:nvPr>
        </p:nvSpPr>
        <p:spPr>
          <a:xfrm>
            <a:off x="6250742" y="1988250"/>
            <a:ext cx="270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90" name="Google Shape;290;p43"/>
          <p:cNvSpPr txBox="1"/>
          <p:nvPr>
            <p:ph idx="19" type="body"/>
          </p:nvPr>
        </p:nvSpPr>
        <p:spPr>
          <a:xfrm>
            <a:off x="6250742" y="3824250"/>
            <a:ext cx="2700000" cy="324000"/>
          </a:xfrm>
          <a:prstGeom prst="rect">
            <a:avLst/>
          </a:prstGeom>
          <a:solidFill>
            <a:schemeClr val="dk2">
              <a:alpha val="84313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1" name="Google Shape;291;p43"/>
          <p:cNvSpPr txBox="1"/>
          <p:nvPr>
            <p:ph idx="20" type="body"/>
          </p:nvPr>
        </p:nvSpPr>
        <p:spPr>
          <a:xfrm>
            <a:off x="127907" y="1044934"/>
            <a:ext cx="11934553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rgbClr val="3F3F3F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92" name="Google Shape;292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40917" y="228127"/>
            <a:ext cx="466933" cy="6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ustom Layout">
  <p:cSld name="15_Custom Layout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4"/>
          <p:cNvSpPr txBox="1"/>
          <p:nvPr>
            <p:ph type="title"/>
          </p:nvPr>
        </p:nvSpPr>
        <p:spPr>
          <a:xfrm>
            <a:off x="119063" y="228602"/>
            <a:ext cx="11418887" cy="609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4B7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44"/>
          <p:cNvSpPr/>
          <p:nvPr>
            <p:ph idx="2" type="pic"/>
          </p:nvPr>
        </p:nvSpPr>
        <p:spPr>
          <a:xfrm>
            <a:off x="215900" y="1988250"/>
            <a:ext cx="216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96" name="Google Shape;296;p44"/>
          <p:cNvSpPr txBox="1"/>
          <p:nvPr>
            <p:ph idx="1" type="body"/>
          </p:nvPr>
        </p:nvSpPr>
        <p:spPr>
          <a:xfrm>
            <a:off x="215900" y="3716250"/>
            <a:ext cx="2160000" cy="432000"/>
          </a:xfrm>
          <a:prstGeom prst="rect">
            <a:avLst/>
          </a:prstGeom>
          <a:solidFill>
            <a:schemeClr val="dk2">
              <a:alpha val="84313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7" name="Google Shape;297;p44"/>
          <p:cNvSpPr/>
          <p:nvPr>
            <p:ph idx="3" type="pic"/>
          </p:nvPr>
        </p:nvSpPr>
        <p:spPr>
          <a:xfrm>
            <a:off x="2618728" y="1988250"/>
            <a:ext cx="216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298" name="Google Shape;298;p44"/>
          <p:cNvSpPr txBox="1"/>
          <p:nvPr>
            <p:ph idx="4" type="body"/>
          </p:nvPr>
        </p:nvSpPr>
        <p:spPr>
          <a:xfrm>
            <a:off x="2618728" y="3716250"/>
            <a:ext cx="2160000" cy="432000"/>
          </a:xfrm>
          <a:prstGeom prst="rect">
            <a:avLst/>
          </a:prstGeom>
          <a:solidFill>
            <a:schemeClr val="dk2">
              <a:alpha val="84313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9" name="Google Shape;299;p44"/>
          <p:cNvSpPr/>
          <p:nvPr>
            <p:ph idx="5" type="pic"/>
          </p:nvPr>
        </p:nvSpPr>
        <p:spPr>
          <a:xfrm>
            <a:off x="7413272" y="1988250"/>
            <a:ext cx="216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300" name="Google Shape;300;p44"/>
          <p:cNvSpPr txBox="1"/>
          <p:nvPr>
            <p:ph idx="6" type="body"/>
          </p:nvPr>
        </p:nvSpPr>
        <p:spPr>
          <a:xfrm>
            <a:off x="7413272" y="3716250"/>
            <a:ext cx="2160000" cy="432000"/>
          </a:xfrm>
          <a:prstGeom prst="rect">
            <a:avLst/>
          </a:prstGeom>
          <a:solidFill>
            <a:schemeClr val="dk2">
              <a:alpha val="84313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1" name="Google Shape;301;p44"/>
          <p:cNvSpPr/>
          <p:nvPr>
            <p:ph idx="7" type="pic"/>
          </p:nvPr>
        </p:nvSpPr>
        <p:spPr>
          <a:xfrm>
            <a:off x="5021556" y="1988250"/>
            <a:ext cx="216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44"/>
          <p:cNvSpPr txBox="1"/>
          <p:nvPr>
            <p:ph idx="8" type="body"/>
          </p:nvPr>
        </p:nvSpPr>
        <p:spPr>
          <a:xfrm>
            <a:off x="5021556" y="3716250"/>
            <a:ext cx="2160000" cy="432000"/>
          </a:xfrm>
          <a:prstGeom prst="rect">
            <a:avLst/>
          </a:prstGeom>
          <a:solidFill>
            <a:schemeClr val="dk2">
              <a:alpha val="84313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3" name="Google Shape;303;p44"/>
          <p:cNvSpPr/>
          <p:nvPr>
            <p:ph idx="9" type="pic"/>
          </p:nvPr>
        </p:nvSpPr>
        <p:spPr>
          <a:xfrm>
            <a:off x="9827213" y="1988250"/>
            <a:ext cx="216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304" name="Google Shape;304;p44"/>
          <p:cNvSpPr txBox="1"/>
          <p:nvPr>
            <p:ph idx="13" type="body"/>
          </p:nvPr>
        </p:nvSpPr>
        <p:spPr>
          <a:xfrm>
            <a:off x="9827213" y="3716250"/>
            <a:ext cx="2160000" cy="432000"/>
          </a:xfrm>
          <a:prstGeom prst="rect">
            <a:avLst/>
          </a:prstGeom>
          <a:solidFill>
            <a:schemeClr val="dk2">
              <a:alpha val="84313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5" name="Google Shape;305;p44"/>
          <p:cNvSpPr/>
          <p:nvPr>
            <p:ph idx="14" type="pic"/>
          </p:nvPr>
        </p:nvSpPr>
        <p:spPr>
          <a:xfrm>
            <a:off x="215900" y="4400250"/>
            <a:ext cx="216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44"/>
          <p:cNvSpPr txBox="1"/>
          <p:nvPr>
            <p:ph idx="15" type="body"/>
          </p:nvPr>
        </p:nvSpPr>
        <p:spPr>
          <a:xfrm>
            <a:off x="215900" y="6128250"/>
            <a:ext cx="2160000" cy="432000"/>
          </a:xfrm>
          <a:prstGeom prst="rect">
            <a:avLst/>
          </a:prstGeom>
          <a:solidFill>
            <a:schemeClr val="dk2">
              <a:alpha val="84313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7" name="Google Shape;307;p44"/>
          <p:cNvSpPr/>
          <p:nvPr>
            <p:ph idx="16" type="pic"/>
          </p:nvPr>
        </p:nvSpPr>
        <p:spPr>
          <a:xfrm>
            <a:off x="2618728" y="4400250"/>
            <a:ext cx="216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44"/>
          <p:cNvSpPr txBox="1"/>
          <p:nvPr>
            <p:ph idx="17" type="body"/>
          </p:nvPr>
        </p:nvSpPr>
        <p:spPr>
          <a:xfrm>
            <a:off x="2618728" y="6128250"/>
            <a:ext cx="2160000" cy="432000"/>
          </a:xfrm>
          <a:prstGeom prst="rect">
            <a:avLst/>
          </a:prstGeom>
          <a:solidFill>
            <a:schemeClr val="dk2">
              <a:alpha val="84313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9" name="Google Shape;309;p44"/>
          <p:cNvSpPr/>
          <p:nvPr>
            <p:ph idx="18" type="pic"/>
          </p:nvPr>
        </p:nvSpPr>
        <p:spPr>
          <a:xfrm>
            <a:off x="5021556" y="4400250"/>
            <a:ext cx="216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310" name="Google Shape;310;p44"/>
          <p:cNvSpPr txBox="1"/>
          <p:nvPr>
            <p:ph idx="19" type="body"/>
          </p:nvPr>
        </p:nvSpPr>
        <p:spPr>
          <a:xfrm>
            <a:off x="5021556" y="6128250"/>
            <a:ext cx="2160000" cy="432000"/>
          </a:xfrm>
          <a:prstGeom prst="rect">
            <a:avLst/>
          </a:prstGeom>
          <a:solidFill>
            <a:schemeClr val="dk2">
              <a:alpha val="84313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1" name="Google Shape;311;p44"/>
          <p:cNvSpPr/>
          <p:nvPr>
            <p:ph idx="20" type="pic"/>
          </p:nvPr>
        </p:nvSpPr>
        <p:spPr>
          <a:xfrm>
            <a:off x="7413272" y="4400250"/>
            <a:ext cx="216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44"/>
          <p:cNvSpPr txBox="1"/>
          <p:nvPr>
            <p:ph idx="21" type="body"/>
          </p:nvPr>
        </p:nvSpPr>
        <p:spPr>
          <a:xfrm>
            <a:off x="7413272" y="6128250"/>
            <a:ext cx="2160000" cy="432000"/>
          </a:xfrm>
          <a:prstGeom prst="rect">
            <a:avLst/>
          </a:prstGeom>
          <a:solidFill>
            <a:schemeClr val="dk2">
              <a:alpha val="84313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3" name="Google Shape;313;p44"/>
          <p:cNvSpPr/>
          <p:nvPr>
            <p:ph idx="22" type="pic"/>
          </p:nvPr>
        </p:nvSpPr>
        <p:spPr>
          <a:xfrm>
            <a:off x="9827213" y="4400250"/>
            <a:ext cx="216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314" name="Google Shape;314;p44"/>
          <p:cNvSpPr txBox="1"/>
          <p:nvPr>
            <p:ph idx="23" type="body"/>
          </p:nvPr>
        </p:nvSpPr>
        <p:spPr>
          <a:xfrm>
            <a:off x="9827213" y="6128250"/>
            <a:ext cx="2160000" cy="432000"/>
          </a:xfrm>
          <a:prstGeom prst="rect">
            <a:avLst/>
          </a:prstGeom>
          <a:solidFill>
            <a:schemeClr val="dk2">
              <a:alpha val="84313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5" name="Google Shape;315;p44"/>
          <p:cNvSpPr txBox="1"/>
          <p:nvPr>
            <p:ph idx="24" type="body"/>
          </p:nvPr>
        </p:nvSpPr>
        <p:spPr>
          <a:xfrm>
            <a:off x="127907" y="1044934"/>
            <a:ext cx="11934553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rgbClr val="3F3F3F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16" name="Google Shape;316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40917" y="228127"/>
            <a:ext cx="466933" cy="6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ing--personal--eng">
  <p:cSld name="ending--personal--eng">
    <p:bg>
      <p:bgPr>
        <a:solidFill>
          <a:srgbClr val="1E4B7E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5"/>
          <p:cNvSpPr txBox="1"/>
          <p:nvPr/>
        </p:nvSpPr>
        <p:spPr>
          <a:xfrm>
            <a:off x="153248" y="2976245"/>
            <a:ext cx="3558963" cy="496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Contact: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45"/>
          <p:cNvSpPr txBox="1"/>
          <p:nvPr>
            <p:ph idx="1" type="body"/>
          </p:nvPr>
        </p:nvSpPr>
        <p:spPr>
          <a:xfrm>
            <a:off x="155786" y="2241550"/>
            <a:ext cx="7507758" cy="7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solidFill>
                  <a:schemeClr val="dk2"/>
                </a:solidFill>
                <a:latin typeface="Rokkitt"/>
                <a:ea typeface="Rokkitt"/>
                <a:cs typeface="Rokkitt"/>
                <a:sym typeface="Rokkitt"/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20" name="Google Shape;320;p45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3007268" y="-1"/>
            <a:ext cx="9184732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1" name="Google Shape;321;p45"/>
          <p:cNvGrpSpPr/>
          <p:nvPr/>
        </p:nvGrpSpPr>
        <p:grpSpPr>
          <a:xfrm>
            <a:off x="300959" y="308426"/>
            <a:ext cx="2013104" cy="571854"/>
            <a:chOff x="338666" y="4303183"/>
            <a:chExt cx="7340599" cy="2085212"/>
          </a:xfrm>
        </p:grpSpPr>
        <p:sp>
          <p:nvSpPr>
            <p:cNvPr id="322" name="Google Shape;322;p45"/>
            <p:cNvSpPr/>
            <p:nvPr/>
          </p:nvSpPr>
          <p:spPr>
            <a:xfrm>
              <a:off x="338666" y="4817769"/>
              <a:ext cx="931067" cy="1085156"/>
            </a:xfrm>
            <a:custGeom>
              <a:rect b="b" l="l" r="r" t="t"/>
              <a:pathLst>
                <a:path extrusionOk="0" h="1085156" w="931067">
                  <a:moveTo>
                    <a:pt x="266668" y="724502"/>
                  </a:moveTo>
                  <a:lnTo>
                    <a:pt x="0" y="724502"/>
                  </a:lnTo>
                  <a:cubicBezTo>
                    <a:pt x="0" y="847803"/>
                    <a:pt x="39462" y="937691"/>
                    <a:pt x="117749" y="995117"/>
                  </a:cubicBezTo>
                  <a:cubicBezTo>
                    <a:pt x="188382" y="1054534"/>
                    <a:pt x="298318" y="1085157"/>
                    <a:pt x="451383" y="1085157"/>
                  </a:cubicBezTo>
                  <a:cubicBezTo>
                    <a:pt x="735511" y="1085157"/>
                    <a:pt x="931068" y="993278"/>
                    <a:pt x="931068" y="736551"/>
                  </a:cubicBezTo>
                  <a:cubicBezTo>
                    <a:pt x="931068" y="663885"/>
                    <a:pt x="908108" y="599124"/>
                    <a:pt x="860036" y="546727"/>
                  </a:cubicBezTo>
                  <a:cubicBezTo>
                    <a:pt x="804550" y="492016"/>
                    <a:pt x="691505" y="445600"/>
                    <a:pt x="507268" y="409227"/>
                  </a:cubicBezTo>
                  <a:cubicBezTo>
                    <a:pt x="364487" y="382909"/>
                    <a:pt x="294252" y="340558"/>
                    <a:pt x="294252" y="285925"/>
                  </a:cubicBezTo>
                  <a:cubicBezTo>
                    <a:pt x="294252" y="231452"/>
                    <a:pt x="348064" y="203059"/>
                    <a:pt x="455529" y="203059"/>
                  </a:cubicBezTo>
                  <a:cubicBezTo>
                    <a:pt x="546571" y="203059"/>
                    <a:pt x="602376" y="229378"/>
                    <a:pt x="621111" y="275875"/>
                  </a:cubicBezTo>
                  <a:cubicBezTo>
                    <a:pt x="637534" y="318386"/>
                    <a:pt x="678032" y="340558"/>
                    <a:pt x="737424" y="342631"/>
                  </a:cubicBezTo>
                  <a:lnTo>
                    <a:pt x="898542" y="342631"/>
                  </a:lnTo>
                  <a:cubicBezTo>
                    <a:pt x="892802" y="231452"/>
                    <a:pt x="852463" y="146910"/>
                    <a:pt x="777764" y="86934"/>
                  </a:cubicBezTo>
                  <a:cubicBezTo>
                    <a:pt x="701151" y="28951"/>
                    <a:pt x="592251" y="0"/>
                    <a:pt x="451543" y="0"/>
                  </a:cubicBezTo>
                  <a:cubicBezTo>
                    <a:pt x="206080" y="3908"/>
                    <a:pt x="29577" y="108388"/>
                    <a:pt x="29577" y="334417"/>
                  </a:cubicBezTo>
                  <a:cubicBezTo>
                    <a:pt x="31649" y="502141"/>
                    <a:pt x="149159" y="607421"/>
                    <a:pt x="383141" y="649693"/>
                  </a:cubicBezTo>
                  <a:cubicBezTo>
                    <a:pt x="571284" y="682230"/>
                    <a:pt x="666472" y="726578"/>
                    <a:pt x="666472" y="781214"/>
                  </a:cubicBezTo>
                  <a:cubicBezTo>
                    <a:pt x="666472" y="849880"/>
                    <a:pt x="608515" y="882103"/>
                    <a:pt x="492679" y="882103"/>
                  </a:cubicBezTo>
                  <a:cubicBezTo>
                    <a:pt x="358348" y="882103"/>
                    <a:pt x="272648" y="841907"/>
                    <a:pt x="266668" y="7245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45"/>
            <p:cNvSpPr/>
            <p:nvPr/>
          </p:nvSpPr>
          <p:spPr>
            <a:xfrm>
              <a:off x="1374890" y="4819443"/>
              <a:ext cx="1517750" cy="1067689"/>
            </a:xfrm>
            <a:custGeom>
              <a:rect b="b" l="l" r="r" t="t"/>
              <a:pathLst>
                <a:path extrusionOk="0" h="1067689" w="1517750">
                  <a:moveTo>
                    <a:pt x="448672" y="223396"/>
                  </a:moveTo>
                  <a:cubicBezTo>
                    <a:pt x="569444" y="223396"/>
                    <a:pt x="630673" y="277471"/>
                    <a:pt x="636890" y="387375"/>
                  </a:cubicBezTo>
                  <a:lnTo>
                    <a:pt x="636890" y="1063784"/>
                  </a:lnTo>
                  <a:lnTo>
                    <a:pt x="880920" y="1063784"/>
                  </a:lnTo>
                  <a:lnTo>
                    <a:pt x="880920" y="391522"/>
                  </a:lnTo>
                  <a:cubicBezTo>
                    <a:pt x="882995" y="281379"/>
                    <a:pt x="944138" y="227305"/>
                    <a:pt x="1064996" y="227305"/>
                  </a:cubicBezTo>
                  <a:cubicBezTo>
                    <a:pt x="1185778" y="227305"/>
                    <a:pt x="1246998" y="281379"/>
                    <a:pt x="1253139" y="391522"/>
                  </a:cubicBezTo>
                  <a:lnTo>
                    <a:pt x="1253139" y="935778"/>
                  </a:lnTo>
                  <a:cubicBezTo>
                    <a:pt x="1253139" y="1019760"/>
                    <a:pt x="1296268" y="1061794"/>
                    <a:pt x="1382527" y="1067690"/>
                  </a:cubicBezTo>
                  <a:lnTo>
                    <a:pt x="1517733" y="1067690"/>
                  </a:lnTo>
                  <a:lnTo>
                    <a:pt x="1517733" y="445517"/>
                  </a:lnTo>
                  <a:cubicBezTo>
                    <a:pt x="1519571" y="146911"/>
                    <a:pt x="1372645" y="3669"/>
                    <a:pt x="1069062" y="3669"/>
                  </a:cubicBezTo>
                  <a:cubicBezTo>
                    <a:pt x="930028" y="3669"/>
                    <a:pt x="829973" y="30387"/>
                    <a:pt x="760699" y="85897"/>
                  </a:cubicBezTo>
                  <a:cubicBezTo>
                    <a:pt x="691502" y="28553"/>
                    <a:pt x="591847" y="0"/>
                    <a:pt x="452737" y="0"/>
                  </a:cubicBezTo>
                  <a:cubicBezTo>
                    <a:pt x="148992" y="0"/>
                    <a:pt x="0" y="143242"/>
                    <a:pt x="0" y="441449"/>
                  </a:cubicBezTo>
                  <a:lnTo>
                    <a:pt x="0" y="1063784"/>
                  </a:lnTo>
                  <a:lnTo>
                    <a:pt x="264509" y="1063784"/>
                  </a:lnTo>
                  <a:lnTo>
                    <a:pt x="264509" y="387375"/>
                  </a:lnTo>
                  <a:cubicBezTo>
                    <a:pt x="266747" y="277471"/>
                    <a:pt x="327890" y="223396"/>
                    <a:pt x="448672" y="2233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5"/>
            <p:cNvSpPr/>
            <p:nvPr/>
          </p:nvSpPr>
          <p:spPr>
            <a:xfrm>
              <a:off x="3018422" y="4817769"/>
              <a:ext cx="880929" cy="1069283"/>
            </a:xfrm>
            <a:custGeom>
              <a:rect b="b" l="l" r="r" t="t"/>
              <a:pathLst>
                <a:path extrusionOk="0" h="1069283" w="880929">
                  <a:moveTo>
                    <a:pt x="450909" y="203059"/>
                  </a:moveTo>
                  <a:cubicBezTo>
                    <a:pt x="567140" y="203059"/>
                    <a:pt x="626293" y="232648"/>
                    <a:pt x="632672" y="291907"/>
                  </a:cubicBezTo>
                  <a:cubicBezTo>
                    <a:pt x="632672" y="349012"/>
                    <a:pt x="571443" y="382510"/>
                    <a:pt x="450909" y="396308"/>
                  </a:cubicBezTo>
                  <a:cubicBezTo>
                    <a:pt x="176822" y="421989"/>
                    <a:pt x="5503" y="489301"/>
                    <a:pt x="0" y="739732"/>
                  </a:cubicBezTo>
                  <a:cubicBezTo>
                    <a:pt x="0" y="970552"/>
                    <a:pt x="163912" y="1086833"/>
                    <a:pt x="421566" y="1067135"/>
                  </a:cubicBezTo>
                  <a:cubicBezTo>
                    <a:pt x="714466" y="1047438"/>
                    <a:pt x="880929" y="919183"/>
                    <a:pt x="880929" y="631186"/>
                  </a:cubicBezTo>
                  <a:lnTo>
                    <a:pt x="880929" y="276035"/>
                  </a:lnTo>
                  <a:cubicBezTo>
                    <a:pt x="875188" y="89406"/>
                    <a:pt x="735279" y="0"/>
                    <a:pt x="438475" y="0"/>
                  </a:cubicBezTo>
                  <a:cubicBezTo>
                    <a:pt x="188228" y="0"/>
                    <a:pt x="59639" y="89406"/>
                    <a:pt x="29819" y="276035"/>
                  </a:cubicBezTo>
                  <a:lnTo>
                    <a:pt x="282056" y="276035"/>
                  </a:lnTo>
                  <a:cubicBezTo>
                    <a:pt x="296804" y="226746"/>
                    <a:pt x="351730" y="203059"/>
                    <a:pt x="450909" y="203059"/>
                  </a:cubicBezTo>
                  <a:close/>
                  <a:moveTo>
                    <a:pt x="385615" y="854023"/>
                  </a:moveTo>
                  <a:cubicBezTo>
                    <a:pt x="296804" y="854023"/>
                    <a:pt x="250409" y="814551"/>
                    <a:pt x="244030" y="731760"/>
                  </a:cubicBezTo>
                  <a:cubicBezTo>
                    <a:pt x="244030" y="654874"/>
                    <a:pt x="300955" y="605582"/>
                    <a:pt x="412959" y="585808"/>
                  </a:cubicBezTo>
                  <a:cubicBezTo>
                    <a:pt x="495314" y="570016"/>
                    <a:pt x="571529" y="548404"/>
                    <a:pt x="636899" y="522724"/>
                  </a:cubicBezTo>
                  <a:lnTo>
                    <a:pt x="636899" y="619308"/>
                  </a:lnTo>
                  <a:cubicBezTo>
                    <a:pt x="636814" y="767250"/>
                    <a:pt x="541872" y="854023"/>
                    <a:pt x="385615" y="8540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5"/>
            <p:cNvSpPr/>
            <p:nvPr/>
          </p:nvSpPr>
          <p:spPr>
            <a:xfrm>
              <a:off x="5216460" y="4303183"/>
              <a:ext cx="408455" cy="1583837"/>
            </a:xfrm>
            <a:custGeom>
              <a:rect b="b" l="l" r="r" t="t"/>
              <a:pathLst>
                <a:path extrusionOk="0" h="1583837" w="408455">
                  <a:moveTo>
                    <a:pt x="244078" y="292465"/>
                  </a:moveTo>
                  <a:lnTo>
                    <a:pt x="244078" y="129683"/>
                  </a:lnTo>
                  <a:cubicBezTo>
                    <a:pt x="244078" y="62050"/>
                    <a:pt x="190904" y="0"/>
                    <a:pt x="126647" y="0"/>
                  </a:cubicBezTo>
                  <a:lnTo>
                    <a:pt x="48" y="0"/>
                  </a:lnTo>
                  <a:lnTo>
                    <a:pt x="48" y="1388707"/>
                  </a:lnTo>
                  <a:cubicBezTo>
                    <a:pt x="-1704" y="1505236"/>
                    <a:pt x="44215" y="1566253"/>
                    <a:pt x="139958" y="1576140"/>
                  </a:cubicBezTo>
                  <a:cubicBezTo>
                    <a:pt x="235938" y="1586027"/>
                    <a:pt x="325872" y="1586027"/>
                    <a:pt x="408456" y="1578216"/>
                  </a:cubicBezTo>
                  <a:lnTo>
                    <a:pt x="408456" y="1378820"/>
                  </a:lnTo>
                  <a:lnTo>
                    <a:pt x="329776" y="1378820"/>
                  </a:lnTo>
                  <a:cubicBezTo>
                    <a:pt x="269747" y="1378820"/>
                    <a:pt x="244078" y="1354017"/>
                    <a:pt x="244078" y="1308402"/>
                  </a:cubicBezTo>
                  <a:lnTo>
                    <a:pt x="244078" y="700816"/>
                  </a:lnTo>
                  <a:lnTo>
                    <a:pt x="244078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5"/>
            <p:cNvSpPr/>
            <p:nvPr/>
          </p:nvSpPr>
          <p:spPr>
            <a:xfrm>
              <a:off x="5647957" y="4819443"/>
              <a:ext cx="942548" cy="1081815"/>
            </a:xfrm>
            <a:custGeom>
              <a:rect b="b" l="l" r="r" t="t"/>
              <a:pathLst>
                <a:path extrusionOk="0" h="1081815" w="942548">
                  <a:moveTo>
                    <a:pt x="474350" y="223396"/>
                  </a:moveTo>
                  <a:cubicBezTo>
                    <a:pt x="610108" y="223396"/>
                    <a:pt x="677954" y="326920"/>
                    <a:pt x="677954" y="535718"/>
                  </a:cubicBezTo>
                  <a:cubicBezTo>
                    <a:pt x="676040" y="748907"/>
                    <a:pt x="608042" y="858416"/>
                    <a:pt x="472274" y="858416"/>
                  </a:cubicBezTo>
                  <a:cubicBezTo>
                    <a:pt x="336507" y="858416"/>
                    <a:pt x="266432" y="752822"/>
                    <a:pt x="264595" y="544015"/>
                  </a:cubicBezTo>
                  <a:cubicBezTo>
                    <a:pt x="264681" y="330908"/>
                    <a:pt x="334431" y="223396"/>
                    <a:pt x="474350" y="223396"/>
                  </a:cubicBezTo>
                  <a:close/>
                  <a:moveTo>
                    <a:pt x="474350" y="0"/>
                  </a:moveTo>
                  <a:cubicBezTo>
                    <a:pt x="156733" y="0"/>
                    <a:pt x="0" y="173868"/>
                    <a:pt x="0" y="544015"/>
                  </a:cubicBezTo>
                  <a:cubicBezTo>
                    <a:pt x="0" y="908984"/>
                    <a:pt x="156733" y="1081815"/>
                    <a:pt x="474350" y="1081815"/>
                  </a:cubicBezTo>
                  <a:cubicBezTo>
                    <a:pt x="788206" y="1081815"/>
                    <a:pt x="942549" y="908898"/>
                    <a:pt x="942549" y="544015"/>
                  </a:cubicBezTo>
                  <a:cubicBezTo>
                    <a:pt x="942549" y="173947"/>
                    <a:pt x="788206" y="0"/>
                    <a:pt x="474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45"/>
            <p:cNvSpPr/>
            <p:nvPr/>
          </p:nvSpPr>
          <p:spPr>
            <a:xfrm>
              <a:off x="6716152" y="4817830"/>
              <a:ext cx="963113" cy="1497041"/>
            </a:xfrm>
            <a:custGeom>
              <a:rect b="b" l="l" r="r" t="t"/>
              <a:pathLst>
                <a:path extrusionOk="0" h="1497041" w="963113">
                  <a:moveTo>
                    <a:pt x="414073" y="1083504"/>
                  </a:moveTo>
                  <a:cubicBezTo>
                    <a:pt x="547365" y="1083504"/>
                    <a:pt x="650524" y="1033974"/>
                    <a:pt x="719084" y="934438"/>
                  </a:cubicBezTo>
                  <a:lnTo>
                    <a:pt x="719084" y="1037641"/>
                  </a:lnTo>
                  <a:cubicBezTo>
                    <a:pt x="719084" y="1206805"/>
                    <a:pt x="646382" y="1293978"/>
                    <a:pt x="505036" y="1293978"/>
                  </a:cubicBezTo>
                  <a:cubicBezTo>
                    <a:pt x="393898" y="1293978"/>
                    <a:pt x="331156" y="1255697"/>
                    <a:pt x="313142" y="1174983"/>
                  </a:cubicBezTo>
                  <a:lnTo>
                    <a:pt x="27183" y="1174983"/>
                  </a:lnTo>
                  <a:cubicBezTo>
                    <a:pt x="86973" y="1395505"/>
                    <a:pt x="233585" y="1497042"/>
                    <a:pt x="474578" y="1497042"/>
                  </a:cubicBezTo>
                  <a:cubicBezTo>
                    <a:pt x="807733" y="1491536"/>
                    <a:pt x="963114" y="1370226"/>
                    <a:pt x="963114" y="1100649"/>
                  </a:cubicBezTo>
                  <a:lnTo>
                    <a:pt x="963114" y="465398"/>
                  </a:lnTo>
                  <a:cubicBezTo>
                    <a:pt x="963114" y="140866"/>
                    <a:pt x="809732" y="-1817"/>
                    <a:pt x="484861" y="17"/>
                  </a:cubicBezTo>
                  <a:cubicBezTo>
                    <a:pt x="158485" y="5601"/>
                    <a:pt x="0" y="166548"/>
                    <a:pt x="0" y="530559"/>
                  </a:cubicBezTo>
                  <a:cubicBezTo>
                    <a:pt x="76" y="907720"/>
                    <a:pt x="135283" y="1083504"/>
                    <a:pt x="414073" y="1083504"/>
                  </a:cubicBezTo>
                  <a:close/>
                  <a:moveTo>
                    <a:pt x="488850" y="860105"/>
                  </a:moveTo>
                  <a:cubicBezTo>
                    <a:pt x="343437" y="860105"/>
                    <a:pt x="270650" y="753073"/>
                    <a:pt x="264671" y="538846"/>
                  </a:cubicBezTo>
                  <a:cubicBezTo>
                    <a:pt x="264671" y="314177"/>
                    <a:pt x="339448" y="202997"/>
                    <a:pt x="492915" y="202997"/>
                  </a:cubicBezTo>
                  <a:cubicBezTo>
                    <a:pt x="646382" y="202997"/>
                    <a:pt x="720922" y="314177"/>
                    <a:pt x="719084" y="538846"/>
                  </a:cubicBezTo>
                  <a:cubicBezTo>
                    <a:pt x="711115" y="753073"/>
                    <a:pt x="634263" y="860105"/>
                    <a:pt x="488850" y="8601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45"/>
            <p:cNvSpPr/>
            <p:nvPr/>
          </p:nvSpPr>
          <p:spPr>
            <a:xfrm>
              <a:off x="4661889" y="4843290"/>
              <a:ext cx="419889" cy="1039937"/>
            </a:xfrm>
            <a:custGeom>
              <a:rect b="b" l="l" r="r" t="t"/>
              <a:pathLst>
                <a:path extrusionOk="0" h="1039937" w="419889">
                  <a:moveTo>
                    <a:pt x="0" y="1039938"/>
                  </a:moveTo>
                  <a:lnTo>
                    <a:pt x="264595" y="1039938"/>
                  </a:lnTo>
                  <a:lnTo>
                    <a:pt x="264595" y="492412"/>
                  </a:lnTo>
                  <a:cubicBezTo>
                    <a:pt x="264595" y="363368"/>
                    <a:pt x="316331" y="20497"/>
                    <a:pt x="419890" y="0"/>
                  </a:cubicBezTo>
                  <a:cubicBezTo>
                    <a:pt x="146841" y="33737"/>
                    <a:pt x="6931" y="198992"/>
                    <a:pt x="0" y="496403"/>
                  </a:cubicBezTo>
                  <a:lnTo>
                    <a:pt x="0" y="10399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45"/>
            <p:cNvSpPr/>
            <p:nvPr/>
          </p:nvSpPr>
          <p:spPr>
            <a:xfrm>
              <a:off x="4661889" y="4488137"/>
              <a:ext cx="244020" cy="471437"/>
            </a:xfrm>
            <a:custGeom>
              <a:rect b="b" l="l" r="r" t="t"/>
              <a:pathLst>
                <a:path extrusionOk="0" h="471437" w="244020">
                  <a:moveTo>
                    <a:pt x="244020" y="292465"/>
                  </a:moveTo>
                  <a:lnTo>
                    <a:pt x="244020" y="129683"/>
                  </a:lnTo>
                  <a:cubicBezTo>
                    <a:pt x="244020" y="62050"/>
                    <a:pt x="190846" y="0"/>
                    <a:pt x="126513" y="0"/>
                  </a:cubicBezTo>
                  <a:lnTo>
                    <a:pt x="0" y="0"/>
                  </a:lnTo>
                  <a:lnTo>
                    <a:pt x="152" y="471438"/>
                  </a:lnTo>
                  <a:lnTo>
                    <a:pt x="244020" y="471438"/>
                  </a:lnTo>
                  <a:lnTo>
                    <a:pt x="244020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45"/>
            <p:cNvSpPr/>
            <p:nvPr/>
          </p:nvSpPr>
          <p:spPr>
            <a:xfrm>
              <a:off x="4025065" y="4842652"/>
              <a:ext cx="522658" cy="1040575"/>
            </a:xfrm>
            <a:custGeom>
              <a:rect b="b" l="l" r="r" t="t"/>
              <a:pathLst>
                <a:path extrusionOk="0" h="1040575" w="522658">
                  <a:moveTo>
                    <a:pt x="0" y="1040576"/>
                  </a:moveTo>
                  <a:lnTo>
                    <a:pt x="264604" y="1040576"/>
                  </a:lnTo>
                  <a:lnTo>
                    <a:pt x="264604" y="493050"/>
                  </a:lnTo>
                  <a:cubicBezTo>
                    <a:pt x="264604" y="339762"/>
                    <a:pt x="337544" y="262078"/>
                    <a:pt x="483356" y="262078"/>
                  </a:cubicBezTo>
                  <a:lnTo>
                    <a:pt x="522658" y="262078"/>
                  </a:lnTo>
                  <a:lnTo>
                    <a:pt x="522658" y="0"/>
                  </a:lnTo>
                  <a:cubicBezTo>
                    <a:pt x="214534" y="21774"/>
                    <a:pt x="7417" y="184795"/>
                    <a:pt x="86" y="496955"/>
                  </a:cubicBezTo>
                  <a:lnTo>
                    <a:pt x="86" y="1040576"/>
                  </a:lnTo>
                  <a:lnTo>
                    <a:pt x="0" y="10405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45"/>
            <p:cNvSpPr/>
            <p:nvPr/>
          </p:nvSpPr>
          <p:spPr>
            <a:xfrm>
              <a:off x="356946" y="6029112"/>
              <a:ext cx="1060969" cy="277368"/>
            </a:xfrm>
            <a:custGeom>
              <a:rect b="b" l="l" r="r" t="t"/>
              <a:pathLst>
                <a:path extrusionOk="0" h="277368" w="1060969">
                  <a:moveTo>
                    <a:pt x="101302" y="277368"/>
                  </a:moveTo>
                  <a:cubicBezTo>
                    <a:pt x="87338" y="277368"/>
                    <a:pt x="74263" y="276225"/>
                    <a:pt x="62076" y="273939"/>
                  </a:cubicBezTo>
                  <a:cubicBezTo>
                    <a:pt x="49889" y="271396"/>
                    <a:pt x="38591" y="267586"/>
                    <a:pt x="28182" y="262509"/>
                  </a:cubicBezTo>
                  <a:cubicBezTo>
                    <a:pt x="17772" y="257175"/>
                    <a:pt x="8378" y="250698"/>
                    <a:pt x="0" y="243078"/>
                  </a:cubicBezTo>
                  <a:lnTo>
                    <a:pt x="11806" y="219075"/>
                  </a:lnTo>
                  <a:cubicBezTo>
                    <a:pt x="25516" y="230505"/>
                    <a:pt x="39226" y="238630"/>
                    <a:pt x="52936" y="243459"/>
                  </a:cubicBezTo>
                  <a:cubicBezTo>
                    <a:pt x="66900" y="248288"/>
                    <a:pt x="83149" y="250698"/>
                    <a:pt x="101683" y="250698"/>
                  </a:cubicBezTo>
                  <a:cubicBezTo>
                    <a:pt x="123264" y="250698"/>
                    <a:pt x="140021" y="246507"/>
                    <a:pt x="151953" y="238125"/>
                  </a:cubicBezTo>
                  <a:cubicBezTo>
                    <a:pt x="163886" y="229486"/>
                    <a:pt x="169853" y="217427"/>
                    <a:pt x="169853" y="201930"/>
                  </a:cubicBezTo>
                  <a:cubicBezTo>
                    <a:pt x="169853" y="192529"/>
                    <a:pt x="166806" y="185042"/>
                    <a:pt x="160712" y="179451"/>
                  </a:cubicBezTo>
                  <a:cubicBezTo>
                    <a:pt x="154873" y="173612"/>
                    <a:pt x="146748" y="169040"/>
                    <a:pt x="136339" y="165735"/>
                  </a:cubicBezTo>
                  <a:cubicBezTo>
                    <a:pt x="126183" y="162182"/>
                    <a:pt x="114631" y="158877"/>
                    <a:pt x="101683" y="155829"/>
                  </a:cubicBezTo>
                  <a:cubicBezTo>
                    <a:pt x="88735" y="153038"/>
                    <a:pt x="76421" y="149857"/>
                    <a:pt x="64742" y="146304"/>
                  </a:cubicBezTo>
                  <a:cubicBezTo>
                    <a:pt x="53063" y="142494"/>
                    <a:pt x="42654" y="137798"/>
                    <a:pt x="33514" y="132207"/>
                  </a:cubicBezTo>
                  <a:cubicBezTo>
                    <a:pt x="24627" y="126616"/>
                    <a:pt x="17645" y="119510"/>
                    <a:pt x="12568" y="110871"/>
                  </a:cubicBezTo>
                  <a:cubicBezTo>
                    <a:pt x="7490" y="102232"/>
                    <a:pt x="4951" y="91440"/>
                    <a:pt x="4951" y="78486"/>
                  </a:cubicBezTo>
                  <a:cubicBezTo>
                    <a:pt x="4951" y="62989"/>
                    <a:pt x="9013" y="49406"/>
                    <a:pt x="17138" y="37719"/>
                  </a:cubicBezTo>
                  <a:cubicBezTo>
                    <a:pt x="25262" y="25784"/>
                    <a:pt x="36687" y="16507"/>
                    <a:pt x="51413" y="9906"/>
                  </a:cubicBezTo>
                  <a:cubicBezTo>
                    <a:pt x="66138" y="3305"/>
                    <a:pt x="83530" y="0"/>
                    <a:pt x="103587" y="0"/>
                  </a:cubicBezTo>
                  <a:cubicBezTo>
                    <a:pt x="116028" y="0"/>
                    <a:pt x="127961" y="1400"/>
                    <a:pt x="139386" y="4191"/>
                  </a:cubicBezTo>
                  <a:cubicBezTo>
                    <a:pt x="150811" y="6734"/>
                    <a:pt x="161348" y="10544"/>
                    <a:pt x="170995" y="15621"/>
                  </a:cubicBezTo>
                  <a:cubicBezTo>
                    <a:pt x="180897" y="20698"/>
                    <a:pt x="189656" y="26927"/>
                    <a:pt x="197273" y="34290"/>
                  </a:cubicBezTo>
                  <a:lnTo>
                    <a:pt x="185086" y="58293"/>
                  </a:lnTo>
                  <a:cubicBezTo>
                    <a:pt x="172645" y="47368"/>
                    <a:pt x="159824" y="39367"/>
                    <a:pt x="146622" y="34290"/>
                  </a:cubicBezTo>
                  <a:cubicBezTo>
                    <a:pt x="133419" y="29213"/>
                    <a:pt x="119075" y="26670"/>
                    <a:pt x="103587" y="26670"/>
                  </a:cubicBezTo>
                  <a:cubicBezTo>
                    <a:pt x="82515" y="26670"/>
                    <a:pt x="66011" y="31118"/>
                    <a:pt x="54079" y="40005"/>
                  </a:cubicBezTo>
                  <a:cubicBezTo>
                    <a:pt x="42146" y="48892"/>
                    <a:pt x="36179" y="61341"/>
                    <a:pt x="36179" y="77343"/>
                  </a:cubicBezTo>
                  <a:cubicBezTo>
                    <a:pt x="36179" y="87249"/>
                    <a:pt x="38845" y="95250"/>
                    <a:pt x="44177" y="101346"/>
                  </a:cubicBezTo>
                  <a:cubicBezTo>
                    <a:pt x="49509" y="107442"/>
                    <a:pt x="56998" y="112395"/>
                    <a:pt x="66646" y="116205"/>
                  </a:cubicBezTo>
                  <a:cubicBezTo>
                    <a:pt x="76294" y="119758"/>
                    <a:pt x="87338" y="123063"/>
                    <a:pt x="99779" y="126111"/>
                  </a:cubicBezTo>
                  <a:cubicBezTo>
                    <a:pt x="112981" y="129159"/>
                    <a:pt x="125676" y="132464"/>
                    <a:pt x="137862" y="136017"/>
                  </a:cubicBezTo>
                  <a:cubicBezTo>
                    <a:pt x="150049" y="139570"/>
                    <a:pt x="160839" y="144018"/>
                    <a:pt x="170233" y="149352"/>
                  </a:cubicBezTo>
                  <a:cubicBezTo>
                    <a:pt x="179881" y="154429"/>
                    <a:pt x="187498" y="161163"/>
                    <a:pt x="193084" y="169545"/>
                  </a:cubicBezTo>
                  <a:cubicBezTo>
                    <a:pt x="198669" y="177670"/>
                    <a:pt x="201462" y="188090"/>
                    <a:pt x="201462" y="200787"/>
                  </a:cubicBezTo>
                  <a:cubicBezTo>
                    <a:pt x="201462" y="216284"/>
                    <a:pt x="197399" y="229743"/>
                    <a:pt x="189275" y="241173"/>
                  </a:cubicBezTo>
                  <a:cubicBezTo>
                    <a:pt x="181151" y="252603"/>
                    <a:pt x="169598" y="261490"/>
                    <a:pt x="154619" y="267843"/>
                  </a:cubicBezTo>
                  <a:cubicBezTo>
                    <a:pt x="139640" y="274196"/>
                    <a:pt x="121867" y="277368"/>
                    <a:pt x="101302" y="277368"/>
                  </a:cubicBezTo>
                  <a:close/>
                  <a:moveTo>
                    <a:pt x="248704" y="274320"/>
                  </a:moveTo>
                  <a:lnTo>
                    <a:pt x="248704" y="136398"/>
                  </a:lnTo>
                  <a:cubicBezTo>
                    <a:pt x="248704" y="127511"/>
                    <a:pt x="248449" y="118615"/>
                    <a:pt x="247942" y="109728"/>
                  </a:cubicBezTo>
                  <a:cubicBezTo>
                    <a:pt x="247688" y="100584"/>
                    <a:pt x="246926" y="91564"/>
                    <a:pt x="245657" y="82677"/>
                  </a:cubicBezTo>
                  <a:lnTo>
                    <a:pt x="274981" y="82677"/>
                  </a:lnTo>
                  <a:lnTo>
                    <a:pt x="278409" y="122301"/>
                  </a:lnTo>
                  <a:lnTo>
                    <a:pt x="274600" y="124968"/>
                  </a:lnTo>
                  <a:cubicBezTo>
                    <a:pt x="279170" y="109985"/>
                    <a:pt x="287040" y="98422"/>
                    <a:pt x="298212" y="90297"/>
                  </a:cubicBezTo>
                  <a:cubicBezTo>
                    <a:pt x="309637" y="82172"/>
                    <a:pt x="323093" y="78105"/>
                    <a:pt x="338581" y="78105"/>
                  </a:cubicBezTo>
                  <a:cubicBezTo>
                    <a:pt x="357114" y="78105"/>
                    <a:pt x="371459" y="82677"/>
                    <a:pt x="381615" y="91821"/>
                  </a:cubicBezTo>
                  <a:cubicBezTo>
                    <a:pt x="392024" y="100965"/>
                    <a:pt x="398625" y="114938"/>
                    <a:pt x="401419" y="133731"/>
                  </a:cubicBezTo>
                  <a:lnTo>
                    <a:pt x="392278" y="128778"/>
                  </a:lnTo>
                  <a:cubicBezTo>
                    <a:pt x="396340" y="113281"/>
                    <a:pt x="404465" y="100965"/>
                    <a:pt x="416652" y="91821"/>
                  </a:cubicBezTo>
                  <a:cubicBezTo>
                    <a:pt x="429092" y="82677"/>
                    <a:pt x="443944" y="78105"/>
                    <a:pt x="461210" y="78105"/>
                  </a:cubicBezTo>
                  <a:cubicBezTo>
                    <a:pt x="482282" y="78105"/>
                    <a:pt x="498151" y="84458"/>
                    <a:pt x="508814" y="97155"/>
                  </a:cubicBezTo>
                  <a:cubicBezTo>
                    <a:pt x="519477" y="109604"/>
                    <a:pt x="524809" y="128521"/>
                    <a:pt x="524809" y="153924"/>
                  </a:cubicBezTo>
                  <a:lnTo>
                    <a:pt x="524809" y="274320"/>
                  </a:lnTo>
                  <a:lnTo>
                    <a:pt x="493961" y="274320"/>
                  </a:lnTo>
                  <a:lnTo>
                    <a:pt x="493961" y="155448"/>
                  </a:lnTo>
                  <a:cubicBezTo>
                    <a:pt x="493961" y="137665"/>
                    <a:pt x="490787" y="124711"/>
                    <a:pt x="484441" y="116586"/>
                  </a:cubicBezTo>
                  <a:cubicBezTo>
                    <a:pt x="478093" y="108204"/>
                    <a:pt x="468065" y="104013"/>
                    <a:pt x="454355" y="104013"/>
                  </a:cubicBezTo>
                  <a:cubicBezTo>
                    <a:pt x="438360" y="104013"/>
                    <a:pt x="425664" y="109471"/>
                    <a:pt x="416271" y="120396"/>
                  </a:cubicBezTo>
                  <a:cubicBezTo>
                    <a:pt x="407131" y="131321"/>
                    <a:pt x="402561" y="146180"/>
                    <a:pt x="402561" y="164973"/>
                  </a:cubicBezTo>
                  <a:lnTo>
                    <a:pt x="402561" y="274320"/>
                  </a:lnTo>
                  <a:lnTo>
                    <a:pt x="371713" y="274320"/>
                  </a:lnTo>
                  <a:lnTo>
                    <a:pt x="371713" y="155448"/>
                  </a:lnTo>
                  <a:cubicBezTo>
                    <a:pt x="371713" y="137665"/>
                    <a:pt x="368412" y="124711"/>
                    <a:pt x="361812" y="116586"/>
                  </a:cubicBezTo>
                  <a:cubicBezTo>
                    <a:pt x="355464" y="108204"/>
                    <a:pt x="345436" y="104013"/>
                    <a:pt x="331726" y="104013"/>
                  </a:cubicBezTo>
                  <a:cubicBezTo>
                    <a:pt x="315476" y="104013"/>
                    <a:pt x="302655" y="109471"/>
                    <a:pt x="293261" y="120396"/>
                  </a:cubicBezTo>
                  <a:cubicBezTo>
                    <a:pt x="284121" y="131321"/>
                    <a:pt x="279551" y="146180"/>
                    <a:pt x="279551" y="164973"/>
                  </a:cubicBezTo>
                  <a:lnTo>
                    <a:pt x="279551" y="274320"/>
                  </a:lnTo>
                  <a:lnTo>
                    <a:pt x="248704" y="274320"/>
                  </a:lnTo>
                  <a:close/>
                  <a:moveTo>
                    <a:pt x="656923" y="276987"/>
                  </a:moveTo>
                  <a:cubicBezTo>
                    <a:pt x="639913" y="276987"/>
                    <a:pt x="624933" y="273053"/>
                    <a:pt x="611984" y="265176"/>
                  </a:cubicBezTo>
                  <a:cubicBezTo>
                    <a:pt x="599290" y="257051"/>
                    <a:pt x="589388" y="245621"/>
                    <a:pt x="582279" y="230886"/>
                  </a:cubicBezTo>
                  <a:cubicBezTo>
                    <a:pt x="575424" y="215903"/>
                    <a:pt x="571997" y="198377"/>
                    <a:pt x="571997" y="178308"/>
                  </a:cubicBezTo>
                  <a:cubicBezTo>
                    <a:pt x="571997" y="158239"/>
                    <a:pt x="575552" y="140713"/>
                    <a:pt x="582660" y="125730"/>
                  </a:cubicBezTo>
                  <a:cubicBezTo>
                    <a:pt x="589769" y="110747"/>
                    <a:pt x="599671" y="99060"/>
                    <a:pt x="612365" y="90678"/>
                  </a:cubicBezTo>
                  <a:cubicBezTo>
                    <a:pt x="625313" y="82296"/>
                    <a:pt x="640166" y="78105"/>
                    <a:pt x="656923" y="78105"/>
                  </a:cubicBezTo>
                  <a:cubicBezTo>
                    <a:pt x="674441" y="78105"/>
                    <a:pt x="689294" y="82420"/>
                    <a:pt x="701481" y="91059"/>
                  </a:cubicBezTo>
                  <a:cubicBezTo>
                    <a:pt x="713667" y="99698"/>
                    <a:pt x="721919" y="112014"/>
                    <a:pt x="726235" y="128016"/>
                  </a:cubicBezTo>
                  <a:lnTo>
                    <a:pt x="721665" y="131064"/>
                  </a:lnTo>
                  <a:lnTo>
                    <a:pt x="721665" y="82677"/>
                  </a:lnTo>
                  <a:lnTo>
                    <a:pt x="752132" y="82677"/>
                  </a:lnTo>
                  <a:lnTo>
                    <a:pt x="752132" y="274320"/>
                  </a:lnTo>
                  <a:lnTo>
                    <a:pt x="721665" y="274320"/>
                  </a:lnTo>
                  <a:lnTo>
                    <a:pt x="721665" y="224790"/>
                  </a:lnTo>
                  <a:lnTo>
                    <a:pt x="726235" y="227076"/>
                  </a:lnTo>
                  <a:cubicBezTo>
                    <a:pt x="721919" y="243078"/>
                    <a:pt x="713667" y="255394"/>
                    <a:pt x="701481" y="264033"/>
                  </a:cubicBezTo>
                  <a:cubicBezTo>
                    <a:pt x="689294" y="272672"/>
                    <a:pt x="674441" y="276987"/>
                    <a:pt x="656923" y="276987"/>
                  </a:cubicBezTo>
                  <a:close/>
                  <a:moveTo>
                    <a:pt x="663016" y="251460"/>
                  </a:moveTo>
                  <a:cubicBezTo>
                    <a:pt x="681805" y="251460"/>
                    <a:pt x="696276" y="245107"/>
                    <a:pt x="706431" y="232410"/>
                  </a:cubicBezTo>
                  <a:cubicBezTo>
                    <a:pt x="716587" y="219456"/>
                    <a:pt x="721665" y="201168"/>
                    <a:pt x="721665" y="177546"/>
                  </a:cubicBezTo>
                  <a:cubicBezTo>
                    <a:pt x="721665" y="153924"/>
                    <a:pt x="716461" y="135760"/>
                    <a:pt x="706051" y="123063"/>
                  </a:cubicBezTo>
                  <a:cubicBezTo>
                    <a:pt x="695896" y="110366"/>
                    <a:pt x="681550" y="104013"/>
                    <a:pt x="663016" y="104013"/>
                  </a:cubicBezTo>
                  <a:cubicBezTo>
                    <a:pt x="644229" y="104013"/>
                    <a:pt x="629503" y="110614"/>
                    <a:pt x="618839" y="123825"/>
                  </a:cubicBezTo>
                  <a:cubicBezTo>
                    <a:pt x="608430" y="136779"/>
                    <a:pt x="603225" y="154943"/>
                    <a:pt x="603225" y="178308"/>
                  </a:cubicBezTo>
                  <a:cubicBezTo>
                    <a:pt x="603225" y="201673"/>
                    <a:pt x="608430" y="219713"/>
                    <a:pt x="618839" y="232410"/>
                  </a:cubicBezTo>
                  <a:cubicBezTo>
                    <a:pt x="629503" y="245107"/>
                    <a:pt x="644229" y="251460"/>
                    <a:pt x="663016" y="251460"/>
                  </a:cubicBezTo>
                  <a:close/>
                  <a:moveTo>
                    <a:pt x="811774" y="274320"/>
                  </a:moveTo>
                  <a:lnTo>
                    <a:pt x="811774" y="136398"/>
                  </a:lnTo>
                  <a:cubicBezTo>
                    <a:pt x="811774" y="127511"/>
                    <a:pt x="811520" y="118615"/>
                    <a:pt x="811013" y="109728"/>
                  </a:cubicBezTo>
                  <a:cubicBezTo>
                    <a:pt x="810758" y="100584"/>
                    <a:pt x="809997" y="91564"/>
                    <a:pt x="808728" y="82677"/>
                  </a:cubicBezTo>
                  <a:lnTo>
                    <a:pt x="838052" y="82677"/>
                  </a:lnTo>
                  <a:lnTo>
                    <a:pt x="842241" y="129921"/>
                  </a:lnTo>
                  <a:lnTo>
                    <a:pt x="838052" y="128778"/>
                  </a:lnTo>
                  <a:cubicBezTo>
                    <a:pt x="841606" y="112014"/>
                    <a:pt x="849223" y="99441"/>
                    <a:pt x="860902" y="91059"/>
                  </a:cubicBezTo>
                  <a:cubicBezTo>
                    <a:pt x="872835" y="82420"/>
                    <a:pt x="886164" y="78105"/>
                    <a:pt x="900890" y="78105"/>
                  </a:cubicBezTo>
                  <a:cubicBezTo>
                    <a:pt x="904191" y="78105"/>
                    <a:pt x="907237" y="78362"/>
                    <a:pt x="910030" y="78867"/>
                  </a:cubicBezTo>
                  <a:cubicBezTo>
                    <a:pt x="913076" y="79124"/>
                    <a:pt x="915869" y="79629"/>
                    <a:pt x="918408" y="80391"/>
                  </a:cubicBezTo>
                  <a:lnTo>
                    <a:pt x="917646" y="108585"/>
                  </a:lnTo>
                  <a:cubicBezTo>
                    <a:pt x="911807" y="106556"/>
                    <a:pt x="905079" y="105537"/>
                    <a:pt x="897462" y="105537"/>
                  </a:cubicBezTo>
                  <a:cubicBezTo>
                    <a:pt x="884260" y="105537"/>
                    <a:pt x="873596" y="108461"/>
                    <a:pt x="865472" y="114300"/>
                  </a:cubicBezTo>
                  <a:cubicBezTo>
                    <a:pt x="857601" y="120139"/>
                    <a:pt x="851762" y="127635"/>
                    <a:pt x="847954" y="136779"/>
                  </a:cubicBezTo>
                  <a:cubicBezTo>
                    <a:pt x="844399" y="145666"/>
                    <a:pt x="842622" y="155067"/>
                    <a:pt x="842622" y="164973"/>
                  </a:cubicBezTo>
                  <a:lnTo>
                    <a:pt x="842622" y="274320"/>
                  </a:lnTo>
                  <a:lnTo>
                    <a:pt x="811774" y="274320"/>
                  </a:lnTo>
                  <a:close/>
                  <a:moveTo>
                    <a:pt x="937959" y="107061"/>
                  </a:moveTo>
                  <a:lnTo>
                    <a:pt x="937959" y="82677"/>
                  </a:lnTo>
                  <a:lnTo>
                    <a:pt x="1060969" y="82677"/>
                  </a:lnTo>
                  <a:lnTo>
                    <a:pt x="1060969" y="107061"/>
                  </a:lnTo>
                  <a:lnTo>
                    <a:pt x="937959" y="107061"/>
                  </a:lnTo>
                  <a:close/>
                  <a:moveTo>
                    <a:pt x="1060207" y="246888"/>
                  </a:moveTo>
                  <a:lnTo>
                    <a:pt x="1060207" y="273177"/>
                  </a:lnTo>
                  <a:cubicBezTo>
                    <a:pt x="1055894" y="274444"/>
                    <a:pt x="1051582" y="275339"/>
                    <a:pt x="1047259" y="275844"/>
                  </a:cubicBezTo>
                  <a:cubicBezTo>
                    <a:pt x="1043203" y="276606"/>
                    <a:pt x="1038633" y="276987"/>
                    <a:pt x="1033549" y="276987"/>
                  </a:cubicBezTo>
                  <a:cubicBezTo>
                    <a:pt x="1015783" y="276987"/>
                    <a:pt x="1001559" y="271910"/>
                    <a:pt x="990895" y="261747"/>
                  </a:cubicBezTo>
                  <a:cubicBezTo>
                    <a:pt x="980489" y="251584"/>
                    <a:pt x="975281" y="236344"/>
                    <a:pt x="975281" y="216027"/>
                  </a:cubicBezTo>
                  <a:lnTo>
                    <a:pt x="975281" y="33528"/>
                  </a:lnTo>
                  <a:lnTo>
                    <a:pt x="1006129" y="22479"/>
                  </a:lnTo>
                  <a:lnTo>
                    <a:pt x="1006129" y="211836"/>
                  </a:lnTo>
                  <a:cubicBezTo>
                    <a:pt x="1006129" y="221999"/>
                    <a:pt x="1007528" y="229867"/>
                    <a:pt x="1010318" y="235458"/>
                  </a:cubicBezTo>
                  <a:cubicBezTo>
                    <a:pt x="1013365" y="241049"/>
                    <a:pt x="1017430" y="244983"/>
                    <a:pt x="1022505" y="247269"/>
                  </a:cubicBezTo>
                  <a:cubicBezTo>
                    <a:pt x="1027589" y="249298"/>
                    <a:pt x="1033301" y="250317"/>
                    <a:pt x="1039642" y="250317"/>
                  </a:cubicBezTo>
                  <a:cubicBezTo>
                    <a:pt x="1043451" y="250317"/>
                    <a:pt x="1046878" y="250060"/>
                    <a:pt x="1049925" y="249555"/>
                  </a:cubicBezTo>
                  <a:cubicBezTo>
                    <a:pt x="1052972" y="249050"/>
                    <a:pt x="1056399" y="248155"/>
                    <a:pt x="1060207" y="2468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45"/>
            <p:cNvSpPr/>
            <p:nvPr/>
          </p:nvSpPr>
          <p:spPr>
            <a:xfrm>
              <a:off x="2533419" y="6030637"/>
              <a:ext cx="1481153" cy="357758"/>
            </a:xfrm>
            <a:custGeom>
              <a:rect b="b" l="l" r="r" t="t"/>
              <a:pathLst>
                <a:path extrusionOk="0" h="357758" w="1481153">
                  <a:moveTo>
                    <a:pt x="0" y="272796"/>
                  </a:moveTo>
                  <a:lnTo>
                    <a:pt x="0" y="1524"/>
                  </a:lnTo>
                  <a:lnTo>
                    <a:pt x="31228" y="1524"/>
                  </a:lnTo>
                  <a:lnTo>
                    <a:pt x="31228" y="246126"/>
                  </a:lnTo>
                  <a:lnTo>
                    <a:pt x="167187" y="246126"/>
                  </a:lnTo>
                  <a:lnTo>
                    <a:pt x="167187" y="272796"/>
                  </a:lnTo>
                  <a:lnTo>
                    <a:pt x="0" y="272796"/>
                  </a:lnTo>
                  <a:close/>
                  <a:moveTo>
                    <a:pt x="282561" y="275463"/>
                  </a:moveTo>
                  <a:cubicBezTo>
                    <a:pt x="264281" y="275463"/>
                    <a:pt x="248285" y="271396"/>
                    <a:pt x="234576" y="263271"/>
                  </a:cubicBezTo>
                  <a:cubicBezTo>
                    <a:pt x="221113" y="255146"/>
                    <a:pt x="210583" y="243716"/>
                    <a:pt x="202966" y="228981"/>
                  </a:cubicBezTo>
                  <a:cubicBezTo>
                    <a:pt x="195597" y="213998"/>
                    <a:pt x="191922" y="196339"/>
                    <a:pt x="191922" y="176022"/>
                  </a:cubicBezTo>
                  <a:cubicBezTo>
                    <a:pt x="191922" y="155953"/>
                    <a:pt x="195597" y="138427"/>
                    <a:pt x="202966" y="123444"/>
                  </a:cubicBezTo>
                  <a:cubicBezTo>
                    <a:pt x="210583" y="108461"/>
                    <a:pt x="221113" y="96898"/>
                    <a:pt x="234576" y="88773"/>
                  </a:cubicBezTo>
                  <a:cubicBezTo>
                    <a:pt x="248285" y="80648"/>
                    <a:pt x="264281" y="76581"/>
                    <a:pt x="282561" y="76581"/>
                  </a:cubicBezTo>
                  <a:cubicBezTo>
                    <a:pt x="300841" y="76581"/>
                    <a:pt x="316703" y="80648"/>
                    <a:pt x="330165" y="88773"/>
                  </a:cubicBezTo>
                  <a:cubicBezTo>
                    <a:pt x="343875" y="96898"/>
                    <a:pt x="354405" y="108461"/>
                    <a:pt x="361774" y="123444"/>
                  </a:cubicBezTo>
                  <a:cubicBezTo>
                    <a:pt x="369391" y="138427"/>
                    <a:pt x="373199" y="155953"/>
                    <a:pt x="373199" y="176022"/>
                  </a:cubicBezTo>
                  <a:cubicBezTo>
                    <a:pt x="373199" y="196339"/>
                    <a:pt x="369391" y="213998"/>
                    <a:pt x="361774" y="228981"/>
                  </a:cubicBezTo>
                  <a:cubicBezTo>
                    <a:pt x="354405" y="243716"/>
                    <a:pt x="343875" y="255146"/>
                    <a:pt x="330165" y="263271"/>
                  </a:cubicBezTo>
                  <a:cubicBezTo>
                    <a:pt x="316703" y="271396"/>
                    <a:pt x="300841" y="275463"/>
                    <a:pt x="282561" y="275463"/>
                  </a:cubicBezTo>
                  <a:close/>
                  <a:moveTo>
                    <a:pt x="282561" y="249936"/>
                  </a:moveTo>
                  <a:cubicBezTo>
                    <a:pt x="301345" y="249936"/>
                    <a:pt x="315817" y="243716"/>
                    <a:pt x="325976" y="231267"/>
                  </a:cubicBezTo>
                  <a:cubicBezTo>
                    <a:pt x="336382" y="218570"/>
                    <a:pt x="341590" y="200149"/>
                    <a:pt x="341590" y="176022"/>
                  </a:cubicBezTo>
                  <a:cubicBezTo>
                    <a:pt x="341590" y="152400"/>
                    <a:pt x="336382" y="134236"/>
                    <a:pt x="325976" y="121539"/>
                  </a:cubicBezTo>
                  <a:cubicBezTo>
                    <a:pt x="315560" y="108842"/>
                    <a:pt x="301088" y="102489"/>
                    <a:pt x="282561" y="102489"/>
                  </a:cubicBezTo>
                  <a:cubicBezTo>
                    <a:pt x="264024" y="102489"/>
                    <a:pt x="249428" y="108842"/>
                    <a:pt x="238765" y="121539"/>
                  </a:cubicBezTo>
                  <a:cubicBezTo>
                    <a:pt x="228349" y="134236"/>
                    <a:pt x="223150" y="152400"/>
                    <a:pt x="223150" y="176022"/>
                  </a:cubicBezTo>
                  <a:cubicBezTo>
                    <a:pt x="223150" y="200149"/>
                    <a:pt x="228225" y="218570"/>
                    <a:pt x="238384" y="231267"/>
                  </a:cubicBezTo>
                  <a:cubicBezTo>
                    <a:pt x="248790" y="243716"/>
                    <a:pt x="263519" y="249936"/>
                    <a:pt x="282561" y="249936"/>
                  </a:cubicBezTo>
                  <a:close/>
                  <a:moveTo>
                    <a:pt x="505445" y="357759"/>
                  </a:moveTo>
                  <a:cubicBezTo>
                    <a:pt x="476501" y="357759"/>
                    <a:pt x="451366" y="351158"/>
                    <a:pt x="430039" y="337947"/>
                  </a:cubicBezTo>
                  <a:lnTo>
                    <a:pt x="435371" y="312801"/>
                  </a:lnTo>
                  <a:cubicBezTo>
                    <a:pt x="447310" y="319659"/>
                    <a:pt x="458602" y="324612"/>
                    <a:pt x="469265" y="327660"/>
                  </a:cubicBezTo>
                  <a:cubicBezTo>
                    <a:pt x="479929" y="330708"/>
                    <a:pt x="491992" y="332232"/>
                    <a:pt x="505445" y="332232"/>
                  </a:cubicBezTo>
                  <a:cubicBezTo>
                    <a:pt x="523725" y="332232"/>
                    <a:pt x="537568" y="327279"/>
                    <a:pt x="546955" y="317373"/>
                  </a:cubicBezTo>
                  <a:cubicBezTo>
                    <a:pt x="556610" y="307724"/>
                    <a:pt x="561427" y="293246"/>
                    <a:pt x="561427" y="273939"/>
                  </a:cubicBezTo>
                  <a:lnTo>
                    <a:pt x="561427" y="222123"/>
                  </a:lnTo>
                  <a:lnTo>
                    <a:pt x="565617" y="217170"/>
                  </a:lnTo>
                  <a:cubicBezTo>
                    <a:pt x="562570" y="227333"/>
                    <a:pt x="557752" y="236220"/>
                    <a:pt x="551145" y="243840"/>
                  </a:cubicBezTo>
                  <a:cubicBezTo>
                    <a:pt x="544804" y="251203"/>
                    <a:pt x="536930" y="256918"/>
                    <a:pt x="527533" y="260985"/>
                  </a:cubicBezTo>
                  <a:cubicBezTo>
                    <a:pt x="518145" y="265052"/>
                    <a:pt x="507482" y="267081"/>
                    <a:pt x="495543" y="267081"/>
                  </a:cubicBezTo>
                  <a:cubicBezTo>
                    <a:pt x="478539" y="267081"/>
                    <a:pt x="463553" y="263147"/>
                    <a:pt x="450604" y="255270"/>
                  </a:cubicBezTo>
                  <a:cubicBezTo>
                    <a:pt x="437913" y="247145"/>
                    <a:pt x="427888" y="235963"/>
                    <a:pt x="420518" y="221742"/>
                  </a:cubicBezTo>
                  <a:cubicBezTo>
                    <a:pt x="413416" y="207521"/>
                    <a:pt x="409855" y="190881"/>
                    <a:pt x="409855" y="171831"/>
                  </a:cubicBezTo>
                  <a:cubicBezTo>
                    <a:pt x="409855" y="152781"/>
                    <a:pt x="413416" y="136141"/>
                    <a:pt x="420518" y="121920"/>
                  </a:cubicBezTo>
                  <a:cubicBezTo>
                    <a:pt x="427888" y="107699"/>
                    <a:pt x="437913" y="96650"/>
                    <a:pt x="450604" y="88773"/>
                  </a:cubicBezTo>
                  <a:cubicBezTo>
                    <a:pt x="463553" y="80648"/>
                    <a:pt x="478539" y="76581"/>
                    <a:pt x="495543" y="76581"/>
                  </a:cubicBezTo>
                  <a:cubicBezTo>
                    <a:pt x="513318" y="76581"/>
                    <a:pt x="528295" y="81029"/>
                    <a:pt x="540481" y="89916"/>
                  </a:cubicBezTo>
                  <a:cubicBezTo>
                    <a:pt x="552925" y="98555"/>
                    <a:pt x="561304" y="110747"/>
                    <a:pt x="565617" y="126492"/>
                  </a:cubicBezTo>
                  <a:lnTo>
                    <a:pt x="561047" y="122301"/>
                  </a:lnTo>
                  <a:lnTo>
                    <a:pt x="561047" y="81153"/>
                  </a:lnTo>
                  <a:lnTo>
                    <a:pt x="591894" y="81153"/>
                  </a:lnTo>
                  <a:lnTo>
                    <a:pt x="591894" y="271272"/>
                  </a:lnTo>
                  <a:cubicBezTo>
                    <a:pt x="591894" y="299971"/>
                    <a:pt x="584535" y="321564"/>
                    <a:pt x="569806" y="336042"/>
                  </a:cubicBezTo>
                  <a:cubicBezTo>
                    <a:pt x="555334" y="350520"/>
                    <a:pt x="533883" y="357759"/>
                    <a:pt x="505445" y="357759"/>
                  </a:cubicBezTo>
                  <a:close/>
                  <a:moveTo>
                    <a:pt x="501636" y="241173"/>
                  </a:moveTo>
                  <a:cubicBezTo>
                    <a:pt x="520173" y="241173"/>
                    <a:pt x="534645" y="235077"/>
                    <a:pt x="545051" y="222885"/>
                  </a:cubicBezTo>
                  <a:cubicBezTo>
                    <a:pt x="555715" y="210436"/>
                    <a:pt x="561047" y="193424"/>
                    <a:pt x="561047" y="171831"/>
                  </a:cubicBezTo>
                  <a:cubicBezTo>
                    <a:pt x="561047" y="150238"/>
                    <a:pt x="555715" y="133350"/>
                    <a:pt x="545051" y="121158"/>
                  </a:cubicBezTo>
                  <a:cubicBezTo>
                    <a:pt x="534645" y="108709"/>
                    <a:pt x="520173" y="102489"/>
                    <a:pt x="501636" y="102489"/>
                  </a:cubicBezTo>
                  <a:cubicBezTo>
                    <a:pt x="482851" y="102489"/>
                    <a:pt x="467999" y="108709"/>
                    <a:pt x="457079" y="121158"/>
                  </a:cubicBezTo>
                  <a:cubicBezTo>
                    <a:pt x="446415" y="133350"/>
                    <a:pt x="441083" y="150238"/>
                    <a:pt x="441083" y="171831"/>
                  </a:cubicBezTo>
                  <a:cubicBezTo>
                    <a:pt x="441083" y="193672"/>
                    <a:pt x="446415" y="210693"/>
                    <a:pt x="457079" y="222885"/>
                  </a:cubicBezTo>
                  <a:cubicBezTo>
                    <a:pt x="467999" y="235077"/>
                    <a:pt x="482851" y="241173"/>
                    <a:pt x="501636" y="241173"/>
                  </a:cubicBezTo>
                  <a:close/>
                  <a:moveTo>
                    <a:pt x="651124" y="272796"/>
                  </a:moveTo>
                  <a:lnTo>
                    <a:pt x="651124" y="81153"/>
                  </a:lnTo>
                  <a:lnTo>
                    <a:pt x="681971" y="81153"/>
                  </a:lnTo>
                  <a:lnTo>
                    <a:pt x="681971" y="272796"/>
                  </a:lnTo>
                  <a:lnTo>
                    <a:pt x="651124" y="272796"/>
                  </a:lnTo>
                  <a:close/>
                  <a:moveTo>
                    <a:pt x="648077" y="0"/>
                  </a:moveTo>
                  <a:lnTo>
                    <a:pt x="685780" y="0"/>
                  </a:lnTo>
                  <a:lnTo>
                    <a:pt x="685780" y="35052"/>
                  </a:lnTo>
                  <a:lnTo>
                    <a:pt x="648077" y="35052"/>
                  </a:lnTo>
                  <a:lnTo>
                    <a:pt x="648077" y="0"/>
                  </a:lnTo>
                  <a:close/>
                  <a:moveTo>
                    <a:pt x="806609" y="275463"/>
                  </a:moveTo>
                  <a:cubicBezTo>
                    <a:pt x="774371" y="275463"/>
                    <a:pt x="748856" y="267205"/>
                    <a:pt x="730061" y="250698"/>
                  </a:cubicBezTo>
                  <a:lnTo>
                    <a:pt x="740344" y="227838"/>
                  </a:lnTo>
                  <a:cubicBezTo>
                    <a:pt x="750502" y="235715"/>
                    <a:pt x="760909" y="241554"/>
                    <a:pt x="771572" y="245364"/>
                  </a:cubicBezTo>
                  <a:cubicBezTo>
                    <a:pt x="782493" y="248917"/>
                    <a:pt x="794556" y="250698"/>
                    <a:pt x="807751" y="250698"/>
                  </a:cubicBezTo>
                  <a:cubicBezTo>
                    <a:pt x="822223" y="250698"/>
                    <a:pt x="833144" y="248288"/>
                    <a:pt x="840503" y="243459"/>
                  </a:cubicBezTo>
                  <a:cubicBezTo>
                    <a:pt x="848120" y="238382"/>
                    <a:pt x="851929" y="231143"/>
                    <a:pt x="851929" y="221742"/>
                  </a:cubicBezTo>
                  <a:cubicBezTo>
                    <a:pt x="851929" y="214122"/>
                    <a:pt x="849396" y="208150"/>
                    <a:pt x="844312" y="203835"/>
                  </a:cubicBezTo>
                  <a:cubicBezTo>
                    <a:pt x="839237" y="199263"/>
                    <a:pt x="830859" y="195577"/>
                    <a:pt x="819177" y="192786"/>
                  </a:cubicBezTo>
                  <a:lnTo>
                    <a:pt x="786806" y="185166"/>
                  </a:lnTo>
                  <a:cubicBezTo>
                    <a:pt x="770811" y="181613"/>
                    <a:pt x="758376" y="175260"/>
                    <a:pt x="749484" y="166116"/>
                  </a:cubicBezTo>
                  <a:cubicBezTo>
                    <a:pt x="740858" y="156972"/>
                    <a:pt x="736535" y="146047"/>
                    <a:pt x="736535" y="133350"/>
                  </a:cubicBezTo>
                  <a:cubicBezTo>
                    <a:pt x="736535" y="122177"/>
                    <a:pt x="739582" y="112395"/>
                    <a:pt x="745675" y="104013"/>
                  </a:cubicBezTo>
                  <a:cubicBezTo>
                    <a:pt x="751769" y="95374"/>
                    <a:pt x="760280" y="88649"/>
                    <a:pt x="771191" y="83820"/>
                  </a:cubicBezTo>
                  <a:cubicBezTo>
                    <a:pt x="782112" y="78991"/>
                    <a:pt x="795060" y="76581"/>
                    <a:pt x="810037" y="76581"/>
                  </a:cubicBezTo>
                  <a:cubicBezTo>
                    <a:pt x="823499" y="76581"/>
                    <a:pt x="836190" y="78743"/>
                    <a:pt x="848120" y="83058"/>
                  </a:cubicBezTo>
                  <a:cubicBezTo>
                    <a:pt x="860059" y="87373"/>
                    <a:pt x="870085" y="93602"/>
                    <a:pt x="878206" y="101727"/>
                  </a:cubicBezTo>
                  <a:lnTo>
                    <a:pt x="867924" y="124206"/>
                  </a:lnTo>
                  <a:cubicBezTo>
                    <a:pt x="858784" y="116586"/>
                    <a:pt x="849396" y="110995"/>
                    <a:pt x="839742" y="107442"/>
                  </a:cubicBezTo>
                  <a:cubicBezTo>
                    <a:pt x="830354" y="103632"/>
                    <a:pt x="820452" y="101727"/>
                    <a:pt x="810037" y="101727"/>
                  </a:cubicBezTo>
                  <a:cubicBezTo>
                    <a:pt x="796327" y="101727"/>
                    <a:pt x="785663" y="104394"/>
                    <a:pt x="778046" y="109728"/>
                  </a:cubicBezTo>
                  <a:cubicBezTo>
                    <a:pt x="770687" y="115062"/>
                    <a:pt x="767002" y="122301"/>
                    <a:pt x="767002" y="131445"/>
                  </a:cubicBezTo>
                  <a:cubicBezTo>
                    <a:pt x="767002" y="139322"/>
                    <a:pt x="769287" y="145542"/>
                    <a:pt x="773857" y="150114"/>
                  </a:cubicBezTo>
                  <a:cubicBezTo>
                    <a:pt x="778684" y="154686"/>
                    <a:pt x="786301" y="158239"/>
                    <a:pt x="796708" y="160782"/>
                  </a:cubicBezTo>
                  <a:lnTo>
                    <a:pt x="829078" y="168783"/>
                  </a:lnTo>
                  <a:cubicBezTo>
                    <a:pt x="847111" y="172593"/>
                    <a:pt x="860307" y="178946"/>
                    <a:pt x="868685" y="187833"/>
                  </a:cubicBezTo>
                  <a:cubicBezTo>
                    <a:pt x="877321" y="196472"/>
                    <a:pt x="881634" y="207521"/>
                    <a:pt x="881634" y="220980"/>
                  </a:cubicBezTo>
                  <a:cubicBezTo>
                    <a:pt x="881634" y="237487"/>
                    <a:pt x="874912" y="250698"/>
                    <a:pt x="861449" y="260604"/>
                  </a:cubicBezTo>
                  <a:cubicBezTo>
                    <a:pt x="847996" y="270510"/>
                    <a:pt x="829716" y="275463"/>
                    <a:pt x="806609" y="275463"/>
                  </a:cubicBezTo>
                  <a:close/>
                  <a:moveTo>
                    <a:pt x="901904" y="105537"/>
                  </a:moveTo>
                  <a:lnTo>
                    <a:pt x="901904" y="81153"/>
                  </a:lnTo>
                  <a:lnTo>
                    <a:pt x="1024913" y="81153"/>
                  </a:lnTo>
                  <a:lnTo>
                    <a:pt x="1024913" y="105537"/>
                  </a:lnTo>
                  <a:lnTo>
                    <a:pt x="901904" y="105537"/>
                  </a:lnTo>
                  <a:close/>
                  <a:moveTo>
                    <a:pt x="1024152" y="245364"/>
                  </a:moveTo>
                  <a:lnTo>
                    <a:pt x="1024152" y="271653"/>
                  </a:lnTo>
                  <a:cubicBezTo>
                    <a:pt x="1019829" y="272920"/>
                    <a:pt x="1015516" y="273815"/>
                    <a:pt x="1011203" y="274320"/>
                  </a:cubicBezTo>
                  <a:cubicBezTo>
                    <a:pt x="1007138" y="275082"/>
                    <a:pt x="1002568" y="275463"/>
                    <a:pt x="997493" y="275463"/>
                  </a:cubicBezTo>
                  <a:cubicBezTo>
                    <a:pt x="979718" y="275463"/>
                    <a:pt x="965503" y="270386"/>
                    <a:pt x="954840" y="260223"/>
                  </a:cubicBezTo>
                  <a:cubicBezTo>
                    <a:pt x="944424" y="250060"/>
                    <a:pt x="939226" y="234820"/>
                    <a:pt x="939226" y="214503"/>
                  </a:cubicBezTo>
                  <a:lnTo>
                    <a:pt x="939226" y="32004"/>
                  </a:lnTo>
                  <a:lnTo>
                    <a:pt x="970073" y="20955"/>
                  </a:lnTo>
                  <a:lnTo>
                    <a:pt x="970073" y="210312"/>
                  </a:lnTo>
                  <a:cubicBezTo>
                    <a:pt x="970073" y="220475"/>
                    <a:pt x="971463" y="228343"/>
                    <a:pt x="974262" y="233934"/>
                  </a:cubicBezTo>
                  <a:cubicBezTo>
                    <a:pt x="977309" y="239525"/>
                    <a:pt x="981365" y="243459"/>
                    <a:pt x="986449" y="245745"/>
                  </a:cubicBezTo>
                  <a:cubicBezTo>
                    <a:pt x="991524" y="247774"/>
                    <a:pt x="997236" y="248793"/>
                    <a:pt x="1003587" y="248793"/>
                  </a:cubicBezTo>
                  <a:cubicBezTo>
                    <a:pt x="1007395" y="248793"/>
                    <a:pt x="1010822" y="248536"/>
                    <a:pt x="1013869" y="248031"/>
                  </a:cubicBezTo>
                  <a:cubicBezTo>
                    <a:pt x="1016916" y="247526"/>
                    <a:pt x="1020343" y="246631"/>
                    <a:pt x="1024152" y="245364"/>
                  </a:cubicBezTo>
                  <a:close/>
                  <a:moveTo>
                    <a:pt x="1062083" y="272796"/>
                  </a:moveTo>
                  <a:lnTo>
                    <a:pt x="1062083" y="81153"/>
                  </a:lnTo>
                  <a:lnTo>
                    <a:pt x="1092931" y="81153"/>
                  </a:lnTo>
                  <a:lnTo>
                    <a:pt x="1092931" y="272796"/>
                  </a:lnTo>
                  <a:lnTo>
                    <a:pt x="1062083" y="272796"/>
                  </a:lnTo>
                  <a:close/>
                  <a:moveTo>
                    <a:pt x="1059036" y="0"/>
                  </a:moveTo>
                  <a:lnTo>
                    <a:pt x="1096739" y="0"/>
                  </a:lnTo>
                  <a:lnTo>
                    <a:pt x="1096739" y="35052"/>
                  </a:lnTo>
                  <a:lnTo>
                    <a:pt x="1059036" y="35052"/>
                  </a:lnTo>
                  <a:lnTo>
                    <a:pt x="1059036" y="0"/>
                  </a:lnTo>
                  <a:close/>
                  <a:moveTo>
                    <a:pt x="1233183" y="275463"/>
                  </a:moveTo>
                  <a:cubicBezTo>
                    <a:pt x="1214398" y="275463"/>
                    <a:pt x="1198146" y="271396"/>
                    <a:pt x="1184436" y="263271"/>
                  </a:cubicBezTo>
                  <a:cubicBezTo>
                    <a:pt x="1170726" y="255146"/>
                    <a:pt x="1160062" y="243716"/>
                    <a:pt x="1152446" y="228981"/>
                  </a:cubicBezTo>
                  <a:cubicBezTo>
                    <a:pt x="1145086" y="214246"/>
                    <a:pt x="1141401" y="196853"/>
                    <a:pt x="1141401" y="176784"/>
                  </a:cubicBezTo>
                  <a:cubicBezTo>
                    <a:pt x="1141401" y="156972"/>
                    <a:pt x="1145210" y="139570"/>
                    <a:pt x="1152827" y="124587"/>
                  </a:cubicBezTo>
                  <a:cubicBezTo>
                    <a:pt x="1160443" y="109347"/>
                    <a:pt x="1171240" y="97536"/>
                    <a:pt x="1185197" y="89154"/>
                  </a:cubicBezTo>
                  <a:cubicBezTo>
                    <a:pt x="1199165" y="80772"/>
                    <a:pt x="1215664" y="76581"/>
                    <a:pt x="1234706" y="76581"/>
                  </a:cubicBezTo>
                  <a:cubicBezTo>
                    <a:pt x="1247654" y="76581"/>
                    <a:pt x="1260098" y="78867"/>
                    <a:pt x="1272028" y="83439"/>
                  </a:cubicBezTo>
                  <a:cubicBezTo>
                    <a:pt x="1284215" y="87754"/>
                    <a:pt x="1294250" y="93850"/>
                    <a:pt x="1302114" y="101727"/>
                  </a:cubicBezTo>
                  <a:lnTo>
                    <a:pt x="1291831" y="124587"/>
                  </a:lnTo>
                  <a:cubicBezTo>
                    <a:pt x="1282444" y="117224"/>
                    <a:pt x="1273170" y="111757"/>
                    <a:pt x="1264030" y="108204"/>
                  </a:cubicBezTo>
                  <a:cubicBezTo>
                    <a:pt x="1255148" y="104394"/>
                    <a:pt x="1245884" y="102489"/>
                    <a:pt x="1236230" y="102489"/>
                  </a:cubicBezTo>
                  <a:cubicBezTo>
                    <a:pt x="1216940" y="102489"/>
                    <a:pt x="1201573" y="108966"/>
                    <a:pt x="1190148" y="121920"/>
                  </a:cubicBezTo>
                  <a:cubicBezTo>
                    <a:pt x="1178980" y="134874"/>
                    <a:pt x="1173392" y="153162"/>
                    <a:pt x="1173392" y="176784"/>
                  </a:cubicBezTo>
                  <a:cubicBezTo>
                    <a:pt x="1173392" y="200149"/>
                    <a:pt x="1178980" y="218189"/>
                    <a:pt x="1190148" y="230886"/>
                  </a:cubicBezTo>
                  <a:cubicBezTo>
                    <a:pt x="1201326" y="243583"/>
                    <a:pt x="1216683" y="249936"/>
                    <a:pt x="1236230" y="249936"/>
                  </a:cubicBezTo>
                  <a:cubicBezTo>
                    <a:pt x="1245627" y="249936"/>
                    <a:pt x="1254890" y="248155"/>
                    <a:pt x="1264030" y="244602"/>
                  </a:cubicBezTo>
                  <a:cubicBezTo>
                    <a:pt x="1273170" y="240792"/>
                    <a:pt x="1282444" y="235201"/>
                    <a:pt x="1291831" y="227838"/>
                  </a:cubicBezTo>
                  <a:lnTo>
                    <a:pt x="1302114" y="250698"/>
                  </a:lnTo>
                  <a:cubicBezTo>
                    <a:pt x="1293993" y="258318"/>
                    <a:pt x="1283710" y="264414"/>
                    <a:pt x="1271266" y="268986"/>
                  </a:cubicBezTo>
                  <a:cubicBezTo>
                    <a:pt x="1259080" y="273301"/>
                    <a:pt x="1246388" y="275463"/>
                    <a:pt x="1233183" y="275463"/>
                  </a:cubicBezTo>
                  <a:close/>
                  <a:moveTo>
                    <a:pt x="1406130" y="275463"/>
                  </a:moveTo>
                  <a:cubicBezTo>
                    <a:pt x="1373882" y="275463"/>
                    <a:pt x="1348366" y="267205"/>
                    <a:pt x="1329582" y="250698"/>
                  </a:cubicBezTo>
                  <a:lnTo>
                    <a:pt x="1339864" y="227838"/>
                  </a:lnTo>
                  <a:cubicBezTo>
                    <a:pt x="1350023" y="235715"/>
                    <a:pt x="1360429" y="241554"/>
                    <a:pt x="1371093" y="245364"/>
                  </a:cubicBezTo>
                  <a:cubicBezTo>
                    <a:pt x="1382013" y="248917"/>
                    <a:pt x="1394066" y="250698"/>
                    <a:pt x="1407272" y="250698"/>
                  </a:cubicBezTo>
                  <a:cubicBezTo>
                    <a:pt x="1421744" y="250698"/>
                    <a:pt x="1432664" y="248288"/>
                    <a:pt x="1440024" y="243459"/>
                  </a:cubicBezTo>
                  <a:cubicBezTo>
                    <a:pt x="1447641" y="238382"/>
                    <a:pt x="1451449" y="231143"/>
                    <a:pt x="1451449" y="221742"/>
                  </a:cubicBezTo>
                  <a:cubicBezTo>
                    <a:pt x="1451449" y="214122"/>
                    <a:pt x="1448907" y="208150"/>
                    <a:pt x="1443832" y="203835"/>
                  </a:cubicBezTo>
                  <a:cubicBezTo>
                    <a:pt x="1438757" y="199263"/>
                    <a:pt x="1430379" y="195577"/>
                    <a:pt x="1418697" y="192786"/>
                  </a:cubicBezTo>
                  <a:lnTo>
                    <a:pt x="1386326" y="185166"/>
                  </a:lnTo>
                  <a:cubicBezTo>
                    <a:pt x="1370331" y="181613"/>
                    <a:pt x="1357887" y="175260"/>
                    <a:pt x="1349004" y="166116"/>
                  </a:cubicBezTo>
                  <a:cubicBezTo>
                    <a:pt x="1340369" y="156972"/>
                    <a:pt x="1336056" y="146047"/>
                    <a:pt x="1336056" y="133350"/>
                  </a:cubicBezTo>
                  <a:cubicBezTo>
                    <a:pt x="1336056" y="122177"/>
                    <a:pt x="1339103" y="112395"/>
                    <a:pt x="1345196" y="104013"/>
                  </a:cubicBezTo>
                  <a:cubicBezTo>
                    <a:pt x="1351289" y="95374"/>
                    <a:pt x="1359792" y="88649"/>
                    <a:pt x="1370712" y="83820"/>
                  </a:cubicBezTo>
                  <a:cubicBezTo>
                    <a:pt x="1381632" y="78991"/>
                    <a:pt x="1394581" y="76581"/>
                    <a:pt x="1409557" y="76581"/>
                  </a:cubicBezTo>
                  <a:cubicBezTo>
                    <a:pt x="1423010" y="76581"/>
                    <a:pt x="1435711" y="78743"/>
                    <a:pt x="1447641" y="83058"/>
                  </a:cubicBezTo>
                  <a:cubicBezTo>
                    <a:pt x="1459570" y="87373"/>
                    <a:pt x="1469605" y="93602"/>
                    <a:pt x="1477727" y="101727"/>
                  </a:cubicBezTo>
                  <a:lnTo>
                    <a:pt x="1467444" y="124206"/>
                  </a:lnTo>
                  <a:cubicBezTo>
                    <a:pt x="1458304" y="116586"/>
                    <a:pt x="1448907" y="110995"/>
                    <a:pt x="1439262" y="107442"/>
                  </a:cubicBezTo>
                  <a:cubicBezTo>
                    <a:pt x="1429865" y="103632"/>
                    <a:pt x="1419963" y="101727"/>
                    <a:pt x="1409557" y="101727"/>
                  </a:cubicBezTo>
                  <a:cubicBezTo>
                    <a:pt x="1395847" y="101727"/>
                    <a:pt x="1385184" y="104394"/>
                    <a:pt x="1377567" y="109728"/>
                  </a:cubicBezTo>
                  <a:cubicBezTo>
                    <a:pt x="1370207" y="115062"/>
                    <a:pt x="1366523" y="122301"/>
                    <a:pt x="1366523" y="131445"/>
                  </a:cubicBezTo>
                  <a:cubicBezTo>
                    <a:pt x="1366523" y="139322"/>
                    <a:pt x="1368808" y="145542"/>
                    <a:pt x="1373378" y="150114"/>
                  </a:cubicBezTo>
                  <a:cubicBezTo>
                    <a:pt x="1378205" y="154686"/>
                    <a:pt x="1385821" y="158239"/>
                    <a:pt x="1396228" y="160782"/>
                  </a:cubicBezTo>
                  <a:lnTo>
                    <a:pt x="1428599" y="168783"/>
                  </a:lnTo>
                  <a:cubicBezTo>
                    <a:pt x="1446622" y="172593"/>
                    <a:pt x="1459827" y="178946"/>
                    <a:pt x="1468206" y="187833"/>
                  </a:cubicBezTo>
                  <a:cubicBezTo>
                    <a:pt x="1476841" y="196472"/>
                    <a:pt x="1481154" y="207521"/>
                    <a:pt x="1481154" y="220980"/>
                  </a:cubicBezTo>
                  <a:cubicBezTo>
                    <a:pt x="1481154" y="237487"/>
                    <a:pt x="1474423" y="250698"/>
                    <a:pt x="1460970" y="260604"/>
                  </a:cubicBezTo>
                  <a:cubicBezTo>
                    <a:pt x="1447517" y="270510"/>
                    <a:pt x="1429237" y="275463"/>
                    <a:pt x="1406130" y="2754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45"/>
            <p:cNvSpPr/>
            <p:nvPr/>
          </p:nvSpPr>
          <p:spPr>
            <a:xfrm>
              <a:off x="5142141" y="6021492"/>
              <a:ext cx="1459056" cy="284607"/>
            </a:xfrm>
            <a:custGeom>
              <a:rect b="b" l="l" r="r" t="t"/>
              <a:pathLst>
                <a:path extrusionOk="0" h="284607" w="1459056">
                  <a:moveTo>
                    <a:pt x="0" y="281940"/>
                  </a:moveTo>
                  <a:lnTo>
                    <a:pt x="0" y="10668"/>
                  </a:lnTo>
                  <a:lnTo>
                    <a:pt x="108157" y="10668"/>
                  </a:lnTo>
                  <a:cubicBezTo>
                    <a:pt x="136082" y="10668"/>
                    <a:pt x="157790" y="17402"/>
                    <a:pt x="173280" y="30861"/>
                  </a:cubicBezTo>
                  <a:cubicBezTo>
                    <a:pt x="189018" y="44320"/>
                    <a:pt x="196892" y="62865"/>
                    <a:pt x="196892" y="86487"/>
                  </a:cubicBezTo>
                  <a:cubicBezTo>
                    <a:pt x="196892" y="109852"/>
                    <a:pt x="189018" y="128397"/>
                    <a:pt x="173280" y="142113"/>
                  </a:cubicBezTo>
                  <a:cubicBezTo>
                    <a:pt x="157542" y="155829"/>
                    <a:pt x="135834" y="162687"/>
                    <a:pt x="108157" y="162687"/>
                  </a:cubicBezTo>
                  <a:lnTo>
                    <a:pt x="31228" y="162687"/>
                  </a:lnTo>
                  <a:lnTo>
                    <a:pt x="31228" y="281940"/>
                  </a:lnTo>
                  <a:lnTo>
                    <a:pt x="0" y="281940"/>
                  </a:lnTo>
                  <a:close/>
                  <a:moveTo>
                    <a:pt x="31228" y="136779"/>
                  </a:moveTo>
                  <a:lnTo>
                    <a:pt x="105491" y="136779"/>
                  </a:lnTo>
                  <a:cubicBezTo>
                    <a:pt x="125552" y="136779"/>
                    <a:pt x="140652" y="132464"/>
                    <a:pt x="150811" y="123825"/>
                  </a:cubicBezTo>
                  <a:cubicBezTo>
                    <a:pt x="160970" y="114938"/>
                    <a:pt x="166045" y="102489"/>
                    <a:pt x="166045" y="86487"/>
                  </a:cubicBezTo>
                  <a:cubicBezTo>
                    <a:pt x="166045" y="70485"/>
                    <a:pt x="160970" y="58169"/>
                    <a:pt x="150811" y="49530"/>
                  </a:cubicBezTo>
                  <a:cubicBezTo>
                    <a:pt x="140652" y="40891"/>
                    <a:pt x="125552" y="36576"/>
                    <a:pt x="105491" y="36576"/>
                  </a:cubicBezTo>
                  <a:lnTo>
                    <a:pt x="31228" y="36576"/>
                  </a:lnTo>
                  <a:lnTo>
                    <a:pt x="31228" y="136779"/>
                  </a:lnTo>
                  <a:close/>
                  <a:moveTo>
                    <a:pt x="244258" y="281940"/>
                  </a:moveTo>
                  <a:lnTo>
                    <a:pt x="244258" y="1524"/>
                  </a:lnTo>
                  <a:lnTo>
                    <a:pt x="275106" y="1524"/>
                  </a:lnTo>
                  <a:lnTo>
                    <a:pt x="275106" y="281940"/>
                  </a:lnTo>
                  <a:lnTo>
                    <a:pt x="244258" y="281940"/>
                  </a:lnTo>
                  <a:close/>
                  <a:moveTo>
                    <a:pt x="408503" y="284607"/>
                  </a:moveTo>
                  <a:cubicBezTo>
                    <a:pt x="391489" y="284607"/>
                    <a:pt x="376513" y="280673"/>
                    <a:pt x="363564" y="272796"/>
                  </a:cubicBezTo>
                  <a:cubicBezTo>
                    <a:pt x="350873" y="264671"/>
                    <a:pt x="340972" y="253241"/>
                    <a:pt x="333859" y="238506"/>
                  </a:cubicBezTo>
                  <a:cubicBezTo>
                    <a:pt x="327005" y="223523"/>
                    <a:pt x="323577" y="205997"/>
                    <a:pt x="323577" y="185928"/>
                  </a:cubicBezTo>
                  <a:cubicBezTo>
                    <a:pt x="323577" y="165859"/>
                    <a:pt x="327128" y="148333"/>
                    <a:pt x="334240" y="133350"/>
                  </a:cubicBezTo>
                  <a:cubicBezTo>
                    <a:pt x="341352" y="118367"/>
                    <a:pt x="351254" y="106680"/>
                    <a:pt x="363945" y="98298"/>
                  </a:cubicBezTo>
                  <a:cubicBezTo>
                    <a:pt x="376894" y="89916"/>
                    <a:pt x="391746" y="85725"/>
                    <a:pt x="408503" y="85725"/>
                  </a:cubicBezTo>
                  <a:cubicBezTo>
                    <a:pt x="426021" y="85725"/>
                    <a:pt x="440874" y="90040"/>
                    <a:pt x="453061" y="98679"/>
                  </a:cubicBezTo>
                  <a:cubicBezTo>
                    <a:pt x="465247" y="107318"/>
                    <a:pt x="473502" y="119634"/>
                    <a:pt x="477815" y="135636"/>
                  </a:cubicBezTo>
                  <a:lnTo>
                    <a:pt x="473245" y="138684"/>
                  </a:lnTo>
                  <a:lnTo>
                    <a:pt x="473245" y="90297"/>
                  </a:lnTo>
                  <a:lnTo>
                    <a:pt x="503712" y="90297"/>
                  </a:lnTo>
                  <a:lnTo>
                    <a:pt x="503712" y="281940"/>
                  </a:lnTo>
                  <a:lnTo>
                    <a:pt x="473245" y="281940"/>
                  </a:lnTo>
                  <a:lnTo>
                    <a:pt x="473245" y="232410"/>
                  </a:lnTo>
                  <a:lnTo>
                    <a:pt x="477815" y="234696"/>
                  </a:lnTo>
                  <a:cubicBezTo>
                    <a:pt x="473502" y="250698"/>
                    <a:pt x="465247" y="263014"/>
                    <a:pt x="453061" y="271653"/>
                  </a:cubicBezTo>
                  <a:cubicBezTo>
                    <a:pt x="440874" y="280292"/>
                    <a:pt x="426021" y="284607"/>
                    <a:pt x="408503" y="284607"/>
                  </a:cubicBezTo>
                  <a:close/>
                  <a:moveTo>
                    <a:pt x="414596" y="259080"/>
                  </a:moveTo>
                  <a:cubicBezTo>
                    <a:pt x="433381" y="259080"/>
                    <a:pt x="447853" y="252727"/>
                    <a:pt x="458011" y="240030"/>
                  </a:cubicBezTo>
                  <a:cubicBezTo>
                    <a:pt x="468170" y="227076"/>
                    <a:pt x="473245" y="208788"/>
                    <a:pt x="473245" y="185166"/>
                  </a:cubicBezTo>
                  <a:cubicBezTo>
                    <a:pt x="473245" y="161544"/>
                    <a:pt x="468037" y="143380"/>
                    <a:pt x="457631" y="130683"/>
                  </a:cubicBezTo>
                  <a:cubicBezTo>
                    <a:pt x="447472" y="117986"/>
                    <a:pt x="433134" y="111633"/>
                    <a:pt x="414596" y="111633"/>
                  </a:cubicBezTo>
                  <a:cubicBezTo>
                    <a:pt x="395812" y="111633"/>
                    <a:pt x="381083" y="118234"/>
                    <a:pt x="370420" y="131445"/>
                  </a:cubicBezTo>
                  <a:cubicBezTo>
                    <a:pt x="360013" y="144399"/>
                    <a:pt x="354805" y="162563"/>
                    <a:pt x="354805" y="185928"/>
                  </a:cubicBezTo>
                  <a:cubicBezTo>
                    <a:pt x="354805" y="209293"/>
                    <a:pt x="360013" y="227333"/>
                    <a:pt x="370420" y="240030"/>
                  </a:cubicBezTo>
                  <a:cubicBezTo>
                    <a:pt x="381083" y="252727"/>
                    <a:pt x="395812" y="259080"/>
                    <a:pt x="414596" y="259080"/>
                  </a:cubicBezTo>
                  <a:close/>
                  <a:moveTo>
                    <a:pt x="536311" y="114681"/>
                  </a:moveTo>
                  <a:lnTo>
                    <a:pt x="536311" y="90297"/>
                  </a:lnTo>
                  <a:lnTo>
                    <a:pt x="659321" y="90297"/>
                  </a:lnTo>
                  <a:lnTo>
                    <a:pt x="659321" y="114681"/>
                  </a:lnTo>
                  <a:lnTo>
                    <a:pt x="536311" y="114681"/>
                  </a:lnTo>
                  <a:close/>
                  <a:moveTo>
                    <a:pt x="658560" y="254508"/>
                  </a:moveTo>
                  <a:lnTo>
                    <a:pt x="658560" y="280797"/>
                  </a:lnTo>
                  <a:cubicBezTo>
                    <a:pt x="654247" y="282064"/>
                    <a:pt x="649934" y="282959"/>
                    <a:pt x="645611" y="283464"/>
                  </a:cubicBezTo>
                  <a:cubicBezTo>
                    <a:pt x="641555" y="284226"/>
                    <a:pt x="636985" y="284607"/>
                    <a:pt x="631901" y="284607"/>
                  </a:cubicBezTo>
                  <a:cubicBezTo>
                    <a:pt x="614135" y="284607"/>
                    <a:pt x="599911" y="279530"/>
                    <a:pt x="589247" y="269367"/>
                  </a:cubicBezTo>
                  <a:cubicBezTo>
                    <a:pt x="578841" y="259204"/>
                    <a:pt x="573633" y="243964"/>
                    <a:pt x="573633" y="223647"/>
                  </a:cubicBezTo>
                  <a:lnTo>
                    <a:pt x="573633" y="41148"/>
                  </a:lnTo>
                  <a:lnTo>
                    <a:pt x="604481" y="30099"/>
                  </a:lnTo>
                  <a:lnTo>
                    <a:pt x="604481" y="219456"/>
                  </a:lnTo>
                  <a:cubicBezTo>
                    <a:pt x="604481" y="229619"/>
                    <a:pt x="605880" y="237487"/>
                    <a:pt x="608670" y="243078"/>
                  </a:cubicBezTo>
                  <a:cubicBezTo>
                    <a:pt x="611717" y="248669"/>
                    <a:pt x="615782" y="252603"/>
                    <a:pt x="620857" y="254889"/>
                  </a:cubicBezTo>
                  <a:cubicBezTo>
                    <a:pt x="625941" y="256918"/>
                    <a:pt x="631654" y="257937"/>
                    <a:pt x="637995" y="257937"/>
                  </a:cubicBezTo>
                  <a:cubicBezTo>
                    <a:pt x="641803" y="257937"/>
                    <a:pt x="645230" y="257680"/>
                    <a:pt x="648277" y="257175"/>
                  </a:cubicBezTo>
                  <a:cubicBezTo>
                    <a:pt x="651324" y="256670"/>
                    <a:pt x="654751" y="255775"/>
                    <a:pt x="658560" y="254508"/>
                  </a:cubicBezTo>
                  <a:close/>
                  <a:moveTo>
                    <a:pt x="673545" y="114681"/>
                  </a:moveTo>
                  <a:lnTo>
                    <a:pt x="673545" y="90297"/>
                  </a:lnTo>
                  <a:lnTo>
                    <a:pt x="788558" y="90297"/>
                  </a:lnTo>
                  <a:lnTo>
                    <a:pt x="788558" y="114681"/>
                  </a:lnTo>
                  <a:lnTo>
                    <a:pt x="673545" y="114681"/>
                  </a:lnTo>
                  <a:close/>
                  <a:moveTo>
                    <a:pt x="793889" y="29718"/>
                  </a:moveTo>
                  <a:cubicBezTo>
                    <a:pt x="786787" y="27689"/>
                    <a:pt x="780179" y="26670"/>
                    <a:pt x="774086" y="26670"/>
                  </a:cubicBezTo>
                  <a:cubicBezTo>
                    <a:pt x="767993" y="26670"/>
                    <a:pt x="762414" y="27813"/>
                    <a:pt x="757329" y="30099"/>
                  </a:cubicBezTo>
                  <a:cubicBezTo>
                    <a:pt x="752511" y="32128"/>
                    <a:pt x="748703" y="35938"/>
                    <a:pt x="745904" y="41529"/>
                  </a:cubicBezTo>
                  <a:cubicBezTo>
                    <a:pt x="743114" y="47120"/>
                    <a:pt x="741715" y="54864"/>
                    <a:pt x="741715" y="64770"/>
                  </a:cubicBezTo>
                  <a:lnTo>
                    <a:pt x="741715" y="281940"/>
                  </a:lnTo>
                  <a:lnTo>
                    <a:pt x="710867" y="281940"/>
                  </a:lnTo>
                  <a:lnTo>
                    <a:pt x="710867" y="60960"/>
                  </a:lnTo>
                  <a:cubicBezTo>
                    <a:pt x="710867" y="40386"/>
                    <a:pt x="715952" y="25146"/>
                    <a:pt x="726101" y="15240"/>
                  </a:cubicBezTo>
                  <a:cubicBezTo>
                    <a:pt x="736260" y="5077"/>
                    <a:pt x="750227" y="0"/>
                    <a:pt x="767993" y="0"/>
                  </a:cubicBezTo>
                  <a:cubicBezTo>
                    <a:pt x="772315" y="0"/>
                    <a:pt x="776628" y="257"/>
                    <a:pt x="780941" y="762"/>
                  </a:cubicBezTo>
                  <a:cubicBezTo>
                    <a:pt x="785263" y="1267"/>
                    <a:pt x="789576" y="2162"/>
                    <a:pt x="793889" y="3429"/>
                  </a:cubicBezTo>
                  <a:lnTo>
                    <a:pt x="793889" y="29718"/>
                  </a:lnTo>
                  <a:close/>
                  <a:moveTo>
                    <a:pt x="906255" y="284607"/>
                  </a:moveTo>
                  <a:cubicBezTo>
                    <a:pt x="887975" y="284607"/>
                    <a:pt x="871980" y="280540"/>
                    <a:pt x="858270" y="272415"/>
                  </a:cubicBezTo>
                  <a:cubicBezTo>
                    <a:pt x="844807" y="264290"/>
                    <a:pt x="834277" y="252860"/>
                    <a:pt x="826660" y="238125"/>
                  </a:cubicBezTo>
                  <a:cubicBezTo>
                    <a:pt x="819291" y="223142"/>
                    <a:pt x="815616" y="205483"/>
                    <a:pt x="815616" y="185166"/>
                  </a:cubicBezTo>
                  <a:cubicBezTo>
                    <a:pt x="815616" y="165097"/>
                    <a:pt x="819291" y="147571"/>
                    <a:pt x="826660" y="132588"/>
                  </a:cubicBezTo>
                  <a:cubicBezTo>
                    <a:pt x="834277" y="117605"/>
                    <a:pt x="844807" y="106042"/>
                    <a:pt x="858270" y="97917"/>
                  </a:cubicBezTo>
                  <a:cubicBezTo>
                    <a:pt x="871980" y="89792"/>
                    <a:pt x="887975" y="85725"/>
                    <a:pt x="906255" y="85725"/>
                  </a:cubicBezTo>
                  <a:cubicBezTo>
                    <a:pt x="924535" y="85725"/>
                    <a:pt x="940397" y="89792"/>
                    <a:pt x="953859" y="97917"/>
                  </a:cubicBezTo>
                  <a:cubicBezTo>
                    <a:pt x="967569" y="106042"/>
                    <a:pt x="978100" y="117605"/>
                    <a:pt x="985469" y="132588"/>
                  </a:cubicBezTo>
                  <a:cubicBezTo>
                    <a:pt x="993085" y="147571"/>
                    <a:pt x="996894" y="165097"/>
                    <a:pt x="996894" y="185166"/>
                  </a:cubicBezTo>
                  <a:cubicBezTo>
                    <a:pt x="996894" y="205483"/>
                    <a:pt x="993085" y="223142"/>
                    <a:pt x="985469" y="238125"/>
                  </a:cubicBezTo>
                  <a:cubicBezTo>
                    <a:pt x="978100" y="252860"/>
                    <a:pt x="967569" y="264290"/>
                    <a:pt x="953859" y="272415"/>
                  </a:cubicBezTo>
                  <a:cubicBezTo>
                    <a:pt x="940397" y="280540"/>
                    <a:pt x="924535" y="284607"/>
                    <a:pt x="906255" y="284607"/>
                  </a:cubicBezTo>
                  <a:close/>
                  <a:moveTo>
                    <a:pt x="906255" y="259080"/>
                  </a:moveTo>
                  <a:cubicBezTo>
                    <a:pt x="925040" y="259080"/>
                    <a:pt x="939511" y="252860"/>
                    <a:pt x="949670" y="240411"/>
                  </a:cubicBezTo>
                  <a:cubicBezTo>
                    <a:pt x="960076" y="227714"/>
                    <a:pt x="965284" y="209293"/>
                    <a:pt x="965284" y="185166"/>
                  </a:cubicBezTo>
                  <a:cubicBezTo>
                    <a:pt x="965284" y="161544"/>
                    <a:pt x="960076" y="143380"/>
                    <a:pt x="949670" y="130683"/>
                  </a:cubicBezTo>
                  <a:cubicBezTo>
                    <a:pt x="939254" y="117986"/>
                    <a:pt x="924782" y="111633"/>
                    <a:pt x="906255" y="111633"/>
                  </a:cubicBezTo>
                  <a:cubicBezTo>
                    <a:pt x="887717" y="111633"/>
                    <a:pt x="873122" y="117986"/>
                    <a:pt x="862459" y="130683"/>
                  </a:cubicBezTo>
                  <a:cubicBezTo>
                    <a:pt x="852043" y="143380"/>
                    <a:pt x="846845" y="161544"/>
                    <a:pt x="846845" y="185166"/>
                  </a:cubicBezTo>
                  <a:cubicBezTo>
                    <a:pt x="846845" y="209293"/>
                    <a:pt x="851919" y="227714"/>
                    <a:pt x="862078" y="240411"/>
                  </a:cubicBezTo>
                  <a:cubicBezTo>
                    <a:pt x="872484" y="252860"/>
                    <a:pt x="887213" y="259080"/>
                    <a:pt x="906255" y="259080"/>
                  </a:cubicBezTo>
                  <a:close/>
                  <a:moveTo>
                    <a:pt x="1044974" y="281940"/>
                  </a:moveTo>
                  <a:lnTo>
                    <a:pt x="1044974" y="144018"/>
                  </a:lnTo>
                  <a:cubicBezTo>
                    <a:pt x="1044974" y="135131"/>
                    <a:pt x="1044727" y="126235"/>
                    <a:pt x="1044212" y="117348"/>
                  </a:cubicBezTo>
                  <a:cubicBezTo>
                    <a:pt x="1043965" y="108204"/>
                    <a:pt x="1043203" y="99184"/>
                    <a:pt x="1041927" y="90297"/>
                  </a:cubicBezTo>
                  <a:lnTo>
                    <a:pt x="1071252" y="90297"/>
                  </a:lnTo>
                  <a:lnTo>
                    <a:pt x="1075441" y="137541"/>
                  </a:lnTo>
                  <a:lnTo>
                    <a:pt x="1071252" y="136398"/>
                  </a:lnTo>
                  <a:cubicBezTo>
                    <a:pt x="1074812" y="119634"/>
                    <a:pt x="1082429" y="107061"/>
                    <a:pt x="1094102" y="98679"/>
                  </a:cubicBezTo>
                  <a:cubicBezTo>
                    <a:pt x="1106041" y="90040"/>
                    <a:pt x="1119371" y="85725"/>
                    <a:pt x="1134089" y="85725"/>
                  </a:cubicBezTo>
                  <a:cubicBezTo>
                    <a:pt x="1137393" y="85725"/>
                    <a:pt x="1140440" y="85982"/>
                    <a:pt x="1143230" y="86487"/>
                  </a:cubicBezTo>
                  <a:cubicBezTo>
                    <a:pt x="1146276" y="86744"/>
                    <a:pt x="1149076" y="87249"/>
                    <a:pt x="1151608" y="88011"/>
                  </a:cubicBezTo>
                  <a:lnTo>
                    <a:pt x="1150846" y="116205"/>
                  </a:lnTo>
                  <a:cubicBezTo>
                    <a:pt x="1145010" y="114176"/>
                    <a:pt x="1138279" y="113157"/>
                    <a:pt x="1130662" y="113157"/>
                  </a:cubicBezTo>
                  <a:cubicBezTo>
                    <a:pt x="1117466" y="113157"/>
                    <a:pt x="1106803" y="116081"/>
                    <a:pt x="1098672" y="121920"/>
                  </a:cubicBezTo>
                  <a:cubicBezTo>
                    <a:pt x="1090808" y="127759"/>
                    <a:pt x="1084962" y="135255"/>
                    <a:pt x="1081153" y="144399"/>
                  </a:cubicBezTo>
                  <a:cubicBezTo>
                    <a:pt x="1077602" y="153286"/>
                    <a:pt x="1075822" y="162687"/>
                    <a:pt x="1075822" y="172593"/>
                  </a:cubicBezTo>
                  <a:lnTo>
                    <a:pt x="1075822" y="281940"/>
                  </a:lnTo>
                  <a:lnTo>
                    <a:pt x="1044974" y="281940"/>
                  </a:lnTo>
                  <a:close/>
                  <a:moveTo>
                    <a:pt x="1182951" y="281940"/>
                  </a:moveTo>
                  <a:lnTo>
                    <a:pt x="1182951" y="144018"/>
                  </a:lnTo>
                  <a:cubicBezTo>
                    <a:pt x="1182951" y="135131"/>
                    <a:pt x="1182703" y="126235"/>
                    <a:pt x="1182189" y="117348"/>
                  </a:cubicBezTo>
                  <a:cubicBezTo>
                    <a:pt x="1181941" y="108204"/>
                    <a:pt x="1181180" y="99184"/>
                    <a:pt x="1179904" y="90297"/>
                  </a:cubicBezTo>
                  <a:lnTo>
                    <a:pt x="1209228" y="90297"/>
                  </a:lnTo>
                  <a:lnTo>
                    <a:pt x="1212656" y="129921"/>
                  </a:lnTo>
                  <a:lnTo>
                    <a:pt x="1208847" y="132588"/>
                  </a:lnTo>
                  <a:cubicBezTo>
                    <a:pt x="1213418" y="117605"/>
                    <a:pt x="1221291" y="106042"/>
                    <a:pt x="1232459" y="97917"/>
                  </a:cubicBezTo>
                  <a:cubicBezTo>
                    <a:pt x="1243885" y="89792"/>
                    <a:pt x="1257347" y="85725"/>
                    <a:pt x="1272828" y="85725"/>
                  </a:cubicBezTo>
                  <a:cubicBezTo>
                    <a:pt x="1291365" y="85725"/>
                    <a:pt x="1305713" y="90297"/>
                    <a:pt x="1315862" y="99441"/>
                  </a:cubicBezTo>
                  <a:cubicBezTo>
                    <a:pt x="1326278" y="108585"/>
                    <a:pt x="1332876" y="122558"/>
                    <a:pt x="1335665" y="141351"/>
                  </a:cubicBezTo>
                  <a:lnTo>
                    <a:pt x="1326526" y="136398"/>
                  </a:lnTo>
                  <a:cubicBezTo>
                    <a:pt x="1330591" y="120901"/>
                    <a:pt x="1338712" y="108585"/>
                    <a:pt x="1350899" y="99441"/>
                  </a:cubicBezTo>
                  <a:cubicBezTo>
                    <a:pt x="1363343" y="90297"/>
                    <a:pt x="1378196" y="85725"/>
                    <a:pt x="1395457" y="85725"/>
                  </a:cubicBezTo>
                  <a:cubicBezTo>
                    <a:pt x="1416536" y="85725"/>
                    <a:pt x="1432398" y="92078"/>
                    <a:pt x="1443061" y="104775"/>
                  </a:cubicBezTo>
                  <a:cubicBezTo>
                    <a:pt x="1453725" y="117224"/>
                    <a:pt x="1459056" y="136141"/>
                    <a:pt x="1459056" y="161544"/>
                  </a:cubicBezTo>
                  <a:lnTo>
                    <a:pt x="1459056" y="281940"/>
                  </a:lnTo>
                  <a:lnTo>
                    <a:pt x="1428209" y="281940"/>
                  </a:lnTo>
                  <a:lnTo>
                    <a:pt x="1428209" y="163068"/>
                  </a:lnTo>
                  <a:cubicBezTo>
                    <a:pt x="1428209" y="145285"/>
                    <a:pt x="1425038" y="132331"/>
                    <a:pt x="1418688" y="124206"/>
                  </a:cubicBezTo>
                  <a:cubicBezTo>
                    <a:pt x="1412347" y="115824"/>
                    <a:pt x="1402312" y="111633"/>
                    <a:pt x="1388602" y="111633"/>
                  </a:cubicBezTo>
                  <a:cubicBezTo>
                    <a:pt x="1372607" y="111633"/>
                    <a:pt x="1359915" y="117091"/>
                    <a:pt x="1350518" y="128016"/>
                  </a:cubicBezTo>
                  <a:cubicBezTo>
                    <a:pt x="1341378" y="138941"/>
                    <a:pt x="1336808" y="153800"/>
                    <a:pt x="1336808" y="172593"/>
                  </a:cubicBezTo>
                  <a:lnTo>
                    <a:pt x="1336808" y="281940"/>
                  </a:lnTo>
                  <a:lnTo>
                    <a:pt x="1305960" y="281940"/>
                  </a:lnTo>
                  <a:lnTo>
                    <a:pt x="1305960" y="163068"/>
                  </a:lnTo>
                  <a:cubicBezTo>
                    <a:pt x="1305960" y="145285"/>
                    <a:pt x="1302666" y="132331"/>
                    <a:pt x="1296059" y="124206"/>
                  </a:cubicBezTo>
                  <a:cubicBezTo>
                    <a:pt x="1289718" y="115824"/>
                    <a:pt x="1279683" y="111633"/>
                    <a:pt x="1265973" y="111633"/>
                  </a:cubicBezTo>
                  <a:cubicBezTo>
                    <a:pt x="1249730" y="111633"/>
                    <a:pt x="1236906" y="117091"/>
                    <a:pt x="1227508" y="128016"/>
                  </a:cubicBezTo>
                  <a:cubicBezTo>
                    <a:pt x="1218368" y="138941"/>
                    <a:pt x="1213798" y="153800"/>
                    <a:pt x="1213798" y="172593"/>
                  </a:cubicBezTo>
                  <a:lnTo>
                    <a:pt x="1213798" y="281940"/>
                  </a:lnTo>
                  <a:lnTo>
                    <a:pt x="1182951" y="2819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45"/>
            <p:cNvSpPr/>
            <p:nvPr/>
          </p:nvSpPr>
          <p:spPr>
            <a:xfrm>
              <a:off x="4527854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45"/>
            <p:cNvSpPr/>
            <p:nvPr/>
          </p:nvSpPr>
          <p:spPr>
            <a:xfrm>
              <a:off x="1919132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36" name="Google Shape;33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3593" y="1156890"/>
            <a:ext cx="5857288" cy="4922177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5"/>
          <p:cNvSpPr txBox="1"/>
          <p:nvPr>
            <p:ph idx="2" type="body"/>
          </p:nvPr>
        </p:nvSpPr>
        <p:spPr>
          <a:xfrm>
            <a:off x="155786" y="6472155"/>
            <a:ext cx="5940214" cy="258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338" name="Google Shape;338;p45"/>
          <p:cNvGrpSpPr/>
          <p:nvPr/>
        </p:nvGrpSpPr>
        <p:grpSpPr>
          <a:xfrm>
            <a:off x="270086" y="4540251"/>
            <a:ext cx="4771814" cy="1733254"/>
            <a:chOff x="155786" y="4540251"/>
            <a:chExt cx="4771814" cy="1733254"/>
          </a:xfrm>
        </p:grpSpPr>
        <p:sp>
          <p:nvSpPr>
            <p:cNvPr id="339" name="Google Shape;339;p45"/>
            <p:cNvSpPr txBox="1"/>
            <p:nvPr/>
          </p:nvSpPr>
          <p:spPr>
            <a:xfrm>
              <a:off x="1368637" y="4540251"/>
              <a:ext cx="3558963" cy="1733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Rokkitt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Rokkitt"/>
                  <a:ea typeface="Rokkitt"/>
                  <a:cs typeface="Rokkitt"/>
                  <a:sym typeface="Rokkitt"/>
                </a:rPr>
                <a:t>SMARTLOG SUPPLY CHAIN SOLUTIONS CORPORATION</a:t>
              </a:r>
              <a:endParaRPr b="1" i="0" sz="800" u="none" cap="none" strike="noStrike">
                <a:solidFill>
                  <a:srgbClr val="FFFFFF"/>
                </a:solidFill>
                <a:latin typeface="Rokkitt"/>
                <a:ea typeface="Rokkitt"/>
                <a:cs typeface="Rokkitt"/>
                <a:sym typeface="Rokkit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215B37 Nguyen Van Huong Street, Thao Dien Ward, Thu Duc City, Ho Chi Minh City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6BB24"/>
                </a:buClr>
                <a:buSzPts val="800"/>
                <a:buFont typeface="Rokkitt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en-US" sz="1400" u="sng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www.gosmartlog.com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0" name="Google Shape;340;p4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55786" y="5026167"/>
              <a:ext cx="1111250" cy="1107054"/>
            </a:xfrm>
            <a:prstGeom prst="roundRect">
              <a:avLst>
                <a:gd fmla="val 3122" name="adj"/>
              </a:avLst>
            </a:prstGeom>
            <a:noFill/>
            <a:ln>
              <a:noFill/>
            </a:ln>
          </p:spPr>
        </p:pic>
      </p:grpSp>
      <p:sp>
        <p:nvSpPr>
          <p:cNvPr id="341" name="Google Shape;341;p45"/>
          <p:cNvSpPr txBox="1"/>
          <p:nvPr>
            <p:ph idx="3" type="body"/>
          </p:nvPr>
        </p:nvSpPr>
        <p:spPr>
          <a:xfrm>
            <a:off x="155786" y="3397250"/>
            <a:ext cx="3901864" cy="15176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ing--personal--vie">
  <p:cSld name="ending--personal--vie">
    <p:bg>
      <p:bgPr>
        <a:solidFill>
          <a:srgbClr val="1E4B7E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6"/>
          <p:cNvSpPr txBox="1"/>
          <p:nvPr>
            <p:ph idx="1" type="body"/>
          </p:nvPr>
        </p:nvSpPr>
        <p:spPr>
          <a:xfrm>
            <a:off x="155786" y="2241550"/>
            <a:ext cx="7507758" cy="7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solidFill>
                  <a:schemeClr val="dk2"/>
                </a:solidFill>
                <a:latin typeface="Rokkitt"/>
                <a:ea typeface="Rokkitt"/>
                <a:cs typeface="Rokkitt"/>
                <a:sym typeface="Rokkitt"/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44" name="Google Shape;344;p46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3007268" y="-1"/>
            <a:ext cx="9184732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5" name="Google Shape;345;p46"/>
          <p:cNvGrpSpPr/>
          <p:nvPr/>
        </p:nvGrpSpPr>
        <p:grpSpPr>
          <a:xfrm>
            <a:off x="300959" y="308426"/>
            <a:ext cx="2013104" cy="571854"/>
            <a:chOff x="338666" y="4303183"/>
            <a:chExt cx="7340599" cy="2085212"/>
          </a:xfrm>
        </p:grpSpPr>
        <p:sp>
          <p:nvSpPr>
            <p:cNvPr id="346" name="Google Shape;346;p46"/>
            <p:cNvSpPr/>
            <p:nvPr/>
          </p:nvSpPr>
          <p:spPr>
            <a:xfrm>
              <a:off x="338666" y="4817769"/>
              <a:ext cx="931067" cy="1085156"/>
            </a:xfrm>
            <a:custGeom>
              <a:rect b="b" l="l" r="r" t="t"/>
              <a:pathLst>
                <a:path extrusionOk="0" h="1085156" w="931067">
                  <a:moveTo>
                    <a:pt x="266668" y="724502"/>
                  </a:moveTo>
                  <a:lnTo>
                    <a:pt x="0" y="724502"/>
                  </a:lnTo>
                  <a:cubicBezTo>
                    <a:pt x="0" y="847803"/>
                    <a:pt x="39462" y="937691"/>
                    <a:pt x="117749" y="995117"/>
                  </a:cubicBezTo>
                  <a:cubicBezTo>
                    <a:pt x="188382" y="1054534"/>
                    <a:pt x="298318" y="1085157"/>
                    <a:pt x="451383" y="1085157"/>
                  </a:cubicBezTo>
                  <a:cubicBezTo>
                    <a:pt x="735511" y="1085157"/>
                    <a:pt x="931068" y="993278"/>
                    <a:pt x="931068" y="736551"/>
                  </a:cubicBezTo>
                  <a:cubicBezTo>
                    <a:pt x="931068" y="663885"/>
                    <a:pt x="908108" y="599124"/>
                    <a:pt x="860036" y="546727"/>
                  </a:cubicBezTo>
                  <a:cubicBezTo>
                    <a:pt x="804550" y="492016"/>
                    <a:pt x="691505" y="445600"/>
                    <a:pt x="507268" y="409227"/>
                  </a:cubicBezTo>
                  <a:cubicBezTo>
                    <a:pt x="364487" y="382909"/>
                    <a:pt x="294252" y="340558"/>
                    <a:pt x="294252" y="285925"/>
                  </a:cubicBezTo>
                  <a:cubicBezTo>
                    <a:pt x="294252" y="231452"/>
                    <a:pt x="348064" y="203059"/>
                    <a:pt x="455529" y="203059"/>
                  </a:cubicBezTo>
                  <a:cubicBezTo>
                    <a:pt x="546571" y="203059"/>
                    <a:pt x="602376" y="229378"/>
                    <a:pt x="621111" y="275875"/>
                  </a:cubicBezTo>
                  <a:cubicBezTo>
                    <a:pt x="637534" y="318386"/>
                    <a:pt x="678032" y="340558"/>
                    <a:pt x="737424" y="342631"/>
                  </a:cubicBezTo>
                  <a:lnTo>
                    <a:pt x="898542" y="342631"/>
                  </a:lnTo>
                  <a:cubicBezTo>
                    <a:pt x="892802" y="231452"/>
                    <a:pt x="852463" y="146910"/>
                    <a:pt x="777764" y="86934"/>
                  </a:cubicBezTo>
                  <a:cubicBezTo>
                    <a:pt x="701151" y="28951"/>
                    <a:pt x="592251" y="0"/>
                    <a:pt x="451543" y="0"/>
                  </a:cubicBezTo>
                  <a:cubicBezTo>
                    <a:pt x="206080" y="3908"/>
                    <a:pt x="29577" y="108388"/>
                    <a:pt x="29577" y="334417"/>
                  </a:cubicBezTo>
                  <a:cubicBezTo>
                    <a:pt x="31649" y="502141"/>
                    <a:pt x="149159" y="607421"/>
                    <a:pt x="383141" y="649693"/>
                  </a:cubicBezTo>
                  <a:cubicBezTo>
                    <a:pt x="571284" y="682230"/>
                    <a:pt x="666472" y="726578"/>
                    <a:pt x="666472" y="781214"/>
                  </a:cubicBezTo>
                  <a:cubicBezTo>
                    <a:pt x="666472" y="849880"/>
                    <a:pt x="608515" y="882103"/>
                    <a:pt x="492679" y="882103"/>
                  </a:cubicBezTo>
                  <a:cubicBezTo>
                    <a:pt x="358348" y="882103"/>
                    <a:pt x="272648" y="841907"/>
                    <a:pt x="266668" y="7245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46"/>
            <p:cNvSpPr/>
            <p:nvPr/>
          </p:nvSpPr>
          <p:spPr>
            <a:xfrm>
              <a:off x="1374890" y="4819443"/>
              <a:ext cx="1517750" cy="1067689"/>
            </a:xfrm>
            <a:custGeom>
              <a:rect b="b" l="l" r="r" t="t"/>
              <a:pathLst>
                <a:path extrusionOk="0" h="1067689" w="1517750">
                  <a:moveTo>
                    <a:pt x="448672" y="223396"/>
                  </a:moveTo>
                  <a:cubicBezTo>
                    <a:pt x="569444" y="223396"/>
                    <a:pt x="630673" y="277471"/>
                    <a:pt x="636890" y="387375"/>
                  </a:cubicBezTo>
                  <a:lnTo>
                    <a:pt x="636890" y="1063784"/>
                  </a:lnTo>
                  <a:lnTo>
                    <a:pt x="880920" y="1063784"/>
                  </a:lnTo>
                  <a:lnTo>
                    <a:pt x="880920" y="391522"/>
                  </a:lnTo>
                  <a:cubicBezTo>
                    <a:pt x="882995" y="281379"/>
                    <a:pt x="944138" y="227305"/>
                    <a:pt x="1064996" y="227305"/>
                  </a:cubicBezTo>
                  <a:cubicBezTo>
                    <a:pt x="1185778" y="227305"/>
                    <a:pt x="1246998" y="281379"/>
                    <a:pt x="1253139" y="391522"/>
                  </a:cubicBezTo>
                  <a:lnTo>
                    <a:pt x="1253139" y="935778"/>
                  </a:lnTo>
                  <a:cubicBezTo>
                    <a:pt x="1253139" y="1019760"/>
                    <a:pt x="1296268" y="1061794"/>
                    <a:pt x="1382527" y="1067690"/>
                  </a:cubicBezTo>
                  <a:lnTo>
                    <a:pt x="1517733" y="1067690"/>
                  </a:lnTo>
                  <a:lnTo>
                    <a:pt x="1517733" y="445517"/>
                  </a:lnTo>
                  <a:cubicBezTo>
                    <a:pt x="1519571" y="146911"/>
                    <a:pt x="1372645" y="3669"/>
                    <a:pt x="1069062" y="3669"/>
                  </a:cubicBezTo>
                  <a:cubicBezTo>
                    <a:pt x="930028" y="3669"/>
                    <a:pt x="829973" y="30387"/>
                    <a:pt x="760699" y="85897"/>
                  </a:cubicBezTo>
                  <a:cubicBezTo>
                    <a:pt x="691502" y="28553"/>
                    <a:pt x="591847" y="0"/>
                    <a:pt x="452737" y="0"/>
                  </a:cubicBezTo>
                  <a:cubicBezTo>
                    <a:pt x="148992" y="0"/>
                    <a:pt x="0" y="143242"/>
                    <a:pt x="0" y="441449"/>
                  </a:cubicBezTo>
                  <a:lnTo>
                    <a:pt x="0" y="1063784"/>
                  </a:lnTo>
                  <a:lnTo>
                    <a:pt x="264509" y="1063784"/>
                  </a:lnTo>
                  <a:lnTo>
                    <a:pt x="264509" y="387375"/>
                  </a:lnTo>
                  <a:cubicBezTo>
                    <a:pt x="266747" y="277471"/>
                    <a:pt x="327890" y="223396"/>
                    <a:pt x="448672" y="2233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46"/>
            <p:cNvSpPr/>
            <p:nvPr/>
          </p:nvSpPr>
          <p:spPr>
            <a:xfrm>
              <a:off x="3018422" y="4817769"/>
              <a:ext cx="880929" cy="1069283"/>
            </a:xfrm>
            <a:custGeom>
              <a:rect b="b" l="l" r="r" t="t"/>
              <a:pathLst>
                <a:path extrusionOk="0" h="1069283" w="880929">
                  <a:moveTo>
                    <a:pt x="450909" y="203059"/>
                  </a:moveTo>
                  <a:cubicBezTo>
                    <a:pt x="567140" y="203059"/>
                    <a:pt x="626293" y="232648"/>
                    <a:pt x="632672" y="291907"/>
                  </a:cubicBezTo>
                  <a:cubicBezTo>
                    <a:pt x="632672" y="349012"/>
                    <a:pt x="571443" y="382510"/>
                    <a:pt x="450909" y="396308"/>
                  </a:cubicBezTo>
                  <a:cubicBezTo>
                    <a:pt x="176822" y="421989"/>
                    <a:pt x="5503" y="489301"/>
                    <a:pt x="0" y="739732"/>
                  </a:cubicBezTo>
                  <a:cubicBezTo>
                    <a:pt x="0" y="970552"/>
                    <a:pt x="163912" y="1086833"/>
                    <a:pt x="421566" y="1067135"/>
                  </a:cubicBezTo>
                  <a:cubicBezTo>
                    <a:pt x="714466" y="1047438"/>
                    <a:pt x="880929" y="919183"/>
                    <a:pt x="880929" y="631186"/>
                  </a:cubicBezTo>
                  <a:lnTo>
                    <a:pt x="880929" y="276035"/>
                  </a:lnTo>
                  <a:cubicBezTo>
                    <a:pt x="875188" y="89406"/>
                    <a:pt x="735279" y="0"/>
                    <a:pt x="438475" y="0"/>
                  </a:cubicBezTo>
                  <a:cubicBezTo>
                    <a:pt x="188228" y="0"/>
                    <a:pt x="59639" y="89406"/>
                    <a:pt x="29819" y="276035"/>
                  </a:cubicBezTo>
                  <a:lnTo>
                    <a:pt x="282056" y="276035"/>
                  </a:lnTo>
                  <a:cubicBezTo>
                    <a:pt x="296804" y="226746"/>
                    <a:pt x="351730" y="203059"/>
                    <a:pt x="450909" y="203059"/>
                  </a:cubicBezTo>
                  <a:close/>
                  <a:moveTo>
                    <a:pt x="385615" y="854023"/>
                  </a:moveTo>
                  <a:cubicBezTo>
                    <a:pt x="296804" y="854023"/>
                    <a:pt x="250409" y="814551"/>
                    <a:pt x="244030" y="731760"/>
                  </a:cubicBezTo>
                  <a:cubicBezTo>
                    <a:pt x="244030" y="654874"/>
                    <a:pt x="300955" y="605582"/>
                    <a:pt x="412959" y="585808"/>
                  </a:cubicBezTo>
                  <a:cubicBezTo>
                    <a:pt x="495314" y="570016"/>
                    <a:pt x="571529" y="548404"/>
                    <a:pt x="636899" y="522724"/>
                  </a:cubicBezTo>
                  <a:lnTo>
                    <a:pt x="636899" y="619308"/>
                  </a:lnTo>
                  <a:cubicBezTo>
                    <a:pt x="636814" y="767250"/>
                    <a:pt x="541872" y="854023"/>
                    <a:pt x="385615" y="8540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46"/>
            <p:cNvSpPr/>
            <p:nvPr/>
          </p:nvSpPr>
          <p:spPr>
            <a:xfrm>
              <a:off x="5216460" y="4303183"/>
              <a:ext cx="408455" cy="1583837"/>
            </a:xfrm>
            <a:custGeom>
              <a:rect b="b" l="l" r="r" t="t"/>
              <a:pathLst>
                <a:path extrusionOk="0" h="1583837" w="408455">
                  <a:moveTo>
                    <a:pt x="244078" y="292465"/>
                  </a:moveTo>
                  <a:lnTo>
                    <a:pt x="244078" y="129683"/>
                  </a:lnTo>
                  <a:cubicBezTo>
                    <a:pt x="244078" y="62050"/>
                    <a:pt x="190904" y="0"/>
                    <a:pt x="126647" y="0"/>
                  </a:cubicBezTo>
                  <a:lnTo>
                    <a:pt x="48" y="0"/>
                  </a:lnTo>
                  <a:lnTo>
                    <a:pt x="48" y="1388707"/>
                  </a:lnTo>
                  <a:cubicBezTo>
                    <a:pt x="-1704" y="1505236"/>
                    <a:pt x="44215" y="1566253"/>
                    <a:pt x="139958" y="1576140"/>
                  </a:cubicBezTo>
                  <a:cubicBezTo>
                    <a:pt x="235938" y="1586027"/>
                    <a:pt x="325872" y="1586027"/>
                    <a:pt x="408456" y="1578216"/>
                  </a:cubicBezTo>
                  <a:lnTo>
                    <a:pt x="408456" y="1378820"/>
                  </a:lnTo>
                  <a:lnTo>
                    <a:pt x="329776" y="1378820"/>
                  </a:lnTo>
                  <a:cubicBezTo>
                    <a:pt x="269747" y="1378820"/>
                    <a:pt x="244078" y="1354017"/>
                    <a:pt x="244078" y="1308402"/>
                  </a:cubicBezTo>
                  <a:lnTo>
                    <a:pt x="244078" y="700816"/>
                  </a:lnTo>
                  <a:lnTo>
                    <a:pt x="244078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46"/>
            <p:cNvSpPr/>
            <p:nvPr/>
          </p:nvSpPr>
          <p:spPr>
            <a:xfrm>
              <a:off x="5647957" y="4819443"/>
              <a:ext cx="942548" cy="1081815"/>
            </a:xfrm>
            <a:custGeom>
              <a:rect b="b" l="l" r="r" t="t"/>
              <a:pathLst>
                <a:path extrusionOk="0" h="1081815" w="942548">
                  <a:moveTo>
                    <a:pt x="474350" y="223396"/>
                  </a:moveTo>
                  <a:cubicBezTo>
                    <a:pt x="610108" y="223396"/>
                    <a:pt x="677954" y="326920"/>
                    <a:pt x="677954" y="535718"/>
                  </a:cubicBezTo>
                  <a:cubicBezTo>
                    <a:pt x="676040" y="748907"/>
                    <a:pt x="608042" y="858416"/>
                    <a:pt x="472274" y="858416"/>
                  </a:cubicBezTo>
                  <a:cubicBezTo>
                    <a:pt x="336507" y="858416"/>
                    <a:pt x="266432" y="752822"/>
                    <a:pt x="264595" y="544015"/>
                  </a:cubicBezTo>
                  <a:cubicBezTo>
                    <a:pt x="264681" y="330908"/>
                    <a:pt x="334431" y="223396"/>
                    <a:pt x="474350" y="223396"/>
                  </a:cubicBezTo>
                  <a:close/>
                  <a:moveTo>
                    <a:pt x="474350" y="0"/>
                  </a:moveTo>
                  <a:cubicBezTo>
                    <a:pt x="156733" y="0"/>
                    <a:pt x="0" y="173868"/>
                    <a:pt x="0" y="544015"/>
                  </a:cubicBezTo>
                  <a:cubicBezTo>
                    <a:pt x="0" y="908984"/>
                    <a:pt x="156733" y="1081815"/>
                    <a:pt x="474350" y="1081815"/>
                  </a:cubicBezTo>
                  <a:cubicBezTo>
                    <a:pt x="788206" y="1081815"/>
                    <a:pt x="942549" y="908898"/>
                    <a:pt x="942549" y="544015"/>
                  </a:cubicBezTo>
                  <a:cubicBezTo>
                    <a:pt x="942549" y="173947"/>
                    <a:pt x="788206" y="0"/>
                    <a:pt x="474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46"/>
            <p:cNvSpPr/>
            <p:nvPr/>
          </p:nvSpPr>
          <p:spPr>
            <a:xfrm>
              <a:off x="6716152" y="4817830"/>
              <a:ext cx="963113" cy="1497041"/>
            </a:xfrm>
            <a:custGeom>
              <a:rect b="b" l="l" r="r" t="t"/>
              <a:pathLst>
                <a:path extrusionOk="0" h="1497041" w="963113">
                  <a:moveTo>
                    <a:pt x="414073" y="1083504"/>
                  </a:moveTo>
                  <a:cubicBezTo>
                    <a:pt x="547365" y="1083504"/>
                    <a:pt x="650524" y="1033974"/>
                    <a:pt x="719084" y="934438"/>
                  </a:cubicBezTo>
                  <a:lnTo>
                    <a:pt x="719084" y="1037641"/>
                  </a:lnTo>
                  <a:cubicBezTo>
                    <a:pt x="719084" y="1206805"/>
                    <a:pt x="646382" y="1293978"/>
                    <a:pt x="505036" y="1293978"/>
                  </a:cubicBezTo>
                  <a:cubicBezTo>
                    <a:pt x="393898" y="1293978"/>
                    <a:pt x="331156" y="1255697"/>
                    <a:pt x="313142" y="1174983"/>
                  </a:cubicBezTo>
                  <a:lnTo>
                    <a:pt x="27183" y="1174983"/>
                  </a:lnTo>
                  <a:cubicBezTo>
                    <a:pt x="86973" y="1395505"/>
                    <a:pt x="233585" y="1497042"/>
                    <a:pt x="474578" y="1497042"/>
                  </a:cubicBezTo>
                  <a:cubicBezTo>
                    <a:pt x="807733" y="1491536"/>
                    <a:pt x="963114" y="1370226"/>
                    <a:pt x="963114" y="1100649"/>
                  </a:cubicBezTo>
                  <a:lnTo>
                    <a:pt x="963114" y="465398"/>
                  </a:lnTo>
                  <a:cubicBezTo>
                    <a:pt x="963114" y="140866"/>
                    <a:pt x="809732" y="-1817"/>
                    <a:pt x="484861" y="17"/>
                  </a:cubicBezTo>
                  <a:cubicBezTo>
                    <a:pt x="158485" y="5601"/>
                    <a:pt x="0" y="166548"/>
                    <a:pt x="0" y="530559"/>
                  </a:cubicBezTo>
                  <a:cubicBezTo>
                    <a:pt x="76" y="907720"/>
                    <a:pt x="135283" y="1083504"/>
                    <a:pt x="414073" y="1083504"/>
                  </a:cubicBezTo>
                  <a:close/>
                  <a:moveTo>
                    <a:pt x="488850" y="860105"/>
                  </a:moveTo>
                  <a:cubicBezTo>
                    <a:pt x="343437" y="860105"/>
                    <a:pt x="270650" y="753073"/>
                    <a:pt x="264671" y="538846"/>
                  </a:cubicBezTo>
                  <a:cubicBezTo>
                    <a:pt x="264671" y="314177"/>
                    <a:pt x="339448" y="202997"/>
                    <a:pt x="492915" y="202997"/>
                  </a:cubicBezTo>
                  <a:cubicBezTo>
                    <a:pt x="646382" y="202997"/>
                    <a:pt x="720922" y="314177"/>
                    <a:pt x="719084" y="538846"/>
                  </a:cubicBezTo>
                  <a:cubicBezTo>
                    <a:pt x="711115" y="753073"/>
                    <a:pt x="634263" y="860105"/>
                    <a:pt x="488850" y="8601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46"/>
            <p:cNvSpPr/>
            <p:nvPr/>
          </p:nvSpPr>
          <p:spPr>
            <a:xfrm>
              <a:off x="4661889" y="4843290"/>
              <a:ext cx="419889" cy="1039937"/>
            </a:xfrm>
            <a:custGeom>
              <a:rect b="b" l="l" r="r" t="t"/>
              <a:pathLst>
                <a:path extrusionOk="0" h="1039937" w="419889">
                  <a:moveTo>
                    <a:pt x="0" y="1039938"/>
                  </a:moveTo>
                  <a:lnTo>
                    <a:pt x="264595" y="1039938"/>
                  </a:lnTo>
                  <a:lnTo>
                    <a:pt x="264595" y="492412"/>
                  </a:lnTo>
                  <a:cubicBezTo>
                    <a:pt x="264595" y="363368"/>
                    <a:pt x="316331" y="20497"/>
                    <a:pt x="419890" y="0"/>
                  </a:cubicBezTo>
                  <a:cubicBezTo>
                    <a:pt x="146841" y="33737"/>
                    <a:pt x="6931" y="198992"/>
                    <a:pt x="0" y="496403"/>
                  </a:cubicBezTo>
                  <a:lnTo>
                    <a:pt x="0" y="10399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46"/>
            <p:cNvSpPr/>
            <p:nvPr/>
          </p:nvSpPr>
          <p:spPr>
            <a:xfrm>
              <a:off x="4661889" y="4488137"/>
              <a:ext cx="244020" cy="471437"/>
            </a:xfrm>
            <a:custGeom>
              <a:rect b="b" l="l" r="r" t="t"/>
              <a:pathLst>
                <a:path extrusionOk="0" h="471437" w="244020">
                  <a:moveTo>
                    <a:pt x="244020" y="292465"/>
                  </a:moveTo>
                  <a:lnTo>
                    <a:pt x="244020" y="129683"/>
                  </a:lnTo>
                  <a:cubicBezTo>
                    <a:pt x="244020" y="62050"/>
                    <a:pt x="190846" y="0"/>
                    <a:pt x="126513" y="0"/>
                  </a:cubicBezTo>
                  <a:lnTo>
                    <a:pt x="0" y="0"/>
                  </a:lnTo>
                  <a:lnTo>
                    <a:pt x="152" y="471438"/>
                  </a:lnTo>
                  <a:lnTo>
                    <a:pt x="244020" y="471438"/>
                  </a:lnTo>
                  <a:lnTo>
                    <a:pt x="244020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46"/>
            <p:cNvSpPr/>
            <p:nvPr/>
          </p:nvSpPr>
          <p:spPr>
            <a:xfrm>
              <a:off x="4025065" y="4842652"/>
              <a:ext cx="522658" cy="1040575"/>
            </a:xfrm>
            <a:custGeom>
              <a:rect b="b" l="l" r="r" t="t"/>
              <a:pathLst>
                <a:path extrusionOk="0" h="1040575" w="522658">
                  <a:moveTo>
                    <a:pt x="0" y="1040576"/>
                  </a:moveTo>
                  <a:lnTo>
                    <a:pt x="264604" y="1040576"/>
                  </a:lnTo>
                  <a:lnTo>
                    <a:pt x="264604" y="493050"/>
                  </a:lnTo>
                  <a:cubicBezTo>
                    <a:pt x="264604" y="339762"/>
                    <a:pt x="337544" y="262078"/>
                    <a:pt x="483356" y="262078"/>
                  </a:cubicBezTo>
                  <a:lnTo>
                    <a:pt x="522658" y="262078"/>
                  </a:lnTo>
                  <a:lnTo>
                    <a:pt x="522658" y="0"/>
                  </a:lnTo>
                  <a:cubicBezTo>
                    <a:pt x="214534" y="21774"/>
                    <a:pt x="7417" y="184795"/>
                    <a:pt x="86" y="496955"/>
                  </a:cubicBezTo>
                  <a:lnTo>
                    <a:pt x="86" y="1040576"/>
                  </a:lnTo>
                  <a:lnTo>
                    <a:pt x="0" y="10405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46"/>
            <p:cNvSpPr/>
            <p:nvPr/>
          </p:nvSpPr>
          <p:spPr>
            <a:xfrm>
              <a:off x="356946" y="6029112"/>
              <a:ext cx="1060969" cy="277368"/>
            </a:xfrm>
            <a:custGeom>
              <a:rect b="b" l="l" r="r" t="t"/>
              <a:pathLst>
                <a:path extrusionOk="0" h="277368" w="1060969">
                  <a:moveTo>
                    <a:pt x="101302" y="277368"/>
                  </a:moveTo>
                  <a:cubicBezTo>
                    <a:pt x="87338" y="277368"/>
                    <a:pt x="74263" y="276225"/>
                    <a:pt x="62076" y="273939"/>
                  </a:cubicBezTo>
                  <a:cubicBezTo>
                    <a:pt x="49889" y="271396"/>
                    <a:pt x="38591" y="267586"/>
                    <a:pt x="28182" y="262509"/>
                  </a:cubicBezTo>
                  <a:cubicBezTo>
                    <a:pt x="17772" y="257175"/>
                    <a:pt x="8378" y="250698"/>
                    <a:pt x="0" y="243078"/>
                  </a:cubicBezTo>
                  <a:lnTo>
                    <a:pt x="11806" y="219075"/>
                  </a:lnTo>
                  <a:cubicBezTo>
                    <a:pt x="25516" y="230505"/>
                    <a:pt x="39226" y="238630"/>
                    <a:pt x="52936" y="243459"/>
                  </a:cubicBezTo>
                  <a:cubicBezTo>
                    <a:pt x="66900" y="248288"/>
                    <a:pt x="83149" y="250698"/>
                    <a:pt x="101683" y="250698"/>
                  </a:cubicBezTo>
                  <a:cubicBezTo>
                    <a:pt x="123264" y="250698"/>
                    <a:pt x="140021" y="246507"/>
                    <a:pt x="151953" y="238125"/>
                  </a:cubicBezTo>
                  <a:cubicBezTo>
                    <a:pt x="163886" y="229486"/>
                    <a:pt x="169853" y="217427"/>
                    <a:pt x="169853" y="201930"/>
                  </a:cubicBezTo>
                  <a:cubicBezTo>
                    <a:pt x="169853" y="192529"/>
                    <a:pt x="166806" y="185042"/>
                    <a:pt x="160712" y="179451"/>
                  </a:cubicBezTo>
                  <a:cubicBezTo>
                    <a:pt x="154873" y="173612"/>
                    <a:pt x="146748" y="169040"/>
                    <a:pt x="136339" y="165735"/>
                  </a:cubicBezTo>
                  <a:cubicBezTo>
                    <a:pt x="126183" y="162182"/>
                    <a:pt x="114631" y="158877"/>
                    <a:pt x="101683" y="155829"/>
                  </a:cubicBezTo>
                  <a:cubicBezTo>
                    <a:pt x="88735" y="153038"/>
                    <a:pt x="76421" y="149857"/>
                    <a:pt x="64742" y="146304"/>
                  </a:cubicBezTo>
                  <a:cubicBezTo>
                    <a:pt x="53063" y="142494"/>
                    <a:pt x="42654" y="137798"/>
                    <a:pt x="33514" y="132207"/>
                  </a:cubicBezTo>
                  <a:cubicBezTo>
                    <a:pt x="24627" y="126616"/>
                    <a:pt x="17645" y="119510"/>
                    <a:pt x="12568" y="110871"/>
                  </a:cubicBezTo>
                  <a:cubicBezTo>
                    <a:pt x="7490" y="102232"/>
                    <a:pt x="4951" y="91440"/>
                    <a:pt x="4951" y="78486"/>
                  </a:cubicBezTo>
                  <a:cubicBezTo>
                    <a:pt x="4951" y="62989"/>
                    <a:pt x="9013" y="49406"/>
                    <a:pt x="17138" y="37719"/>
                  </a:cubicBezTo>
                  <a:cubicBezTo>
                    <a:pt x="25262" y="25784"/>
                    <a:pt x="36687" y="16507"/>
                    <a:pt x="51413" y="9906"/>
                  </a:cubicBezTo>
                  <a:cubicBezTo>
                    <a:pt x="66138" y="3305"/>
                    <a:pt x="83530" y="0"/>
                    <a:pt x="103587" y="0"/>
                  </a:cubicBezTo>
                  <a:cubicBezTo>
                    <a:pt x="116028" y="0"/>
                    <a:pt x="127961" y="1400"/>
                    <a:pt x="139386" y="4191"/>
                  </a:cubicBezTo>
                  <a:cubicBezTo>
                    <a:pt x="150811" y="6734"/>
                    <a:pt x="161348" y="10544"/>
                    <a:pt x="170995" y="15621"/>
                  </a:cubicBezTo>
                  <a:cubicBezTo>
                    <a:pt x="180897" y="20698"/>
                    <a:pt x="189656" y="26927"/>
                    <a:pt x="197273" y="34290"/>
                  </a:cubicBezTo>
                  <a:lnTo>
                    <a:pt x="185086" y="58293"/>
                  </a:lnTo>
                  <a:cubicBezTo>
                    <a:pt x="172645" y="47368"/>
                    <a:pt x="159824" y="39367"/>
                    <a:pt x="146622" y="34290"/>
                  </a:cubicBezTo>
                  <a:cubicBezTo>
                    <a:pt x="133419" y="29213"/>
                    <a:pt x="119075" y="26670"/>
                    <a:pt x="103587" y="26670"/>
                  </a:cubicBezTo>
                  <a:cubicBezTo>
                    <a:pt x="82515" y="26670"/>
                    <a:pt x="66011" y="31118"/>
                    <a:pt x="54079" y="40005"/>
                  </a:cubicBezTo>
                  <a:cubicBezTo>
                    <a:pt x="42146" y="48892"/>
                    <a:pt x="36179" y="61341"/>
                    <a:pt x="36179" y="77343"/>
                  </a:cubicBezTo>
                  <a:cubicBezTo>
                    <a:pt x="36179" y="87249"/>
                    <a:pt x="38845" y="95250"/>
                    <a:pt x="44177" y="101346"/>
                  </a:cubicBezTo>
                  <a:cubicBezTo>
                    <a:pt x="49509" y="107442"/>
                    <a:pt x="56998" y="112395"/>
                    <a:pt x="66646" y="116205"/>
                  </a:cubicBezTo>
                  <a:cubicBezTo>
                    <a:pt x="76294" y="119758"/>
                    <a:pt x="87338" y="123063"/>
                    <a:pt x="99779" y="126111"/>
                  </a:cubicBezTo>
                  <a:cubicBezTo>
                    <a:pt x="112981" y="129159"/>
                    <a:pt x="125676" y="132464"/>
                    <a:pt x="137862" y="136017"/>
                  </a:cubicBezTo>
                  <a:cubicBezTo>
                    <a:pt x="150049" y="139570"/>
                    <a:pt x="160839" y="144018"/>
                    <a:pt x="170233" y="149352"/>
                  </a:cubicBezTo>
                  <a:cubicBezTo>
                    <a:pt x="179881" y="154429"/>
                    <a:pt x="187498" y="161163"/>
                    <a:pt x="193084" y="169545"/>
                  </a:cubicBezTo>
                  <a:cubicBezTo>
                    <a:pt x="198669" y="177670"/>
                    <a:pt x="201462" y="188090"/>
                    <a:pt x="201462" y="200787"/>
                  </a:cubicBezTo>
                  <a:cubicBezTo>
                    <a:pt x="201462" y="216284"/>
                    <a:pt x="197399" y="229743"/>
                    <a:pt x="189275" y="241173"/>
                  </a:cubicBezTo>
                  <a:cubicBezTo>
                    <a:pt x="181151" y="252603"/>
                    <a:pt x="169598" y="261490"/>
                    <a:pt x="154619" y="267843"/>
                  </a:cubicBezTo>
                  <a:cubicBezTo>
                    <a:pt x="139640" y="274196"/>
                    <a:pt x="121867" y="277368"/>
                    <a:pt x="101302" y="277368"/>
                  </a:cubicBezTo>
                  <a:close/>
                  <a:moveTo>
                    <a:pt x="248704" y="274320"/>
                  </a:moveTo>
                  <a:lnTo>
                    <a:pt x="248704" y="136398"/>
                  </a:lnTo>
                  <a:cubicBezTo>
                    <a:pt x="248704" y="127511"/>
                    <a:pt x="248449" y="118615"/>
                    <a:pt x="247942" y="109728"/>
                  </a:cubicBezTo>
                  <a:cubicBezTo>
                    <a:pt x="247688" y="100584"/>
                    <a:pt x="246926" y="91564"/>
                    <a:pt x="245657" y="82677"/>
                  </a:cubicBezTo>
                  <a:lnTo>
                    <a:pt x="274981" y="82677"/>
                  </a:lnTo>
                  <a:lnTo>
                    <a:pt x="278409" y="122301"/>
                  </a:lnTo>
                  <a:lnTo>
                    <a:pt x="274600" y="124968"/>
                  </a:lnTo>
                  <a:cubicBezTo>
                    <a:pt x="279170" y="109985"/>
                    <a:pt x="287040" y="98422"/>
                    <a:pt x="298212" y="90297"/>
                  </a:cubicBezTo>
                  <a:cubicBezTo>
                    <a:pt x="309637" y="82172"/>
                    <a:pt x="323093" y="78105"/>
                    <a:pt x="338581" y="78105"/>
                  </a:cubicBezTo>
                  <a:cubicBezTo>
                    <a:pt x="357114" y="78105"/>
                    <a:pt x="371459" y="82677"/>
                    <a:pt x="381615" y="91821"/>
                  </a:cubicBezTo>
                  <a:cubicBezTo>
                    <a:pt x="392024" y="100965"/>
                    <a:pt x="398625" y="114938"/>
                    <a:pt x="401419" y="133731"/>
                  </a:cubicBezTo>
                  <a:lnTo>
                    <a:pt x="392278" y="128778"/>
                  </a:lnTo>
                  <a:cubicBezTo>
                    <a:pt x="396340" y="113281"/>
                    <a:pt x="404465" y="100965"/>
                    <a:pt x="416652" y="91821"/>
                  </a:cubicBezTo>
                  <a:cubicBezTo>
                    <a:pt x="429092" y="82677"/>
                    <a:pt x="443944" y="78105"/>
                    <a:pt x="461210" y="78105"/>
                  </a:cubicBezTo>
                  <a:cubicBezTo>
                    <a:pt x="482282" y="78105"/>
                    <a:pt x="498151" y="84458"/>
                    <a:pt x="508814" y="97155"/>
                  </a:cubicBezTo>
                  <a:cubicBezTo>
                    <a:pt x="519477" y="109604"/>
                    <a:pt x="524809" y="128521"/>
                    <a:pt x="524809" y="153924"/>
                  </a:cubicBezTo>
                  <a:lnTo>
                    <a:pt x="524809" y="274320"/>
                  </a:lnTo>
                  <a:lnTo>
                    <a:pt x="493961" y="274320"/>
                  </a:lnTo>
                  <a:lnTo>
                    <a:pt x="493961" y="155448"/>
                  </a:lnTo>
                  <a:cubicBezTo>
                    <a:pt x="493961" y="137665"/>
                    <a:pt x="490787" y="124711"/>
                    <a:pt x="484441" y="116586"/>
                  </a:cubicBezTo>
                  <a:cubicBezTo>
                    <a:pt x="478093" y="108204"/>
                    <a:pt x="468065" y="104013"/>
                    <a:pt x="454355" y="104013"/>
                  </a:cubicBezTo>
                  <a:cubicBezTo>
                    <a:pt x="438360" y="104013"/>
                    <a:pt x="425664" y="109471"/>
                    <a:pt x="416271" y="120396"/>
                  </a:cubicBezTo>
                  <a:cubicBezTo>
                    <a:pt x="407131" y="131321"/>
                    <a:pt x="402561" y="146180"/>
                    <a:pt x="402561" y="164973"/>
                  </a:cubicBezTo>
                  <a:lnTo>
                    <a:pt x="402561" y="274320"/>
                  </a:lnTo>
                  <a:lnTo>
                    <a:pt x="371713" y="274320"/>
                  </a:lnTo>
                  <a:lnTo>
                    <a:pt x="371713" y="155448"/>
                  </a:lnTo>
                  <a:cubicBezTo>
                    <a:pt x="371713" y="137665"/>
                    <a:pt x="368412" y="124711"/>
                    <a:pt x="361812" y="116586"/>
                  </a:cubicBezTo>
                  <a:cubicBezTo>
                    <a:pt x="355464" y="108204"/>
                    <a:pt x="345436" y="104013"/>
                    <a:pt x="331726" y="104013"/>
                  </a:cubicBezTo>
                  <a:cubicBezTo>
                    <a:pt x="315476" y="104013"/>
                    <a:pt x="302655" y="109471"/>
                    <a:pt x="293261" y="120396"/>
                  </a:cubicBezTo>
                  <a:cubicBezTo>
                    <a:pt x="284121" y="131321"/>
                    <a:pt x="279551" y="146180"/>
                    <a:pt x="279551" y="164973"/>
                  </a:cubicBezTo>
                  <a:lnTo>
                    <a:pt x="279551" y="274320"/>
                  </a:lnTo>
                  <a:lnTo>
                    <a:pt x="248704" y="274320"/>
                  </a:lnTo>
                  <a:close/>
                  <a:moveTo>
                    <a:pt x="656923" y="276987"/>
                  </a:moveTo>
                  <a:cubicBezTo>
                    <a:pt x="639913" y="276987"/>
                    <a:pt x="624933" y="273053"/>
                    <a:pt x="611984" y="265176"/>
                  </a:cubicBezTo>
                  <a:cubicBezTo>
                    <a:pt x="599290" y="257051"/>
                    <a:pt x="589388" y="245621"/>
                    <a:pt x="582279" y="230886"/>
                  </a:cubicBezTo>
                  <a:cubicBezTo>
                    <a:pt x="575424" y="215903"/>
                    <a:pt x="571997" y="198377"/>
                    <a:pt x="571997" y="178308"/>
                  </a:cubicBezTo>
                  <a:cubicBezTo>
                    <a:pt x="571997" y="158239"/>
                    <a:pt x="575552" y="140713"/>
                    <a:pt x="582660" y="125730"/>
                  </a:cubicBezTo>
                  <a:cubicBezTo>
                    <a:pt x="589769" y="110747"/>
                    <a:pt x="599671" y="99060"/>
                    <a:pt x="612365" y="90678"/>
                  </a:cubicBezTo>
                  <a:cubicBezTo>
                    <a:pt x="625313" y="82296"/>
                    <a:pt x="640166" y="78105"/>
                    <a:pt x="656923" y="78105"/>
                  </a:cubicBezTo>
                  <a:cubicBezTo>
                    <a:pt x="674441" y="78105"/>
                    <a:pt x="689294" y="82420"/>
                    <a:pt x="701481" y="91059"/>
                  </a:cubicBezTo>
                  <a:cubicBezTo>
                    <a:pt x="713667" y="99698"/>
                    <a:pt x="721919" y="112014"/>
                    <a:pt x="726235" y="128016"/>
                  </a:cubicBezTo>
                  <a:lnTo>
                    <a:pt x="721665" y="131064"/>
                  </a:lnTo>
                  <a:lnTo>
                    <a:pt x="721665" y="82677"/>
                  </a:lnTo>
                  <a:lnTo>
                    <a:pt x="752132" y="82677"/>
                  </a:lnTo>
                  <a:lnTo>
                    <a:pt x="752132" y="274320"/>
                  </a:lnTo>
                  <a:lnTo>
                    <a:pt x="721665" y="274320"/>
                  </a:lnTo>
                  <a:lnTo>
                    <a:pt x="721665" y="224790"/>
                  </a:lnTo>
                  <a:lnTo>
                    <a:pt x="726235" y="227076"/>
                  </a:lnTo>
                  <a:cubicBezTo>
                    <a:pt x="721919" y="243078"/>
                    <a:pt x="713667" y="255394"/>
                    <a:pt x="701481" y="264033"/>
                  </a:cubicBezTo>
                  <a:cubicBezTo>
                    <a:pt x="689294" y="272672"/>
                    <a:pt x="674441" y="276987"/>
                    <a:pt x="656923" y="276987"/>
                  </a:cubicBezTo>
                  <a:close/>
                  <a:moveTo>
                    <a:pt x="663016" y="251460"/>
                  </a:moveTo>
                  <a:cubicBezTo>
                    <a:pt x="681805" y="251460"/>
                    <a:pt x="696276" y="245107"/>
                    <a:pt x="706431" y="232410"/>
                  </a:cubicBezTo>
                  <a:cubicBezTo>
                    <a:pt x="716587" y="219456"/>
                    <a:pt x="721665" y="201168"/>
                    <a:pt x="721665" y="177546"/>
                  </a:cubicBezTo>
                  <a:cubicBezTo>
                    <a:pt x="721665" y="153924"/>
                    <a:pt x="716461" y="135760"/>
                    <a:pt x="706051" y="123063"/>
                  </a:cubicBezTo>
                  <a:cubicBezTo>
                    <a:pt x="695896" y="110366"/>
                    <a:pt x="681550" y="104013"/>
                    <a:pt x="663016" y="104013"/>
                  </a:cubicBezTo>
                  <a:cubicBezTo>
                    <a:pt x="644229" y="104013"/>
                    <a:pt x="629503" y="110614"/>
                    <a:pt x="618839" y="123825"/>
                  </a:cubicBezTo>
                  <a:cubicBezTo>
                    <a:pt x="608430" y="136779"/>
                    <a:pt x="603225" y="154943"/>
                    <a:pt x="603225" y="178308"/>
                  </a:cubicBezTo>
                  <a:cubicBezTo>
                    <a:pt x="603225" y="201673"/>
                    <a:pt x="608430" y="219713"/>
                    <a:pt x="618839" y="232410"/>
                  </a:cubicBezTo>
                  <a:cubicBezTo>
                    <a:pt x="629503" y="245107"/>
                    <a:pt x="644229" y="251460"/>
                    <a:pt x="663016" y="251460"/>
                  </a:cubicBezTo>
                  <a:close/>
                  <a:moveTo>
                    <a:pt x="811774" y="274320"/>
                  </a:moveTo>
                  <a:lnTo>
                    <a:pt x="811774" y="136398"/>
                  </a:lnTo>
                  <a:cubicBezTo>
                    <a:pt x="811774" y="127511"/>
                    <a:pt x="811520" y="118615"/>
                    <a:pt x="811013" y="109728"/>
                  </a:cubicBezTo>
                  <a:cubicBezTo>
                    <a:pt x="810758" y="100584"/>
                    <a:pt x="809997" y="91564"/>
                    <a:pt x="808728" y="82677"/>
                  </a:cubicBezTo>
                  <a:lnTo>
                    <a:pt x="838052" y="82677"/>
                  </a:lnTo>
                  <a:lnTo>
                    <a:pt x="842241" y="129921"/>
                  </a:lnTo>
                  <a:lnTo>
                    <a:pt x="838052" y="128778"/>
                  </a:lnTo>
                  <a:cubicBezTo>
                    <a:pt x="841606" y="112014"/>
                    <a:pt x="849223" y="99441"/>
                    <a:pt x="860902" y="91059"/>
                  </a:cubicBezTo>
                  <a:cubicBezTo>
                    <a:pt x="872835" y="82420"/>
                    <a:pt x="886164" y="78105"/>
                    <a:pt x="900890" y="78105"/>
                  </a:cubicBezTo>
                  <a:cubicBezTo>
                    <a:pt x="904191" y="78105"/>
                    <a:pt x="907237" y="78362"/>
                    <a:pt x="910030" y="78867"/>
                  </a:cubicBezTo>
                  <a:cubicBezTo>
                    <a:pt x="913076" y="79124"/>
                    <a:pt x="915869" y="79629"/>
                    <a:pt x="918408" y="80391"/>
                  </a:cubicBezTo>
                  <a:lnTo>
                    <a:pt x="917646" y="108585"/>
                  </a:lnTo>
                  <a:cubicBezTo>
                    <a:pt x="911807" y="106556"/>
                    <a:pt x="905079" y="105537"/>
                    <a:pt x="897462" y="105537"/>
                  </a:cubicBezTo>
                  <a:cubicBezTo>
                    <a:pt x="884260" y="105537"/>
                    <a:pt x="873596" y="108461"/>
                    <a:pt x="865472" y="114300"/>
                  </a:cubicBezTo>
                  <a:cubicBezTo>
                    <a:pt x="857601" y="120139"/>
                    <a:pt x="851762" y="127635"/>
                    <a:pt x="847954" y="136779"/>
                  </a:cubicBezTo>
                  <a:cubicBezTo>
                    <a:pt x="844399" y="145666"/>
                    <a:pt x="842622" y="155067"/>
                    <a:pt x="842622" y="164973"/>
                  </a:cubicBezTo>
                  <a:lnTo>
                    <a:pt x="842622" y="274320"/>
                  </a:lnTo>
                  <a:lnTo>
                    <a:pt x="811774" y="274320"/>
                  </a:lnTo>
                  <a:close/>
                  <a:moveTo>
                    <a:pt x="937959" y="107061"/>
                  </a:moveTo>
                  <a:lnTo>
                    <a:pt x="937959" y="82677"/>
                  </a:lnTo>
                  <a:lnTo>
                    <a:pt x="1060969" y="82677"/>
                  </a:lnTo>
                  <a:lnTo>
                    <a:pt x="1060969" y="107061"/>
                  </a:lnTo>
                  <a:lnTo>
                    <a:pt x="937959" y="107061"/>
                  </a:lnTo>
                  <a:close/>
                  <a:moveTo>
                    <a:pt x="1060207" y="246888"/>
                  </a:moveTo>
                  <a:lnTo>
                    <a:pt x="1060207" y="273177"/>
                  </a:lnTo>
                  <a:cubicBezTo>
                    <a:pt x="1055894" y="274444"/>
                    <a:pt x="1051582" y="275339"/>
                    <a:pt x="1047259" y="275844"/>
                  </a:cubicBezTo>
                  <a:cubicBezTo>
                    <a:pt x="1043203" y="276606"/>
                    <a:pt x="1038633" y="276987"/>
                    <a:pt x="1033549" y="276987"/>
                  </a:cubicBezTo>
                  <a:cubicBezTo>
                    <a:pt x="1015783" y="276987"/>
                    <a:pt x="1001559" y="271910"/>
                    <a:pt x="990895" y="261747"/>
                  </a:cubicBezTo>
                  <a:cubicBezTo>
                    <a:pt x="980489" y="251584"/>
                    <a:pt x="975281" y="236344"/>
                    <a:pt x="975281" y="216027"/>
                  </a:cubicBezTo>
                  <a:lnTo>
                    <a:pt x="975281" y="33528"/>
                  </a:lnTo>
                  <a:lnTo>
                    <a:pt x="1006129" y="22479"/>
                  </a:lnTo>
                  <a:lnTo>
                    <a:pt x="1006129" y="211836"/>
                  </a:lnTo>
                  <a:cubicBezTo>
                    <a:pt x="1006129" y="221999"/>
                    <a:pt x="1007528" y="229867"/>
                    <a:pt x="1010318" y="235458"/>
                  </a:cubicBezTo>
                  <a:cubicBezTo>
                    <a:pt x="1013365" y="241049"/>
                    <a:pt x="1017430" y="244983"/>
                    <a:pt x="1022505" y="247269"/>
                  </a:cubicBezTo>
                  <a:cubicBezTo>
                    <a:pt x="1027589" y="249298"/>
                    <a:pt x="1033301" y="250317"/>
                    <a:pt x="1039642" y="250317"/>
                  </a:cubicBezTo>
                  <a:cubicBezTo>
                    <a:pt x="1043451" y="250317"/>
                    <a:pt x="1046878" y="250060"/>
                    <a:pt x="1049925" y="249555"/>
                  </a:cubicBezTo>
                  <a:cubicBezTo>
                    <a:pt x="1052972" y="249050"/>
                    <a:pt x="1056399" y="248155"/>
                    <a:pt x="1060207" y="2468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46"/>
            <p:cNvSpPr/>
            <p:nvPr/>
          </p:nvSpPr>
          <p:spPr>
            <a:xfrm>
              <a:off x="2533419" y="6030637"/>
              <a:ext cx="1481153" cy="357758"/>
            </a:xfrm>
            <a:custGeom>
              <a:rect b="b" l="l" r="r" t="t"/>
              <a:pathLst>
                <a:path extrusionOk="0" h="357758" w="1481153">
                  <a:moveTo>
                    <a:pt x="0" y="272796"/>
                  </a:moveTo>
                  <a:lnTo>
                    <a:pt x="0" y="1524"/>
                  </a:lnTo>
                  <a:lnTo>
                    <a:pt x="31228" y="1524"/>
                  </a:lnTo>
                  <a:lnTo>
                    <a:pt x="31228" y="246126"/>
                  </a:lnTo>
                  <a:lnTo>
                    <a:pt x="167187" y="246126"/>
                  </a:lnTo>
                  <a:lnTo>
                    <a:pt x="167187" y="272796"/>
                  </a:lnTo>
                  <a:lnTo>
                    <a:pt x="0" y="272796"/>
                  </a:lnTo>
                  <a:close/>
                  <a:moveTo>
                    <a:pt x="282561" y="275463"/>
                  </a:moveTo>
                  <a:cubicBezTo>
                    <a:pt x="264281" y="275463"/>
                    <a:pt x="248285" y="271396"/>
                    <a:pt x="234576" y="263271"/>
                  </a:cubicBezTo>
                  <a:cubicBezTo>
                    <a:pt x="221113" y="255146"/>
                    <a:pt x="210583" y="243716"/>
                    <a:pt x="202966" y="228981"/>
                  </a:cubicBezTo>
                  <a:cubicBezTo>
                    <a:pt x="195597" y="213998"/>
                    <a:pt x="191922" y="196339"/>
                    <a:pt x="191922" y="176022"/>
                  </a:cubicBezTo>
                  <a:cubicBezTo>
                    <a:pt x="191922" y="155953"/>
                    <a:pt x="195597" y="138427"/>
                    <a:pt x="202966" y="123444"/>
                  </a:cubicBezTo>
                  <a:cubicBezTo>
                    <a:pt x="210583" y="108461"/>
                    <a:pt x="221113" y="96898"/>
                    <a:pt x="234576" y="88773"/>
                  </a:cubicBezTo>
                  <a:cubicBezTo>
                    <a:pt x="248285" y="80648"/>
                    <a:pt x="264281" y="76581"/>
                    <a:pt x="282561" y="76581"/>
                  </a:cubicBezTo>
                  <a:cubicBezTo>
                    <a:pt x="300841" y="76581"/>
                    <a:pt x="316703" y="80648"/>
                    <a:pt x="330165" y="88773"/>
                  </a:cubicBezTo>
                  <a:cubicBezTo>
                    <a:pt x="343875" y="96898"/>
                    <a:pt x="354405" y="108461"/>
                    <a:pt x="361774" y="123444"/>
                  </a:cubicBezTo>
                  <a:cubicBezTo>
                    <a:pt x="369391" y="138427"/>
                    <a:pt x="373199" y="155953"/>
                    <a:pt x="373199" y="176022"/>
                  </a:cubicBezTo>
                  <a:cubicBezTo>
                    <a:pt x="373199" y="196339"/>
                    <a:pt x="369391" y="213998"/>
                    <a:pt x="361774" y="228981"/>
                  </a:cubicBezTo>
                  <a:cubicBezTo>
                    <a:pt x="354405" y="243716"/>
                    <a:pt x="343875" y="255146"/>
                    <a:pt x="330165" y="263271"/>
                  </a:cubicBezTo>
                  <a:cubicBezTo>
                    <a:pt x="316703" y="271396"/>
                    <a:pt x="300841" y="275463"/>
                    <a:pt x="282561" y="275463"/>
                  </a:cubicBezTo>
                  <a:close/>
                  <a:moveTo>
                    <a:pt x="282561" y="249936"/>
                  </a:moveTo>
                  <a:cubicBezTo>
                    <a:pt x="301345" y="249936"/>
                    <a:pt x="315817" y="243716"/>
                    <a:pt x="325976" y="231267"/>
                  </a:cubicBezTo>
                  <a:cubicBezTo>
                    <a:pt x="336382" y="218570"/>
                    <a:pt x="341590" y="200149"/>
                    <a:pt x="341590" y="176022"/>
                  </a:cubicBezTo>
                  <a:cubicBezTo>
                    <a:pt x="341590" y="152400"/>
                    <a:pt x="336382" y="134236"/>
                    <a:pt x="325976" y="121539"/>
                  </a:cubicBezTo>
                  <a:cubicBezTo>
                    <a:pt x="315560" y="108842"/>
                    <a:pt x="301088" y="102489"/>
                    <a:pt x="282561" y="102489"/>
                  </a:cubicBezTo>
                  <a:cubicBezTo>
                    <a:pt x="264024" y="102489"/>
                    <a:pt x="249428" y="108842"/>
                    <a:pt x="238765" y="121539"/>
                  </a:cubicBezTo>
                  <a:cubicBezTo>
                    <a:pt x="228349" y="134236"/>
                    <a:pt x="223150" y="152400"/>
                    <a:pt x="223150" y="176022"/>
                  </a:cubicBezTo>
                  <a:cubicBezTo>
                    <a:pt x="223150" y="200149"/>
                    <a:pt x="228225" y="218570"/>
                    <a:pt x="238384" y="231267"/>
                  </a:cubicBezTo>
                  <a:cubicBezTo>
                    <a:pt x="248790" y="243716"/>
                    <a:pt x="263519" y="249936"/>
                    <a:pt x="282561" y="249936"/>
                  </a:cubicBezTo>
                  <a:close/>
                  <a:moveTo>
                    <a:pt x="505445" y="357759"/>
                  </a:moveTo>
                  <a:cubicBezTo>
                    <a:pt x="476501" y="357759"/>
                    <a:pt x="451366" y="351158"/>
                    <a:pt x="430039" y="337947"/>
                  </a:cubicBezTo>
                  <a:lnTo>
                    <a:pt x="435371" y="312801"/>
                  </a:lnTo>
                  <a:cubicBezTo>
                    <a:pt x="447310" y="319659"/>
                    <a:pt x="458602" y="324612"/>
                    <a:pt x="469265" y="327660"/>
                  </a:cubicBezTo>
                  <a:cubicBezTo>
                    <a:pt x="479929" y="330708"/>
                    <a:pt x="491992" y="332232"/>
                    <a:pt x="505445" y="332232"/>
                  </a:cubicBezTo>
                  <a:cubicBezTo>
                    <a:pt x="523725" y="332232"/>
                    <a:pt x="537568" y="327279"/>
                    <a:pt x="546955" y="317373"/>
                  </a:cubicBezTo>
                  <a:cubicBezTo>
                    <a:pt x="556610" y="307724"/>
                    <a:pt x="561427" y="293246"/>
                    <a:pt x="561427" y="273939"/>
                  </a:cubicBezTo>
                  <a:lnTo>
                    <a:pt x="561427" y="222123"/>
                  </a:lnTo>
                  <a:lnTo>
                    <a:pt x="565617" y="217170"/>
                  </a:lnTo>
                  <a:cubicBezTo>
                    <a:pt x="562570" y="227333"/>
                    <a:pt x="557752" y="236220"/>
                    <a:pt x="551145" y="243840"/>
                  </a:cubicBezTo>
                  <a:cubicBezTo>
                    <a:pt x="544804" y="251203"/>
                    <a:pt x="536930" y="256918"/>
                    <a:pt x="527533" y="260985"/>
                  </a:cubicBezTo>
                  <a:cubicBezTo>
                    <a:pt x="518145" y="265052"/>
                    <a:pt x="507482" y="267081"/>
                    <a:pt x="495543" y="267081"/>
                  </a:cubicBezTo>
                  <a:cubicBezTo>
                    <a:pt x="478539" y="267081"/>
                    <a:pt x="463553" y="263147"/>
                    <a:pt x="450604" y="255270"/>
                  </a:cubicBezTo>
                  <a:cubicBezTo>
                    <a:pt x="437913" y="247145"/>
                    <a:pt x="427888" y="235963"/>
                    <a:pt x="420518" y="221742"/>
                  </a:cubicBezTo>
                  <a:cubicBezTo>
                    <a:pt x="413416" y="207521"/>
                    <a:pt x="409855" y="190881"/>
                    <a:pt x="409855" y="171831"/>
                  </a:cubicBezTo>
                  <a:cubicBezTo>
                    <a:pt x="409855" y="152781"/>
                    <a:pt x="413416" y="136141"/>
                    <a:pt x="420518" y="121920"/>
                  </a:cubicBezTo>
                  <a:cubicBezTo>
                    <a:pt x="427888" y="107699"/>
                    <a:pt x="437913" y="96650"/>
                    <a:pt x="450604" y="88773"/>
                  </a:cubicBezTo>
                  <a:cubicBezTo>
                    <a:pt x="463553" y="80648"/>
                    <a:pt x="478539" y="76581"/>
                    <a:pt x="495543" y="76581"/>
                  </a:cubicBezTo>
                  <a:cubicBezTo>
                    <a:pt x="513318" y="76581"/>
                    <a:pt x="528295" y="81029"/>
                    <a:pt x="540481" y="89916"/>
                  </a:cubicBezTo>
                  <a:cubicBezTo>
                    <a:pt x="552925" y="98555"/>
                    <a:pt x="561304" y="110747"/>
                    <a:pt x="565617" y="126492"/>
                  </a:cubicBezTo>
                  <a:lnTo>
                    <a:pt x="561047" y="122301"/>
                  </a:lnTo>
                  <a:lnTo>
                    <a:pt x="561047" y="81153"/>
                  </a:lnTo>
                  <a:lnTo>
                    <a:pt x="591894" y="81153"/>
                  </a:lnTo>
                  <a:lnTo>
                    <a:pt x="591894" y="271272"/>
                  </a:lnTo>
                  <a:cubicBezTo>
                    <a:pt x="591894" y="299971"/>
                    <a:pt x="584535" y="321564"/>
                    <a:pt x="569806" y="336042"/>
                  </a:cubicBezTo>
                  <a:cubicBezTo>
                    <a:pt x="555334" y="350520"/>
                    <a:pt x="533883" y="357759"/>
                    <a:pt x="505445" y="357759"/>
                  </a:cubicBezTo>
                  <a:close/>
                  <a:moveTo>
                    <a:pt x="501636" y="241173"/>
                  </a:moveTo>
                  <a:cubicBezTo>
                    <a:pt x="520173" y="241173"/>
                    <a:pt x="534645" y="235077"/>
                    <a:pt x="545051" y="222885"/>
                  </a:cubicBezTo>
                  <a:cubicBezTo>
                    <a:pt x="555715" y="210436"/>
                    <a:pt x="561047" y="193424"/>
                    <a:pt x="561047" y="171831"/>
                  </a:cubicBezTo>
                  <a:cubicBezTo>
                    <a:pt x="561047" y="150238"/>
                    <a:pt x="555715" y="133350"/>
                    <a:pt x="545051" y="121158"/>
                  </a:cubicBezTo>
                  <a:cubicBezTo>
                    <a:pt x="534645" y="108709"/>
                    <a:pt x="520173" y="102489"/>
                    <a:pt x="501636" y="102489"/>
                  </a:cubicBezTo>
                  <a:cubicBezTo>
                    <a:pt x="482851" y="102489"/>
                    <a:pt x="467999" y="108709"/>
                    <a:pt x="457079" y="121158"/>
                  </a:cubicBezTo>
                  <a:cubicBezTo>
                    <a:pt x="446415" y="133350"/>
                    <a:pt x="441083" y="150238"/>
                    <a:pt x="441083" y="171831"/>
                  </a:cubicBezTo>
                  <a:cubicBezTo>
                    <a:pt x="441083" y="193672"/>
                    <a:pt x="446415" y="210693"/>
                    <a:pt x="457079" y="222885"/>
                  </a:cubicBezTo>
                  <a:cubicBezTo>
                    <a:pt x="467999" y="235077"/>
                    <a:pt x="482851" y="241173"/>
                    <a:pt x="501636" y="241173"/>
                  </a:cubicBezTo>
                  <a:close/>
                  <a:moveTo>
                    <a:pt x="651124" y="272796"/>
                  </a:moveTo>
                  <a:lnTo>
                    <a:pt x="651124" y="81153"/>
                  </a:lnTo>
                  <a:lnTo>
                    <a:pt x="681971" y="81153"/>
                  </a:lnTo>
                  <a:lnTo>
                    <a:pt x="681971" y="272796"/>
                  </a:lnTo>
                  <a:lnTo>
                    <a:pt x="651124" y="272796"/>
                  </a:lnTo>
                  <a:close/>
                  <a:moveTo>
                    <a:pt x="648077" y="0"/>
                  </a:moveTo>
                  <a:lnTo>
                    <a:pt x="685780" y="0"/>
                  </a:lnTo>
                  <a:lnTo>
                    <a:pt x="685780" y="35052"/>
                  </a:lnTo>
                  <a:lnTo>
                    <a:pt x="648077" y="35052"/>
                  </a:lnTo>
                  <a:lnTo>
                    <a:pt x="648077" y="0"/>
                  </a:lnTo>
                  <a:close/>
                  <a:moveTo>
                    <a:pt x="806609" y="275463"/>
                  </a:moveTo>
                  <a:cubicBezTo>
                    <a:pt x="774371" y="275463"/>
                    <a:pt x="748856" y="267205"/>
                    <a:pt x="730061" y="250698"/>
                  </a:cubicBezTo>
                  <a:lnTo>
                    <a:pt x="740344" y="227838"/>
                  </a:lnTo>
                  <a:cubicBezTo>
                    <a:pt x="750502" y="235715"/>
                    <a:pt x="760909" y="241554"/>
                    <a:pt x="771572" y="245364"/>
                  </a:cubicBezTo>
                  <a:cubicBezTo>
                    <a:pt x="782493" y="248917"/>
                    <a:pt x="794556" y="250698"/>
                    <a:pt x="807751" y="250698"/>
                  </a:cubicBezTo>
                  <a:cubicBezTo>
                    <a:pt x="822223" y="250698"/>
                    <a:pt x="833144" y="248288"/>
                    <a:pt x="840503" y="243459"/>
                  </a:cubicBezTo>
                  <a:cubicBezTo>
                    <a:pt x="848120" y="238382"/>
                    <a:pt x="851929" y="231143"/>
                    <a:pt x="851929" y="221742"/>
                  </a:cubicBezTo>
                  <a:cubicBezTo>
                    <a:pt x="851929" y="214122"/>
                    <a:pt x="849396" y="208150"/>
                    <a:pt x="844312" y="203835"/>
                  </a:cubicBezTo>
                  <a:cubicBezTo>
                    <a:pt x="839237" y="199263"/>
                    <a:pt x="830859" y="195577"/>
                    <a:pt x="819177" y="192786"/>
                  </a:cubicBezTo>
                  <a:lnTo>
                    <a:pt x="786806" y="185166"/>
                  </a:lnTo>
                  <a:cubicBezTo>
                    <a:pt x="770811" y="181613"/>
                    <a:pt x="758376" y="175260"/>
                    <a:pt x="749484" y="166116"/>
                  </a:cubicBezTo>
                  <a:cubicBezTo>
                    <a:pt x="740858" y="156972"/>
                    <a:pt x="736535" y="146047"/>
                    <a:pt x="736535" y="133350"/>
                  </a:cubicBezTo>
                  <a:cubicBezTo>
                    <a:pt x="736535" y="122177"/>
                    <a:pt x="739582" y="112395"/>
                    <a:pt x="745675" y="104013"/>
                  </a:cubicBezTo>
                  <a:cubicBezTo>
                    <a:pt x="751769" y="95374"/>
                    <a:pt x="760280" y="88649"/>
                    <a:pt x="771191" y="83820"/>
                  </a:cubicBezTo>
                  <a:cubicBezTo>
                    <a:pt x="782112" y="78991"/>
                    <a:pt x="795060" y="76581"/>
                    <a:pt x="810037" y="76581"/>
                  </a:cubicBezTo>
                  <a:cubicBezTo>
                    <a:pt x="823499" y="76581"/>
                    <a:pt x="836190" y="78743"/>
                    <a:pt x="848120" y="83058"/>
                  </a:cubicBezTo>
                  <a:cubicBezTo>
                    <a:pt x="860059" y="87373"/>
                    <a:pt x="870085" y="93602"/>
                    <a:pt x="878206" y="101727"/>
                  </a:cubicBezTo>
                  <a:lnTo>
                    <a:pt x="867924" y="124206"/>
                  </a:lnTo>
                  <a:cubicBezTo>
                    <a:pt x="858784" y="116586"/>
                    <a:pt x="849396" y="110995"/>
                    <a:pt x="839742" y="107442"/>
                  </a:cubicBezTo>
                  <a:cubicBezTo>
                    <a:pt x="830354" y="103632"/>
                    <a:pt x="820452" y="101727"/>
                    <a:pt x="810037" y="101727"/>
                  </a:cubicBezTo>
                  <a:cubicBezTo>
                    <a:pt x="796327" y="101727"/>
                    <a:pt x="785663" y="104394"/>
                    <a:pt x="778046" y="109728"/>
                  </a:cubicBezTo>
                  <a:cubicBezTo>
                    <a:pt x="770687" y="115062"/>
                    <a:pt x="767002" y="122301"/>
                    <a:pt x="767002" y="131445"/>
                  </a:cubicBezTo>
                  <a:cubicBezTo>
                    <a:pt x="767002" y="139322"/>
                    <a:pt x="769287" y="145542"/>
                    <a:pt x="773857" y="150114"/>
                  </a:cubicBezTo>
                  <a:cubicBezTo>
                    <a:pt x="778684" y="154686"/>
                    <a:pt x="786301" y="158239"/>
                    <a:pt x="796708" y="160782"/>
                  </a:cubicBezTo>
                  <a:lnTo>
                    <a:pt x="829078" y="168783"/>
                  </a:lnTo>
                  <a:cubicBezTo>
                    <a:pt x="847111" y="172593"/>
                    <a:pt x="860307" y="178946"/>
                    <a:pt x="868685" y="187833"/>
                  </a:cubicBezTo>
                  <a:cubicBezTo>
                    <a:pt x="877321" y="196472"/>
                    <a:pt x="881634" y="207521"/>
                    <a:pt x="881634" y="220980"/>
                  </a:cubicBezTo>
                  <a:cubicBezTo>
                    <a:pt x="881634" y="237487"/>
                    <a:pt x="874912" y="250698"/>
                    <a:pt x="861449" y="260604"/>
                  </a:cubicBezTo>
                  <a:cubicBezTo>
                    <a:pt x="847996" y="270510"/>
                    <a:pt x="829716" y="275463"/>
                    <a:pt x="806609" y="275463"/>
                  </a:cubicBezTo>
                  <a:close/>
                  <a:moveTo>
                    <a:pt x="901904" y="105537"/>
                  </a:moveTo>
                  <a:lnTo>
                    <a:pt x="901904" y="81153"/>
                  </a:lnTo>
                  <a:lnTo>
                    <a:pt x="1024913" y="81153"/>
                  </a:lnTo>
                  <a:lnTo>
                    <a:pt x="1024913" y="105537"/>
                  </a:lnTo>
                  <a:lnTo>
                    <a:pt x="901904" y="105537"/>
                  </a:lnTo>
                  <a:close/>
                  <a:moveTo>
                    <a:pt x="1024152" y="245364"/>
                  </a:moveTo>
                  <a:lnTo>
                    <a:pt x="1024152" y="271653"/>
                  </a:lnTo>
                  <a:cubicBezTo>
                    <a:pt x="1019829" y="272920"/>
                    <a:pt x="1015516" y="273815"/>
                    <a:pt x="1011203" y="274320"/>
                  </a:cubicBezTo>
                  <a:cubicBezTo>
                    <a:pt x="1007138" y="275082"/>
                    <a:pt x="1002568" y="275463"/>
                    <a:pt x="997493" y="275463"/>
                  </a:cubicBezTo>
                  <a:cubicBezTo>
                    <a:pt x="979718" y="275463"/>
                    <a:pt x="965503" y="270386"/>
                    <a:pt x="954840" y="260223"/>
                  </a:cubicBezTo>
                  <a:cubicBezTo>
                    <a:pt x="944424" y="250060"/>
                    <a:pt x="939226" y="234820"/>
                    <a:pt x="939226" y="214503"/>
                  </a:cubicBezTo>
                  <a:lnTo>
                    <a:pt x="939226" y="32004"/>
                  </a:lnTo>
                  <a:lnTo>
                    <a:pt x="970073" y="20955"/>
                  </a:lnTo>
                  <a:lnTo>
                    <a:pt x="970073" y="210312"/>
                  </a:lnTo>
                  <a:cubicBezTo>
                    <a:pt x="970073" y="220475"/>
                    <a:pt x="971463" y="228343"/>
                    <a:pt x="974262" y="233934"/>
                  </a:cubicBezTo>
                  <a:cubicBezTo>
                    <a:pt x="977309" y="239525"/>
                    <a:pt x="981365" y="243459"/>
                    <a:pt x="986449" y="245745"/>
                  </a:cubicBezTo>
                  <a:cubicBezTo>
                    <a:pt x="991524" y="247774"/>
                    <a:pt x="997236" y="248793"/>
                    <a:pt x="1003587" y="248793"/>
                  </a:cubicBezTo>
                  <a:cubicBezTo>
                    <a:pt x="1007395" y="248793"/>
                    <a:pt x="1010822" y="248536"/>
                    <a:pt x="1013869" y="248031"/>
                  </a:cubicBezTo>
                  <a:cubicBezTo>
                    <a:pt x="1016916" y="247526"/>
                    <a:pt x="1020343" y="246631"/>
                    <a:pt x="1024152" y="245364"/>
                  </a:cubicBezTo>
                  <a:close/>
                  <a:moveTo>
                    <a:pt x="1062083" y="272796"/>
                  </a:moveTo>
                  <a:lnTo>
                    <a:pt x="1062083" y="81153"/>
                  </a:lnTo>
                  <a:lnTo>
                    <a:pt x="1092931" y="81153"/>
                  </a:lnTo>
                  <a:lnTo>
                    <a:pt x="1092931" y="272796"/>
                  </a:lnTo>
                  <a:lnTo>
                    <a:pt x="1062083" y="272796"/>
                  </a:lnTo>
                  <a:close/>
                  <a:moveTo>
                    <a:pt x="1059036" y="0"/>
                  </a:moveTo>
                  <a:lnTo>
                    <a:pt x="1096739" y="0"/>
                  </a:lnTo>
                  <a:lnTo>
                    <a:pt x="1096739" y="35052"/>
                  </a:lnTo>
                  <a:lnTo>
                    <a:pt x="1059036" y="35052"/>
                  </a:lnTo>
                  <a:lnTo>
                    <a:pt x="1059036" y="0"/>
                  </a:lnTo>
                  <a:close/>
                  <a:moveTo>
                    <a:pt x="1233183" y="275463"/>
                  </a:moveTo>
                  <a:cubicBezTo>
                    <a:pt x="1214398" y="275463"/>
                    <a:pt x="1198146" y="271396"/>
                    <a:pt x="1184436" y="263271"/>
                  </a:cubicBezTo>
                  <a:cubicBezTo>
                    <a:pt x="1170726" y="255146"/>
                    <a:pt x="1160062" y="243716"/>
                    <a:pt x="1152446" y="228981"/>
                  </a:cubicBezTo>
                  <a:cubicBezTo>
                    <a:pt x="1145086" y="214246"/>
                    <a:pt x="1141401" y="196853"/>
                    <a:pt x="1141401" y="176784"/>
                  </a:cubicBezTo>
                  <a:cubicBezTo>
                    <a:pt x="1141401" y="156972"/>
                    <a:pt x="1145210" y="139570"/>
                    <a:pt x="1152827" y="124587"/>
                  </a:cubicBezTo>
                  <a:cubicBezTo>
                    <a:pt x="1160443" y="109347"/>
                    <a:pt x="1171240" y="97536"/>
                    <a:pt x="1185197" y="89154"/>
                  </a:cubicBezTo>
                  <a:cubicBezTo>
                    <a:pt x="1199165" y="80772"/>
                    <a:pt x="1215664" y="76581"/>
                    <a:pt x="1234706" y="76581"/>
                  </a:cubicBezTo>
                  <a:cubicBezTo>
                    <a:pt x="1247654" y="76581"/>
                    <a:pt x="1260098" y="78867"/>
                    <a:pt x="1272028" y="83439"/>
                  </a:cubicBezTo>
                  <a:cubicBezTo>
                    <a:pt x="1284215" y="87754"/>
                    <a:pt x="1294250" y="93850"/>
                    <a:pt x="1302114" y="101727"/>
                  </a:cubicBezTo>
                  <a:lnTo>
                    <a:pt x="1291831" y="124587"/>
                  </a:lnTo>
                  <a:cubicBezTo>
                    <a:pt x="1282444" y="117224"/>
                    <a:pt x="1273170" y="111757"/>
                    <a:pt x="1264030" y="108204"/>
                  </a:cubicBezTo>
                  <a:cubicBezTo>
                    <a:pt x="1255148" y="104394"/>
                    <a:pt x="1245884" y="102489"/>
                    <a:pt x="1236230" y="102489"/>
                  </a:cubicBezTo>
                  <a:cubicBezTo>
                    <a:pt x="1216940" y="102489"/>
                    <a:pt x="1201573" y="108966"/>
                    <a:pt x="1190148" y="121920"/>
                  </a:cubicBezTo>
                  <a:cubicBezTo>
                    <a:pt x="1178980" y="134874"/>
                    <a:pt x="1173392" y="153162"/>
                    <a:pt x="1173392" y="176784"/>
                  </a:cubicBezTo>
                  <a:cubicBezTo>
                    <a:pt x="1173392" y="200149"/>
                    <a:pt x="1178980" y="218189"/>
                    <a:pt x="1190148" y="230886"/>
                  </a:cubicBezTo>
                  <a:cubicBezTo>
                    <a:pt x="1201326" y="243583"/>
                    <a:pt x="1216683" y="249936"/>
                    <a:pt x="1236230" y="249936"/>
                  </a:cubicBezTo>
                  <a:cubicBezTo>
                    <a:pt x="1245627" y="249936"/>
                    <a:pt x="1254890" y="248155"/>
                    <a:pt x="1264030" y="244602"/>
                  </a:cubicBezTo>
                  <a:cubicBezTo>
                    <a:pt x="1273170" y="240792"/>
                    <a:pt x="1282444" y="235201"/>
                    <a:pt x="1291831" y="227838"/>
                  </a:cubicBezTo>
                  <a:lnTo>
                    <a:pt x="1302114" y="250698"/>
                  </a:lnTo>
                  <a:cubicBezTo>
                    <a:pt x="1293993" y="258318"/>
                    <a:pt x="1283710" y="264414"/>
                    <a:pt x="1271266" y="268986"/>
                  </a:cubicBezTo>
                  <a:cubicBezTo>
                    <a:pt x="1259080" y="273301"/>
                    <a:pt x="1246388" y="275463"/>
                    <a:pt x="1233183" y="275463"/>
                  </a:cubicBezTo>
                  <a:close/>
                  <a:moveTo>
                    <a:pt x="1406130" y="275463"/>
                  </a:moveTo>
                  <a:cubicBezTo>
                    <a:pt x="1373882" y="275463"/>
                    <a:pt x="1348366" y="267205"/>
                    <a:pt x="1329582" y="250698"/>
                  </a:cubicBezTo>
                  <a:lnTo>
                    <a:pt x="1339864" y="227838"/>
                  </a:lnTo>
                  <a:cubicBezTo>
                    <a:pt x="1350023" y="235715"/>
                    <a:pt x="1360429" y="241554"/>
                    <a:pt x="1371093" y="245364"/>
                  </a:cubicBezTo>
                  <a:cubicBezTo>
                    <a:pt x="1382013" y="248917"/>
                    <a:pt x="1394066" y="250698"/>
                    <a:pt x="1407272" y="250698"/>
                  </a:cubicBezTo>
                  <a:cubicBezTo>
                    <a:pt x="1421744" y="250698"/>
                    <a:pt x="1432664" y="248288"/>
                    <a:pt x="1440024" y="243459"/>
                  </a:cubicBezTo>
                  <a:cubicBezTo>
                    <a:pt x="1447641" y="238382"/>
                    <a:pt x="1451449" y="231143"/>
                    <a:pt x="1451449" y="221742"/>
                  </a:cubicBezTo>
                  <a:cubicBezTo>
                    <a:pt x="1451449" y="214122"/>
                    <a:pt x="1448907" y="208150"/>
                    <a:pt x="1443832" y="203835"/>
                  </a:cubicBezTo>
                  <a:cubicBezTo>
                    <a:pt x="1438757" y="199263"/>
                    <a:pt x="1430379" y="195577"/>
                    <a:pt x="1418697" y="192786"/>
                  </a:cubicBezTo>
                  <a:lnTo>
                    <a:pt x="1386326" y="185166"/>
                  </a:lnTo>
                  <a:cubicBezTo>
                    <a:pt x="1370331" y="181613"/>
                    <a:pt x="1357887" y="175260"/>
                    <a:pt x="1349004" y="166116"/>
                  </a:cubicBezTo>
                  <a:cubicBezTo>
                    <a:pt x="1340369" y="156972"/>
                    <a:pt x="1336056" y="146047"/>
                    <a:pt x="1336056" y="133350"/>
                  </a:cubicBezTo>
                  <a:cubicBezTo>
                    <a:pt x="1336056" y="122177"/>
                    <a:pt x="1339103" y="112395"/>
                    <a:pt x="1345196" y="104013"/>
                  </a:cubicBezTo>
                  <a:cubicBezTo>
                    <a:pt x="1351289" y="95374"/>
                    <a:pt x="1359792" y="88649"/>
                    <a:pt x="1370712" y="83820"/>
                  </a:cubicBezTo>
                  <a:cubicBezTo>
                    <a:pt x="1381632" y="78991"/>
                    <a:pt x="1394581" y="76581"/>
                    <a:pt x="1409557" y="76581"/>
                  </a:cubicBezTo>
                  <a:cubicBezTo>
                    <a:pt x="1423010" y="76581"/>
                    <a:pt x="1435711" y="78743"/>
                    <a:pt x="1447641" y="83058"/>
                  </a:cubicBezTo>
                  <a:cubicBezTo>
                    <a:pt x="1459570" y="87373"/>
                    <a:pt x="1469605" y="93602"/>
                    <a:pt x="1477727" y="101727"/>
                  </a:cubicBezTo>
                  <a:lnTo>
                    <a:pt x="1467444" y="124206"/>
                  </a:lnTo>
                  <a:cubicBezTo>
                    <a:pt x="1458304" y="116586"/>
                    <a:pt x="1448907" y="110995"/>
                    <a:pt x="1439262" y="107442"/>
                  </a:cubicBezTo>
                  <a:cubicBezTo>
                    <a:pt x="1429865" y="103632"/>
                    <a:pt x="1419963" y="101727"/>
                    <a:pt x="1409557" y="101727"/>
                  </a:cubicBezTo>
                  <a:cubicBezTo>
                    <a:pt x="1395847" y="101727"/>
                    <a:pt x="1385184" y="104394"/>
                    <a:pt x="1377567" y="109728"/>
                  </a:cubicBezTo>
                  <a:cubicBezTo>
                    <a:pt x="1370207" y="115062"/>
                    <a:pt x="1366523" y="122301"/>
                    <a:pt x="1366523" y="131445"/>
                  </a:cubicBezTo>
                  <a:cubicBezTo>
                    <a:pt x="1366523" y="139322"/>
                    <a:pt x="1368808" y="145542"/>
                    <a:pt x="1373378" y="150114"/>
                  </a:cubicBezTo>
                  <a:cubicBezTo>
                    <a:pt x="1378205" y="154686"/>
                    <a:pt x="1385821" y="158239"/>
                    <a:pt x="1396228" y="160782"/>
                  </a:cubicBezTo>
                  <a:lnTo>
                    <a:pt x="1428599" y="168783"/>
                  </a:lnTo>
                  <a:cubicBezTo>
                    <a:pt x="1446622" y="172593"/>
                    <a:pt x="1459827" y="178946"/>
                    <a:pt x="1468206" y="187833"/>
                  </a:cubicBezTo>
                  <a:cubicBezTo>
                    <a:pt x="1476841" y="196472"/>
                    <a:pt x="1481154" y="207521"/>
                    <a:pt x="1481154" y="220980"/>
                  </a:cubicBezTo>
                  <a:cubicBezTo>
                    <a:pt x="1481154" y="237487"/>
                    <a:pt x="1474423" y="250698"/>
                    <a:pt x="1460970" y="260604"/>
                  </a:cubicBezTo>
                  <a:cubicBezTo>
                    <a:pt x="1447517" y="270510"/>
                    <a:pt x="1429237" y="275463"/>
                    <a:pt x="1406130" y="2754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46"/>
            <p:cNvSpPr/>
            <p:nvPr/>
          </p:nvSpPr>
          <p:spPr>
            <a:xfrm>
              <a:off x="5142141" y="6021492"/>
              <a:ext cx="1459056" cy="284607"/>
            </a:xfrm>
            <a:custGeom>
              <a:rect b="b" l="l" r="r" t="t"/>
              <a:pathLst>
                <a:path extrusionOk="0" h="284607" w="1459056">
                  <a:moveTo>
                    <a:pt x="0" y="281940"/>
                  </a:moveTo>
                  <a:lnTo>
                    <a:pt x="0" y="10668"/>
                  </a:lnTo>
                  <a:lnTo>
                    <a:pt x="108157" y="10668"/>
                  </a:lnTo>
                  <a:cubicBezTo>
                    <a:pt x="136082" y="10668"/>
                    <a:pt x="157790" y="17402"/>
                    <a:pt x="173280" y="30861"/>
                  </a:cubicBezTo>
                  <a:cubicBezTo>
                    <a:pt x="189018" y="44320"/>
                    <a:pt x="196892" y="62865"/>
                    <a:pt x="196892" y="86487"/>
                  </a:cubicBezTo>
                  <a:cubicBezTo>
                    <a:pt x="196892" y="109852"/>
                    <a:pt x="189018" y="128397"/>
                    <a:pt x="173280" y="142113"/>
                  </a:cubicBezTo>
                  <a:cubicBezTo>
                    <a:pt x="157542" y="155829"/>
                    <a:pt x="135834" y="162687"/>
                    <a:pt x="108157" y="162687"/>
                  </a:cubicBezTo>
                  <a:lnTo>
                    <a:pt x="31228" y="162687"/>
                  </a:lnTo>
                  <a:lnTo>
                    <a:pt x="31228" y="281940"/>
                  </a:lnTo>
                  <a:lnTo>
                    <a:pt x="0" y="281940"/>
                  </a:lnTo>
                  <a:close/>
                  <a:moveTo>
                    <a:pt x="31228" y="136779"/>
                  </a:moveTo>
                  <a:lnTo>
                    <a:pt x="105491" y="136779"/>
                  </a:lnTo>
                  <a:cubicBezTo>
                    <a:pt x="125552" y="136779"/>
                    <a:pt x="140652" y="132464"/>
                    <a:pt x="150811" y="123825"/>
                  </a:cubicBezTo>
                  <a:cubicBezTo>
                    <a:pt x="160970" y="114938"/>
                    <a:pt x="166045" y="102489"/>
                    <a:pt x="166045" y="86487"/>
                  </a:cubicBezTo>
                  <a:cubicBezTo>
                    <a:pt x="166045" y="70485"/>
                    <a:pt x="160970" y="58169"/>
                    <a:pt x="150811" y="49530"/>
                  </a:cubicBezTo>
                  <a:cubicBezTo>
                    <a:pt x="140652" y="40891"/>
                    <a:pt x="125552" y="36576"/>
                    <a:pt x="105491" y="36576"/>
                  </a:cubicBezTo>
                  <a:lnTo>
                    <a:pt x="31228" y="36576"/>
                  </a:lnTo>
                  <a:lnTo>
                    <a:pt x="31228" y="136779"/>
                  </a:lnTo>
                  <a:close/>
                  <a:moveTo>
                    <a:pt x="244258" y="281940"/>
                  </a:moveTo>
                  <a:lnTo>
                    <a:pt x="244258" y="1524"/>
                  </a:lnTo>
                  <a:lnTo>
                    <a:pt x="275106" y="1524"/>
                  </a:lnTo>
                  <a:lnTo>
                    <a:pt x="275106" y="281940"/>
                  </a:lnTo>
                  <a:lnTo>
                    <a:pt x="244258" y="281940"/>
                  </a:lnTo>
                  <a:close/>
                  <a:moveTo>
                    <a:pt x="408503" y="284607"/>
                  </a:moveTo>
                  <a:cubicBezTo>
                    <a:pt x="391489" y="284607"/>
                    <a:pt x="376513" y="280673"/>
                    <a:pt x="363564" y="272796"/>
                  </a:cubicBezTo>
                  <a:cubicBezTo>
                    <a:pt x="350873" y="264671"/>
                    <a:pt x="340972" y="253241"/>
                    <a:pt x="333859" y="238506"/>
                  </a:cubicBezTo>
                  <a:cubicBezTo>
                    <a:pt x="327005" y="223523"/>
                    <a:pt x="323577" y="205997"/>
                    <a:pt x="323577" y="185928"/>
                  </a:cubicBezTo>
                  <a:cubicBezTo>
                    <a:pt x="323577" y="165859"/>
                    <a:pt x="327128" y="148333"/>
                    <a:pt x="334240" y="133350"/>
                  </a:cubicBezTo>
                  <a:cubicBezTo>
                    <a:pt x="341352" y="118367"/>
                    <a:pt x="351254" y="106680"/>
                    <a:pt x="363945" y="98298"/>
                  </a:cubicBezTo>
                  <a:cubicBezTo>
                    <a:pt x="376894" y="89916"/>
                    <a:pt x="391746" y="85725"/>
                    <a:pt x="408503" y="85725"/>
                  </a:cubicBezTo>
                  <a:cubicBezTo>
                    <a:pt x="426021" y="85725"/>
                    <a:pt x="440874" y="90040"/>
                    <a:pt x="453061" y="98679"/>
                  </a:cubicBezTo>
                  <a:cubicBezTo>
                    <a:pt x="465247" y="107318"/>
                    <a:pt x="473502" y="119634"/>
                    <a:pt x="477815" y="135636"/>
                  </a:cubicBezTo>
                  <a:lnTo>
                    <a:pt x="473245" y="138684"/>
                  </a:lnTo>
                  <a:lnTo>
                    <a:pt x="473245" y="90297"/>
                  </a:lnTo>
                  <a:lnTo>
                    <a:pt x="503712" y="90297"/>
                  </a:lnTo>
                  <a:lnTo>
                    <a:pt x="503712" y="281940"/>
                  </a:lnTo>
                  <a:lnTo>
                    <a:pt x="473245" y="281940"/>
                  </a:lnTo>
                  <a:lnTo>
                    <a:pt x="473245" y="232410"/>
                  </a:lnTo>
                  <a:lnTo>
                    <a:pt x="477815" y="234696"/>
                  </a:lnTo>
                  <a:cubicBezTo>
                    <a:pt x="473502" y="250698"/>
                    <a:pt x="465247" y="263014"/>
                    <a:pt x="453061" y="271653"/>
                  </a:cubicBezTo>
                  <a:cubicBezTo>
                    <a:pt x="440874" y="280292"/>
                    <a:pt x="426021" y="284607"/>
                    <a:pt x="408503" y="284607"/>
                  </a:cubicBezTo>
                  <a:close/>
                  <a:moveTo>
                    <a:pt x="414596" y="259080"/>
                  </a:moveTo>
                  <a:cubicBezTo>
                    <a:pt x="433381" y="259080"/>
                    <a:pt x="447853" y="252727"/>
                    <a:pt x="458011" y="240030"/>
                  </a:cubicBezTo>
                  <a:cubicBezTo>
                    <a:pt x="468170" y="227076"/>
                    <a:pt x="473245" y="208788"/>
                    <a:pt x="473245" y="185166"/>
                  </a:cubicBezTo>
                  <a:cubicBezTo>
                    <a:pt x="473245" y="161544"/>
                    <a:pt x="468037" y="143380"/>
                    <a:pt x="457631" y="130683"/>
                  </a:cubicBezTo>
                  <a:cubicBezTo>
                    <a:pt x="447472" y="117986"/>
                    <a:pt x="433134" y="111633"/>
                    <a:pt x="414596" y="111633"/>
                  </a:cubicBezTo>
                  <a:cubicBezTo>
                    <a:pt x="395812" y="111633"/>
                    <a:pt x="381083" y="118234"/>
                    <a:pt x="370420" y="131445"/>
                  </a:cubicBezTo>
                  <a:cubicBezTo>
                    <a:pt x="360013" y="144399"/>
                    <a:pt x="354805" y="162563"/>
                    <a:pt x="354805" y="185928"/>
                  </a:cubicBezTo>
                  <a:cubicBezTo>
                    <a:pt x="354805" y="209293"/>
                    <a:pt x="360013" y="227333"/>
                    <a:pt x="370420" y="240030"/>
                  </a:cubicBezTo>
                  <a:cubicBezTo>
                    <a:pt x="381083" y="252727"/>
                    <a:pt x="395812" y="259080"/>
                    <a:pt x="414596" y="259080"/>
                  </a:cubicBezTo>
                  <a:close/>
                  <a:moveTo>
                    <a:pt x="536311" y="114681"/>
                  </a:moveTo>
                  <a:lnTo>
                    <a:pt x="536311" y="90297"/>
                  </a:lnTo>
                  <a:lnTo>
                    <a:pt x="659321" y="90297"/>
                  </a:lnTo>
                  <a:lnTo>
                    <a:pt x="659321" y="114681"/>
                  </a:lnTo>
                  <a:lnTo>
                    <a:pt x="536311" y="114681"/>
                  </a:lnTo>
                  <a:close/>
                  <a:moveTo>
                    <a:pt x="658560" y="254508"/>
                  </a:moveTo>
                  <a:lnTo>
                    <a:pt x="658560" y="280797"/>
                  </a:lnTo>
                  <a:cubicBezTo>
                    <a:pt x="654247" y="282064"/>
                    <a:pt x="649934" y="282959"/>
                    <a:pt x="645611" y="283464"/>
                  </a:cubicBezTo>
                  <a:cubicBezTo>
                    <a:pt x="641555" y="284226"/>
                    <a:pt x="636985" y="284607"/>
                    <a:pt x="631901" y="284607"/>
                  </a:cubicBezTo>
                  <a:cubicBezTo>
                    <a:pt x="614135" y="284607"/>
                    <a:pt x="599911" y="279530"/>
                    <a:pt x="589247" y="269367"/>
                  </a:cubicBezTo>
                  <a:cubicBezTo>
                    <a:pt x="578841" y="259204"/>
                    <a:pt x="573633" y="243964"/>
                    <a:pt x="573633" y="223647"/>
                  </a:cubicBezTo>
                  <a:lnTo>
                    <a:pt x="573633" y="41148"/>
                  </a:lnTo>
                  <a:lnTo>
                    <a:pt x="604481" y="30099"/>
                  </a:lnTo>
                  <a:lnTo>
                    <a:pt x="604481" y="219456"/>
                  </a:lnTo>
                  <a:cubicBezTo>
                    <a:pt x="604481" y="229619"/>
                    <a:pt x="605880" y="237487"/>
                    <a:pt x="608670" y="243078"/>
                  </a:cubicBezTo>
                  <a:cubicBezTo>
                    <a:pt x="611717" y="248669"/>
                    <a:pt x="615782" y="252603"/>
                    <a:pt x="620857" y="254889"/>
                  </a:cubicBezTo>
                  <a:cubicBezTo>
                    <a:pt x="625941" y="256918"/>
                    <a:pt x="631654" y="257937"/>
                    <a:pt x="637995" y="257937"/>
                  </a:cubicBezTo>
                  <a:cubicBezTo>
                    <a:pt x="641803" y="257937"/>
                    <a:pt x="645230" y="257680"/>
                    <a:pt x="648277" y="257175"/>
                  </a:cubicBezTo>
                  <a:cubicBezTo>
                    <a:pt x="651324" y="256670"/>
                    <a:pt x="654751" y="255775"/>
                    <a:pt x="658560" y="254508"/>
                  </a:cubicBezTo>
                  <a:close/>
                  <a:moveTo>
                    <a:pt x="673545" y="114681"/>
                  </a:moveTo>
                  <a:lnTo>
                    <a:pt x="673545" y="90297"/>
                  </a:lnTo>
                  <a:lnTo>
                    <a:pt x="788558" y="90297"/>
                  </a:lnTo>
                  <a:lnTo>
                    <a:pt x="788558" y="114681"/>
                  </a:lnTo>
                  <a:lnTo>
                    <a:pt x="673545" y="114681"/>
                  </a:lnTo>
                  <a:close/>
                  <a:moveTo>
                    <a:pt x="793889" y="29718"/>
                  </a:moveTo>
                  <a:cubicBezTo>
                    <a:pt x="786787" y="27689"/>
                    <a:pt x="780179" y="26670"/>
                    <a:pt x="774086" y="26670"/>
                  </a:cubicBezTo>
                  <a:cubicBezTo>
                    <a:pt x="767993" y="26670"/>
                    <a:pt x="762414" y="27813"/>
                    <a:pt x="757329" y="30099"/>
                  </a:cubicBezTo>
                  <a:cubicBezTo>
                    <a:pt x="752511" y="32128"/>
                    <a:pt x="748703" y="35938"/>
                    <a:pt x="745904" y="41529"/>
                  </a:cubicBezTo>
                  <a:cubicBezTo>
                    <a:pt x="743114" y="47120"/>
                    <a:pt x="741715" y="54864"/>
                    <a:pt x="741715" y="64770"/>
                  </a:cubicBezTo>
                  <a:lnTo>
                    <a:pt x="741715" y="281940"/>
                  </a:lnTo>
                  <a:lnTo>
                    <a:pt x="710867" y="281940"/>
                  </a:lnTo>
                  <a:lnTo>
                    <a:pt x="710867" y="60960"/>
                  </a:lnTo>
                  <a:cubicBezTo>
                    <a:pt x="710867" y="40386"/>
                    <a:pt x="715952" y="25146"/>
                    <a:pt x="726101" y="15240"/>
                  </a:cubicBezTo>
                  <a:cubicBezTo>
                    <a:pt x="736260" y="5077"/>
                    <a:pt x="750227" y="0"/>
                    <a:pt x="767993" y="0"/>
                  </a:cubicBezTo>
                  <a:cubicBezTo>
                    <a:pt x="772315" y="0"/>
                    <a:pt x="776628" y="257"/>
                    <a:pt x="780941" y="762"/>
                  </a:cubicBezTo>
                  <a:cubicBezTo>
                    <a:pt x="785263" y="1267"/>
                    <a:pt x="789576" y="2162"/>
                    <a:pt x="793889" y="3429"/>
                  </a:cubicBezTo>
                  <a:lnTo>
                    <a:pt x="793889" y="29718"/>
                  </a:lnTo>
                  <a:close/>
                  <a:moveTo>
                    <a:pt x="906255" y="284607"/>
                  </a:moveTo>
                  <a:cubicBezTo>
                    <a:pt x="887975" y="284607"/>
                    <a:pt x="871980" y="280540"/>
                    <a:pt x="858270" y="272415"/>
                  </a:cubicBezTo>
                  <a:cubicBezTo>
                    <a:pt x="844807" y="264290"/>
                    <a:pt x="834277" y="252860"/>
                    <a:pt x="826660" y="238125"/>
                  </a:cubicBezTo>
                  <a:cubicBezTo>
                    <a:pt x="819291" y="223142"/>
                    <a:pt x="815616" y="205483"/>
                    <a:pt x="815616" y="185166"/>
                  </a:cubicBezTo>
                  <a:cubicBezTo>
                    <a:pt x="815616" y="165097"/>
                    <a:pt x="819291" y="147571"/>
                    <a:pt x="826660" y="132588"/>
                  </a:cubicBezTo>
                  <a:cubicBezTo>
                    <a:pt x="834277" y="117605"/>
                    <a:pt x="844807" y="106042"/>
                    <a:pt x="858270" y="97917"/>
                  </a:cubicBezTo>
                  <a:cubicBezTo>
                    <a:pt x="871980" y="89792"/>
                    <a:pt x="887975" y="85725"/>
                    <a:pt x="906255" y="85725"/>
                  </a:cubicBezTo>
                  <a:cubicBezTo>
                    <a:pt x="924535" y="85725"/>
                    <a:pt x="940397" y="89792"/>
                    <a:pt x="953859" y="97917"/>
                  </a:cubicBezTo>
                  <a:cubicBezTo>
                    <a:pt x="967569" y="106042"/>
                    <a:pt x="978100" y="117605"/>
                    <a:pt x="985469" y="132588"/>
                  </a:cubicBezTo>
                  <a:cubicBezTo>
                    <a:pt x="993085" y="147571"/>
                    <a:pt x="996894" y="165097"/>
                    <a:pt x="996894" y="185166"/>
                  </a:cubicBezTo>
                  <a:cubicBezTo>
                    <a:pt x="996894" y="205483"/>
                    <a:pt x="993085" y="223142"/>
                    <a:pt x="985469" y="238125"/>
                  </a:cubicBezTo>
                  <a:cubicBezTo>
                    <a:pt x="978100" y="252860"/>
                    <a:pt x="967569" y="264290"/>
                    <a:pt x="953859" y="272415"/>
                  </a:cubicBezTo>
                  <a:cubicBezTo>
                    <a:pt x="940397" y="280540"/>
                    <a:pt x="924535" y="284607"/>
                    <a:pt x="906255" y="284607"/>
                  </a:cubicBezTo>
                  <a:close/>
                  <a:moveTo>
                    <a:pt x="906255" y="259080"/>
                  </a:moveTo>
                  <a:cubicBezTo>
                    <a:pt x="925040" y="259080"/>
                    <a:pt x="939511" y="252860"/>
                    <a:pt x="949670" y="240411"/>
                  </a:cubicBezTo>
                  <a:cubicBezTo>
                    <a:pt x="960076" y="227714"/>
                    <a:pt x="965284" y="209293"/>
                    <a:pt x="965284" y="185166"/>
                  </a:cubicBezTo>
                  <a:cubicBezTo>
                    <a:pt x="965284" y="161544"/>
                    <a:pt x="960076" y="143380"/>
                    <a:pt x="949670" y="130683"/>
                  </a:cubicBezTo>
                  <a:cubicBezTo>
                    <a:pt x="939254" y="117986"/>
                    <a:pt x="924782" y="111633"/>
                    <a:pt x="906255" y="111633"/>
                  </a:cubicBezTo>
                  <a:cubicBezTo>
                    <a:pt x="887717" y="111633"/>
                    <a:pt x="873122" y="117986"/>
                    <a:pt x="862459" y="130683"/>
                  </a:cubicBezTo>
                  <a:cubicBezTo>
                    <a:pt x="852043" y="143380"/>
                    <a:pt x="846845" y="161544"/>
                    <a:pt x="846845" y="185166"/>
                  </a:cubicBezTo>
                  <a:cubicBezTo>
                    <a:pt x="846845" y="209293"/>
                    <a:pt x="851919" y="227714"/>
                    <a:pt x="862078" y="240411"/>
                  </a:cubicBezTo>
                  <a:cubicBezTo>
                    <a:pt x="872484" y="252860"/>
                    <a:pt x="887213" y="259080"/>
                    <a:pt x="906255" y="259080"/>
                  </a:cubicBezTo>
                  <a:close/>
                  <a:moveTo>
                    <a:pt x="1044974" y="281940"/>
                  </a:moveTo>
                  <a:lnTo>
                    <a:pt x="1044974" y="144018"/>
                  </a:lnTo>
                  <a:cubicBezTo>
                    <a:pt x="1044974" y="135131"/>
                    <a:pt x="1044727" y="126235"/>
                    <a:pt x="1044212" y="117348"/>
                  </a:cubicBezTo>
                  <a:cubicBezTo>
                    <a:pt x="1043965" y="108204"/>
                    <a:pt x="1043203" y="99184"/>
                    <a:pt x="1041927" y="90297"/>
                  </a:cubicBezTo>
                  <a:lnTo>
                    <a:pt x="1071252" y="90297"/>
                  </a:lnTo>
                  <a:lnTo>
                    <a:pt x="1075441" y="137541"/>
                  </a:lnTo>
                  <a:lnTo>
                    <a:pt x="1071252" y="136398"/>
                  </a:lnTo>
                  <a:cubicBezTo>
                    <a:pt x="1074812" y="119634"/>
                    <a:pt x="1082429" y="107061"/>
                    <a:pt x="1094102" y="98679"/>
                  </a:cubicBezTo>
                  <a:cubicBezTo>
                    <a:pt x="1106041" y="90040"/>
                    <a:pt x="1119371" y="85725"/>
                    <a:pt x="1134089" y="85725"/>
                  </a:cubicBezTo>
                  <a:cubicBezTo>
                    <a:pt x="1137393" y="85725"/>
                    <a:pt x="1140440" y="85982"/>
                    <a:pt x="1143230" y="86487"/>
                  </a:cubicBezTo>
                  <a:cubicBezTo>
                    <a:pt x="1146276" y="86744"/>
                    <a:pt x="1149076" y="87249"/>
                    <a:pt x="1151608" y="88011"/>
                  </a:cubicBezTo>
                  <a:lnTo>
                    <a:pt x="1150846" y="116205"/>
                  </a:lnTo>
                  <a:cubicBezTo>
                    <a:pt x="1145010" y="114176"/>
                    <a:pt x="1138279" y="113157"/>
                    <a:pt x="1130662" y="113157"/>
                  </a:cubicBezTo>
                  <a:cubicBezTo>
                    <a:pt x="1117466" y="113157"/>
                    <a:pt x="1106803" y="116081"/>
                    <a:pt x="1098672" y="121920"/>
                  </a:cubicBezTo>
                  <a:cubicBezTo>
                    <a:pt x="1090808" y="127759"/>
                    <a:pt x="1084962" y="135255"/>
                    <a:pt x="1081153" y="144399"/>
                  </a:cubicBezTo>
                  <a:cubicBezTo>
                    <a:pt x="1077602" y="153286"/>
                    <a:pt x="1075822" y="162687"/>
                    <a:pt x="1075822" y="172593"/>
                  </a:cubicBezTo>
                  <a:lnTo>
                    <a:pt x="1075822" y="281940"/>
                  </a:lnTo>
                  <a:lnTo>
                    <a:pt x="1044974" y="281940"/>
                  </a:lnTo>
                  <a:close/>
                  <a:moveTo>
                    <a:pt x="1182951" y="281940"/>
                  </a:moveTo>
                  <a:lnTo>
                    <a:pt x="1182951" y="144018"/>
                  </a:lnTo>
                  <a:cubicBezTo>
                    <a:pt x="1182951" y="135131"/>
                    <a:pt x="1182703" y="126235"/>
                    <a:pt x="1182189" y="117348"/>
                  </a:cubicBezTo>
                  <a:cubicBezTo>
                    <a:pt x="1181941" y="108204"/>
                    <a:pt x="1181180" y="99184"/>
                    <a:pt x="1179904" y="90297"/>
                  </a:cubicBezTo>
                  <a:lnTo>
                    <a:pt x="1209228" y="90297"/>
                  </a:lnTo>
                  <a:lnTo>
                    <a:pt x="1212656" y="129921"/>
                  </a:lnTo>
                  <a:lnTo>
                    <a:pt x="1208847" y="132588"/>
                  </a:lnTo>
                  <a:cubicBezTo>
                    <a:pt x="1213418" y="117605"/>
                    <a:pt x="1221291" y="106042"/>
                    <a:pt x="1232459" y="97917"/>
                  </a:cubicBezTo>
                  <a:cubicBezTo>
                    <a:pt x="1243885" y="89792"/>
                    <a:pt x="1257347" y="85725"/>
                    <a:pt x="1272828" y="85725"/>
                  </a:cubicBezTo>
                  <a:cubicBezTo>
                    <a:pt x="1291365" y="85725"/>
                    <a:pt x="1305713" y="90297"/>
                    <a:pt x="1315862" y="99441"/>
                  </a:cubicBezTo>
                  <a:cubicBezTo>
                    <a:pt x="1326278" y="108585"/>
                    <a:pt x="1332876" y="122558"/>
                    <a:pt x="1335665" y="141351"/>
                  </a:cubicBezTo>
                  <a:lnTo>
                    <a:pt x="1326526" y="136398"/>
                  </a:lnTo>
                  <a:cubicBezTo>
                    <a:pt x="1330591" y="120901"/>
                    <a:pt x="1338712" y="108585"/>
                    <a:pt x="1350899" y="99441"/>
                  </a:cubicBezTo>
                  <a:cubicBezTo>
                    <a:pt x="1363343" y="90297"/>
                    <a:pt x="1378196" y="85725"/>
                    <a:pt x="1395457" y="85725"/>
                  </a:cubicBezTo>
                  <a:cubicBezTo>
                    <a:pt x="1416536" y="85725"/>
                    <a:pt x="1432398" y="92078"/>
                    <a:pt x="1443061" y="104775"/>
                  </a:cubicBezTo>
                  <a:cubicBezTo>
                    <a:pt x="1453725" y="117224"/>
                    <a:pt x="1459056" y="136141"/>
                    <a:pt x="1459056" y="161544"/>
                  </a:cubicBezTo>
                  <a:lnTo>
                    <a:pt x="1459056" y="281940"/>
                  </a:lnTo>
                  <a:lnTo>
                    <a:pt x="1428209" y="281940"/>
                  </a:lnTo>
                  <a:lnTo>
                    <a:pt x="1428209" y="163068"/>
                  </a:lnTo>
                  <a:cubicBezTo>
                    <a:pt x="1428209" y="145285"/>
                    <a:pt x="1425038" y="132331"/>
                    <a:pt x="1418688" y="124206"/>
                  </a:cubicBezTo>
                  <a:cubicBezTo>
                    <a:pt x="1412347" y="115824"/>
                    <a:pt x="1402312" y="111633"/>
                    <a:pt x="1388602" y="111633"/>
                  </a:cubicBezTo>
                  <a:cubicBezTo>
                    <a:pt x="1372607" y="111633"/>
                    <a:pt x="1359915" y="117091"/>
                    <a:pt x="1350518" y="128016"/>
                  </a:cubicBezTo>
                  <a:cubicBezTo>
                    <a:pt x="1341378" y="138941"/>
                    <a:pt x="1336808" y="153800"/>
                    <a:pt x="1336808" y="172593"/>
                  </a:cubicBezTo>
                  <a:lnTo>
                    <a:pt x="1336808" y="281940"/>
                  </a:lnTo>
                  <a:lnTo>
                    <a:pt x="1305960" y="281940"/>
                  </a:lnTo>
                  <a:lnTo>
                    <a:pt x="1305960" y="163068"/>
                  </a:lnTo>
                  <a:cubicBezTo>
                    <a:pt x="1305960" y="145285"/>
                    <a:pt x="1302666" y="132331"/>
                    <a:pt x="1296059" y="124206"/>
                  </a:cubicBezTo>
                  <a:cubicBezTo>
                    <a:pt x="1289718" y="115824"/>
                    <a:pt x="1279683" y="111633"/>
                    <a:pt x="1265973" y="111633"/>
                  </a:cubicBezTo>
                  <a:cubicBezTo>
                    <a:pt x="1249730" y="111633"/>
                    <a:pt x="1236906" y="117091"/>
                    <a:pt x="1227508" y="128016"/>
                  </a:cubicBezTo>
                  <a:cubicBezTo>
                    <a:pt x="1218368" y="138941"/>
                    <a:pt x="1213798" y="153800"/>
                    <a:pt x="1213798" y="172593"/>
                  </a:cubicBezTo>
                  <a:lnTo>
                    <a:pt x="1213798" y="281940"/>
                  </a:lnTo>
                  <a:lnTo>
                    <a:pt x="1182951" y="2819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46"/>
            <p:cNvSpPr/>
            <p:nvPr/>
          </p:nvSpPr>
          <p:spPr>
            <a:xfrm>
              <a:off x="4527854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46"/>
            <p:cNvSpPr/>
            <p:nvPr/>
          </p:nvSpPr>
          <p:spPr>
            <a:xfrm>
              <a:off x="1919132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60" name="Google Shape;36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3593" y="1156890"/>
            <a:ext cx="5857288" cy="4922177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6"/>
          <p:cNvSpPr txBox="1"/>
          <p:nvPr>
            <p:ph idx="2" type="body"/>
          </p:nvPr>
        </p:nvSpPr>
        <p:spPr>
          <a:xfrm>
            <a:off x="155786" y="6472155"/>
            <a:ext cx="5940214" cy="258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362" name="Google Shape;362;p46"/>
          <p:cNvGrpSpPr/>
          <p:nvPr/>
        </p:nvGrpSpPr>
        <p:grpSpPr>
          <a:xfrm>
            <a:off x="270086" y="4540251"/>
            <a:ext cx="5332428" cy="1733254"/>
            <a:chOff x="155786" y="4540251"/>
            <a:chExt cx="5332428" cy="1733254"/>
          </a:xfrm>
        </p:grpSpPr>
        <p:sp>
          <p:nvSpPr>
            <p:cNvPr id="363" name="Google Shape;363;p46"/>
            <p:cNvSpPr txBox="1"/>
            <p:nvPr/>
          </p:nvSpPr>
          <p:spPr>
            <a:xfrm>
              <a:off x="1368637" y="4540251"/>
              <a:ext cx="4119577" cy="1733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Rokkitt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Rokkitt"/>
                  <a:ea typeface="Rokkitt"/>
                  <a:cs typeface="Rokkitt"/>
                  <a:sym typeface="Rokkitt"/>
                </a:rPr>
                <a:t>CÔNG TY CỔ PHẦN GIẢI PHÁP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Rokkitt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Rokkitt"/>
                  <a:ea typeface="Rokkitt"/>
                  <a:cs typeface="Rokkitt"/>
                  <a:sym typeface="Rokkitt"/>
                </a:rPr>
                <a:t>CHUỖI CUNG ỨNG SMARTLOG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215B37 Nguyễn Văn Hưởng, Phường Thảo Điền, Thành phố Thủ Đức, Thành Phố Hồ Chí Minh</a:t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6BB24"/>
                </a:buClr>
                <a:buSzPts val="800"/>
                <a:buFont typeface="Rokkitt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en-US" sz="1400" u="sng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www.gosmartlog.com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4" name="Google Shape;364;p4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55786" y="5026167"/>
              <a:ext cx="1111250" cy="1107054"/>
            </a:xfrm>
            <a:prstGeom prst="roundRect">
              <a:avLst>
                <a:gd fmla="val 3122" name="adj"/>
              </a:avLst>
            </a:prstGeom>
            <a:noFill/>
            <a:ln>
              <a:noFill/>
            </a:ln>
          </p:spPr>
        </p:pic>
      </p:grpSp>
      <p:sp>
        <p:nvSpPr>
          <p:cNvPr id="365" name="Google Shape;365;p46"/>
          <p:cNvSpPr txBox="1"/>
          <p:nvPr/>
        </p:nvSpPr>
        <p:spPr>
          <a:xfrm>
            <a:off x="153248" y="2976245"/>
            <a:ext cx="3558963" cy="496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Liên hệ: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46"/>
          <p:cNvSpPr txBox="1"/>
          <p:nvPr>
            <p:ph idx="3" type="body"/>
          </p:nvPr>
        </p:nvSpPr>
        <p:spPr>
          <a:xfrm>
            <a:off x="155786" y="3397250"/>
            <a:ext cx="3901864" cy="15176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ing--company--eng">
  <p:cSld name="ending--company--eng">
    <p:bg>
      <p:bgPr>
        <a:solidFill>
          <a:srgbClr val="1E4B7E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7"/>
          <p:cNvSpPr txBox="1"/>
          <p:nvPr>
            <p:ph idx="1" type="body"/>
          </p:nvPr>
        </p:nvSpPr>
        <p:spPr>
          <a:xfrm>
            <a:off x="155786" y="986971"/>
            <a:ext cx="7507758" cy="196577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solidFill>
                  <a:schemeClr val="dk2"/>
                </a:solidFill>
                <a:latin typeface="Rokkitt"/>
                <a:ea typeface="Rokkitt"/>
                <a:cs typeface="Rokkitt"/>
                <a:sym typeface="Rokkitt"/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69" name="Google Shape;369;p47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3007268" y="-1"/>
            <a:ext cx="9184732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0" name="Google Shape;370;p47"/>
          <p:cNvGrpSpPr/>
          <p:nvPr/>
        </p:nvGrpSpPr>
        <p:grpSpPr>
          <a:xfrm>
            <a:off x="300959" y="308426"/>
            <a:ext cx="2013104" cy="571854"/>
            <a:chOff x="338666" y="4303183"/>
            <a:chExt cx="7340599" cy="2085212"/>
          </a:xfrm>
        </p:grpSpPr>
        <p:sp>
          <p:nvSpPr>
            <p:cNvPr id="371" name="Google Shape;371;p47"/>
            <p:cNvSpPr/>
            <p:nvPr/>
          </p:nvSpPr>
          <p:spPr>
            <a:xfrm>
              <a:off x="338666" y="4817769"/>
              <a:ext cx="931067" cy="1085156"/>
            </a:xfrm>
            <a:custGeom>
              <a:rect b="b" l="l" r="r" t="t"/>
              <a:pathLst>
                <a:path extrusionOk="0" h="1085156" w="931067">
                  <a:moveTo>
                    <a:pt x="266668" y="724502"/>
                  </a:moveTo>
                  <a:lnTo>
                    <a:pt x="0" y="724502"/>
                  </a:lnTo>
                  <a:cubicBezTo>
                    <a:pt x="0" y="847803"/>
                    <a:pt x="39462" y="937691"/>
                    <a:pt x="117749" y="995117"/>
                  </a:cubicBezTo>
                  <a:cubicBezTo>
                    <a:pt x="188382" y="1054534"/>
                    <a:pt x="298318" y="1085157"/>
                    <a:pt x="451383" y="1085157"/>
                  </a:cubicBezTo>
                  <a:cubicBezTo>
                    <a:pt x="735511" y="1085157"/>
                    <a:pt x="931068" y="993278"/>
                    <a:pt x="931068" y="736551"/>
                  </a:cubicBezTo>
                  <a:cubicBezTo>
                    <a:pt x="931068" y="663885"/>
                    <a:pt x="908108" y="599124"/>
                    <a:pt x="860036" y="546727"/>
                  </a:cubicBezTo>
                  <a:cubicBezTo>
                    <a:pt x="804550" y="492016"/>
                    <a:pt x="691505" y="445600"/>
                    <a:pt x="507268" y="409227"/>
                  </a:cubicBezTo>
                  <a:cubicBezTo>
                    <a:pt x="364487" y="382909"/>
                    <a:pt x="294252" y="340558"/>
                    <a:pt x="294252" y="285925"/>
                  </a:cubicBezTo>
                  <a:cubicBezTo>
                    <a:pt x="294252" y="231452"/>
                    <a:pt x="348064" y="203059"/>
                    <a:pt x="455529" y="203059"/>
                  </a:cubicBezTo>
                  <a:cubicBezTo>
                    <a:pt x="546571" y="203059"/>
                    <a:pt x="602376" y="229378"/>
                    <a:pt x="621111" y="275875"/>
                  </a:cubicBezTo>
                  <a:cubicBezTo>
                    <a:pt x="637534" y="318386"/>
                    <a:pt x="678032" y="340558"/>
                    <a:pt x="737424" y="342631"/>
                  </a:cubicBezTo>
                  <a:lnTo>
                    <a:pt x="898542" y="342631"/>
                  </a:lnTo>
                  <a:cubicBezTo>
                    <a:pt x="892802" y="231452"/>
                    <a:pt x="852463" y="146910"/>
                    <a:pt x="777764" y="86934"/>
                  </a:cubicBezTo>
                  <a:cubicBezTo>
                    <a:pt x="701151" y="28951"/>
                    <a:pt x="592251" y="0"/>
                    <a:pt x="451543" y="0"/>
                  </a:cubicBezTo>
                  <a:cubicBezTo>
                    <a:pt x="206080" y="3908"/>
                    <a:pt x="29577" y="108388"/>
                    <a:pt x="29577" y="334417"/>
                  </a:cubicBezTo>
                  <a:cubicBezTo>
                    <a:pt x="31649" y="502141"/>
                    <a:pt x="149159" y="607421"/>
                    <a:pt x="383141" y="649693"/>
                  </a:cubicBezTo>
                  <a:cubicBezTo>
                    <a:pt x="571284" y="682230"/>
                    <a:pt x="666472" y="726578"/>
                    <a:pt x="666472" y="781214"/>
                  </a:cubicBezTo>
                  <a:cubicBezTo>
                    <a:pt x="666472" y="849880"/>
                    <a:pt x="608515" y="882103"/>
                    <a:pt x="492679" y="882103"/>
                  </a:cubicBezTo>
                  <a:cubicBezTo>
                    <a:pt x="358348" y="882103"/>
                    <a:pt x="272648" y="841907"/>
                    <a:pt x="266668" y="7245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47"/>
            <p:cNvSpPr/>
            <p:nvPr/>
          </p:nvSpPr>
          <p:spPr>
            <a:xfrm>
              <a:off x="1374890" y="4819443"/>
              <a:ext cx="1517750" cy="1067689"/>
            </a:xfrm>
            <a:custGeom>
              <a:rect b="b" l="l" r="r" t="t"/>
              <a:pathLst>
                <a:path extrusionOk="0" h="1067689" w="1517750">
                  <a:moveTo>
                    <a:pt x="448672" y="223396"/>
                  </a:moveTo>
                  <a:cubicBezTo>
                    <a:pt x="569444" y="223396"/>
                    <a:pt x="630673" y="277471"/>
                    <a:pt x="636890" y="387375"/>
                  </a:cubicBezTo>
                  <a:lnTo>
                    <a:pt x="636890" y="1063784"/>
                  </a:lnTo>
                  <a:lnTo>
                    <a:pt x="880920" y="1063784"/>
                  </a:lnTo>
                  <a:lnTo>
                    <a:pt x="880920" y="391522"/>
                  </a:lnTo>
                  <a:cubicBezTo>
                    <a:pt x="882995" y="281379"/>
                    <a:pt x="944138" y="227305"/>
                    <a:pt x="1064996" y="227305"/>
                  </a:cubicBezTo>
                  <a:cubicBezTo>
                    <a:pt x="1185778" y="227305"/>
                    <a:pt x="1246998" y="281379"/>
                    <a:pt x="1253139" y="391522"/>
                  </a:cubicBezTo>
                  <a:lnTo>
                    <a:pt x="1253139" y="935778"/>
                  </a:lnTo>
                  <a:cubicBezTo>
                    <a:pt x="1253139" y="1019760"/>
                    <a:pt x="1296268" y="1061794"/>
                    <a:pt x="1382527" y="1067690"/>
                  </a:cubicBezTo>
                  <a:lnTo>
                    <a:pt x="1517733" y="1067690"/>
                  </a:lnTo>
                  <a:lnTo>
                    <a:pt x="1517733" y="445517"/>
                  </a:lnTo>
                  <a:cubicBezTo>
                    <a:pt x="1519571" y="146911"/>
                    <a:pt x="1372645" y="3669"/>
                    <a:pt x="1069062" y="3669"/>
                  </a:cubicBezTo>
                  <a:cubicBezTo>
                    <a:pt x="930028" y="3669"/>
                    <a:pt x="829973" y="30387"/>
                    <a:pt x="760699" y="85897"/>
                  </a:cubicBezTo>
                  <a:cubicBezTo>
                    <a:pt x="691502" y="28553"/>
                    <a:pt x="591847" y="0"/>
                    <a:pt x="452737" y="0"/>
                  </a:cubicBezTo>
                  <a:cubicBezTo>
                    <a:pt x="148992" y="0"/>
                    <a:pt x="0" y="143242"/>
                    <a:pt x="0" y="441449"/>
                  </a:cubicBezTo>
                  <a:lnTo>
                    <a:pt x="0" y="1063784"/>
                  </a:lnTo>
                  <a:lnTo>
                    <a:pt x="264509" y="1063784"/>
                  </a:lnTo>
                  <a:lnTo>
                    <a:pt x="264509" y="387375"/>
                  </a:lnTo>
                  <a:cubicBezTo>
                    <a:pt x="266747" y="277471"/>
                    <a:pt x="327890" y="223396"/>
                    <a:pt x="448672" y="2233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47"/>
            <p:cNvSpPr/>
            <p:nvPr/>
          </p:nvSpPr>
          <p:spPr>
            <a:xfrm>
              <a:off x="3018422" y="4817769"/>
              <a:ext cx="880929" cy="1069283"/>
            </a:xfrm>
            <a:custGeom>
              <a:rect b="b" l="l" r="r" t="t"/>
              <a:pathLst>
                <a:path extrusionOk="0" h="1069283" w="880929">
                  <a:moveTo>
                    <a:pt x="450909" y="203059"/>
                  </a:moveTo>
                  <a:cubicBezTo>
                    <a:pt x="567140" y="203059"/>
                    <a:pt x="626293" y="232648"/>
                    <a:pt x="632672" y="291907"/>
                  </a:cubicBezTo>
                  <a:cubicBezTo>
                    <a:pt x="632672" y="349012"/>
                    <a:pt x="571443" y="382510"/>
                    <a:pt x="450909" y="396308"/>
                  </a:cubicBezTo>
                  <a:cubicBezTo>
                    <a:pt x="176822" y="421989"/>
                    <a:pt x="5503" y="489301"/>
                    <a:pt x="0" y="739732"/>
                  </a:cubicBezTo>
                  <a:cubicBezTo>
                    <a:pt x="0" y="970552"/>
                    <a:pt x="163912" y="1086833"/>
                    <a:pt x="421566" y="1067135"/>
                  </a:cubicBezTo>
                  <a:cubicBezTo>
                    <a:pt x="714466" y="1047438"/>
                    <a:pt x="880929" y="919183"/>
                    <a:pt x="880929" y="631186"/>
                  </a:cubicBezTo>
                  <a:lnTo>
                    <a:pt x="880929" y="276035"/>
                  </a:lnTo>
                  <a:cubicBezTo>
                    <a:pt x="875188" y="89406"/>
                    <a:pt x="735279" y="0"/>
                    <a:pt x="438475" y="0"/>
                  </a:cubicBezTo>
                  <a:cubicBezTo>
                    <a:pt x="188228" y="0"/>
                    <a:pt x="59639" y="89406"/>
                    <a:pt x="29819" y="276035"/>
                  </a:cubicBezTo>
                  <a:lnTo>
                    <a:pt x="282056" y="276035"/>
                  </a:lnTo>
                  <a:cubicBezTo>
                    <a:pt x="296804" y="226746"/>
                    <a:pt x="351730" y="203059"/>
                    <a:pt x="450909" y="203059"/>
                  </a:cubicBezTo>
                  <a:close/>
                  <a:moveTo>
                    <a:pt x="385615" y="854023"/>
                  </a:moveTo>
                  <a:cubicBezTo>
                    <a:pt x="296804" y="854023"/>
                    <a:pt x="250409" y="814551"/>
                    <a:pt x="244030" y="731760"/>
                  </a:cubicBezTo>
                  <a:cubicBezTo>
                    <a:pt x="244030" y="654874"/>
                    <a:pt x="300955" y="605582"/>
                    <a:pt x="412959" y="585808"/>
                  </a:cubicBezTo>
                  <a:cubicBezTo>
                    <a:pt x="495314" y="570016"/>
                    <a:pt x="571529" y="548404"/>
                    <a:pt x="636899" y="522724"/>
                  </a:cubicBezTo>
                  <a:lnTo>
                    <a:pt x="636899" y="619308"/>
                  </a:lnTo>
                  <a:cubicBezTo>
                    <a:pt x="636814" y="767250"/>
                    <a:pt x="541872" y="854023"/>
                    <a:pt x="385615" y="8540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47"/>
            <p:cNvSpPr/>
            <p:nvPr/>
          </p:nvSpPr>
          <p:spPr>
            <a:xfrm>
              <a:off x="5216460" y="4303183"/>
              <a:ext cx="408455" cy="1583837"/>
            </a:xfrm>
            <a:custGeom>
              <a:rect b="b" l="l" r="r" t="t"/>
              <a:pathLst>
                <a:path extrusionOk="0" h="1583837" w="408455">
                  <a:moveTo>
                    <a:pt x="244078" y="292465"/>
                  </a:moveTo>
                  <a:lnTo>
                    <a:pt x="244078" y="129683"/>
                  </a:lnTo>
                  <a:cubicBezTo>
                    <a:pt x="244078" y="62050"/>
                    <a:pt x="190904" y="0"/>
                    <a:pt x="126647" y="0"/>
                  </a:cubicBezTo>
                  <a:lnTo>
                    <a:pt x="48" y="0"/>
                  </a:lnTo>
                  <a:lnTo>
                    <a:pt x="48" y="1388707"/>
                  </a:lnTo>
                  <a:cubicBezTo>
                    <a:pt x="-1704" y="1505236"/>
                    <a:pt x="44215" y="1566253"/>
                    <a:pt x="139958" y="1576140"/>
                  </a:cubicBezTo>
                  <a:cubicBezTo>
                    <a:pt x="235938" y="1586027"/>
                    <a:pt x="325872" y="1586027"/>
                    <a:pt x="408456" y="1578216"/>
                  </a:cubicBezTo>
                  <a:lnTo>
                    <a:pt x="408456" y="1378820"/>
                  </a:lnTo>
                  <a:lnTo>
                    <a:pt x="329776" y="1378820"/>
                  </a:lnTo>
                  <a:cubicBezTo>
                    <a:pt x="269747" y="1378820"/>
                    <a:pt x="244078" y="1354017"/>
                    <a:pt x="244078" y="1308402"/>
                  </a:cubicBezTo>
                  <a:lnTo>
                    <a:pt x="244078" y="700816"/>
                  </a:lnTo>
                  <a:lnTo>
                    <a:pt x="244078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47"/>
            <p:cNvSpPr/>
            <p:nvPr/>
          </p:nvSpPr>
          <p:spPr>
            <a:xfrm>
              <a:off x="5647957" y="4819443"/>
              <a:ext cx="942548" cy="1081815"/>
            </a:xfrm>
            <a:custGeom>
              <a:rect b="b" l="l" r="r" t="t"/>
              <a:pathLst>
                <a:path extrusionOk="0" h="1081815" w="942548">
                  <a:moveTo>
                    <a:pt x="474350" y="223396"/>
                  </a:moveTo>
                  <a:cubicBezTo>
                    <a:pt x="610108" y="223396"/>
                    <a:pt x="677954" y="326920"/>
                    <a:pt x="677954" y="535718"/>
                  </a:cubicBezTo>
                  <a:cubicBezTo>
                    <a:pt x="676040" y="748907"/>
                    <a:pt x="608042" y="858416"/>
                    <a:pt x="472274" y="858416"/>
                  </a:cubicBezTo>
                  <a:cubicBezTo>
                    <a:pt x="336507" y="858416"/>
                    <a:pt x="266432" y="752822"/>
                    <a:pt x="264595" y="544015"/>
                  </a:cubicBezTo>
                  <a:cubicBezTo>
                    <a:pt x="264681" y="330908"/>
                    <a:pt x="334431" y="223396"/>
                    <a:pt x="474350" y="223396"/>
                  </a:cubicBezTo>
                  <a:close/>
                  <a:moveTo>
                    <a:pt x="474350" y="0"/>
                  </a:moveTo>
                  <a:cubicBezTo>
                    <a:pt x="156733" y="0"/>
                    <a:pt x="0" y="173868"/>
                    <a:pt x="0" y="544015"/>
                  </a:cubicBezTo>
                  <a:cubicBezTo>
                    <a:pt x="0" y="908984"/>
                    <a:pt x="156733" y="1081815"/>
                    <a:pt x="474350" y="1081815"/>
                  </a:cubicBezTo>
                  <a:cubicBezTo>
                    <a:pt x="788206" y="1081815"/>
                    <a:pt x="942549" y="908898"/>
                    <a:pt x="942549" y="544015"/>
                  </a:cubicBezTo>
                  <a:cubicBezTo>
                    <a:pt x="942549" y="173947"/>
                    <a:pt x="788206" y="0"/>
                    <a:pt x="474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47"/>
            <p:cNvSpPr/>
            <p:nvPr/>
          </p:nvSpPr>
          <p:spPr>
            <a:xfrm>
              <a:off x="6716152" y="4817830"/>
              <a:ext cx="963113" cy="1497041"/>
            </a:xfrm>
            <a:custGeom>
              <a:rect b="b" l="l" r="r" t="t"/>
              <a:pathLst>
                <a:path extrusionOk="0" h="1497041" w="963113">
                  <a:moveTo>
                    <a:pt x="414073" y="1083504"/>
                  </a:moveTo>
                  <a:cubicBezTo>
                    <a:pt x="547365" y="1083504"/>
                    <a:pt x="650524" y="1033974"/>
                    <a:pt x="719084" y="934438"/>
                  </a:cubicBezTo>
                  <a:lnTo>
                    <a:pt x="719084" y="1037641"/>
                  </a:lnTo>
                  <a:cubicBezTo>
                    <a:pt x="719084" y="1206805"/>
                    <a:pt x="646382" y="1293978"/>
                    <a:pt x="505036" y="1293978"/>
                  </a:cubicBezTo>
                  <a:cubicBezTo>
                    <a:pt x="393898" y="1293978"/>
                    <a:pt x="331156" y="1255697"/>
                    <a:pt x="313142" y="1174983"/>
                  </a:cubicBezTo>
                  <a:lnTo>
                    <a:pt x="27183" y="1174983"/>
                  </a:lnTo>
                  <a:cubicBezTo>
                    <a:pt x="86973" y="1395505"/>
                    <a:pt x="233585" y="1497042"/>
                    <a:pt x="474578" y="1497042"/>
                  </a:cubicBezTo>
                  <a:cubicBezTo>
                    <a:pt x="807733" y="1491536"/>
                    <a:pt x="963114" y="1370226"/>
                    <a:pt x="963114" y="1100649"/>
                  </a:cubicBezTo>
                  <a:lnTo>
                    <a:pt x="963114" y="465398"/>
                  </a:lnTo>
                  <a:cubicBezTo>
                    <a:pt x="963114" y="140866"/>
                    <a:pt x="809732" y="-1817"/>
                    <a:pt x="484861" y="17"/>
                  </a:cubicBezTo>
                  <a:cubicBezTo>
                    <a:pt x="158485" y="5601"/>
                    <a:pt x="0" y="166548"/>
                    <a:pt x="0" y="530559"/>
                  </a:cubicBezTo>
                  <a:cubicBezTo>
                    <a:pt x="76" y="907720"/>
                    <a:pt x="135283" y="1083504"/>
                    <a:pt x="414073" y="1083504"/>
                  </a:cubicBezTo>
                  <a:close/>
                  <a:moveTo>
                    <a:pt x="488850" y="860105"/>
                  </a:moveTo>
                  <a:cubicBezTo>
                    <a:pt x="343437" y="860105"/>
                    <a:pt x="270650" y="753073"/>
                    <a:pt x="264671" y="538846"/>
                  </a:cubicBezTo>
                  <a:cubicBezTo>
                    <a:pt x="264671" y="314177"/>
                    <a:pt x="339448" y="202997"/>
                    <a:pt x="492915" y="202997"/>
                  </a:cubicBezTo>
                  <a:cubicBezTo>
                    <a:pt x="646382" y="202997"/>
                    <a:pt x="720922" y="314177"/>
                    <a:pt x="719084" y="538846"/>
                  </a:cubicBezTo>
                  <a:cubicBezTo>
                    <a:pt x="711115" y="753073"/>
                    <a:pt x="634263" y="860105"/>
                    <a:pt x="488850" y="8601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47"/>
            <p:cNvSpPr/>
            <p:nvPr/>
          </p:nvSpPr>
          <p:spPr>
            <a:xfrm>
              <a:off x="4661889" y="4843290"/>
              <a:ext cx="419889" cy="1039937"/>
            </a:xfrm>
            <a:custGeom>
              <a:rect b="b" l="l" r="r" t="t"/>
              <a:pathLst>
                <a:path extrusionOk="0" h="1039937" w="419889">
                  <a:moveTo>
                    <a:pt x="0" y="1039938"/>
                  </a:moveTo>
                  <a:lnTo>
                    <a:pt x="264595" y="1039938"/>
                  </a:lnTo>
                  <a:lnTo>
                    <a:pt x="264595" y="492412"/>
                  </a:lnTo>
                  <a:cubicBezTo>
                    <a:pt x="264595" y="363368"/>
                    <a:pt x="316331" y="20497"/>
                    <a:pt x="419890" y="0"/>
                  </a:cubicBezTo>
                  <a:cubicBezTo>
                    <a:pt x="146841" y="33737"/>
                    <a:pt x="6931" y="198992"/>
                    <a:pt x="0" y="496403"/>
                  </a:cubicBezTo>
                  <a:lnTo>
                    <a:pt x="0" y="10399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47"/>
            <p:cNvSpPr/>
            <p:nvPr/>
          </p:nvSpPr>
          <p:spPr>
            <a:xfrm>
              <a:off x="4661889" y="4488137"/>
              <a:ext cx="244020" cy="471437"/>
            </a:xfrm>
            <a:custGeom>
              <a:rect b="b" l="l" r="r" t="t"/>
              <a:pathLst>
                <a:path extrusionOk="0" h="471437" w="244020">
                  <a:moveTo>
                    <a:pt x="244020" y="292465"/>
                  </a:moveTo>
                  <a:lnTo>
                    <a:pt x="244020" y="129683"/>
                  </a:lnTo>
                  <a:cubicBezTo>
                    <a:pt x="244020" y="62050"/>
                    <a:pt x="190846" y="0"/>
                    <a:pt x="126513" y="0"/>
                  </a:cubicBezTo>
                  <a:lnTo>
                    <a:pt x="0" y="0"/>
                  </a:lnTo>
                  <a:lnTo>
                    <a:pt x="152" y="471438"/>
                  </a:lnTo>
                  <a:lnTo>
                    <a:pt x="244020" y="471438"/>
                  </a:lnTo>
                  <a:lnTo>
                    <a:pt x="244020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47"/>
            <p:cNvSpPr/>
            <p:nvPr/>
          </p:nvSpPr>
          <p:spPr>
            <a:xfrm>
              <a:off x="4025065" y="4842652"/>
              <a:ext cx="522658" cy="1040575"/>
            </a:xfrm>
            <a:custGeom>
              <a:rect b="b" l="l" r="r" t="t"/>
              <a:pathLst>
                <a:path extrusionOk="0" h="1040575" w="522658">
                  <a:moveTo>
                    <a:pt x="0" y="1040576"/>
                  </a:moveTo>
                  <a:lnTo>
                    <a:pt x="264604" y="1040576"/>
                  </a:lnTo>
                  <a:lnTo>
                    <a:pt x="264604" y="493050"/>
                  </a:lnTo>
                  <a:cubicBezTo>
                    <a:pt x="264604" y="339762"/>
                    <a:pt x="337544" y="262078"/>
                    <a:pt x="483356" y="262078"/>
                  </a:cubicBezTo>
                  <a:lnTo>
                    <a:pt x="522658" y="262078"/>
                  </a:lnTo>
                  <a:lnTo>
                    <a:pt x="522658" y="0"/>
                  </a:lnTo>
                  <a:cubicBezTo>
                    <a:pt x="214534" y="21774"/>
                    <a:pt x="7417" y="184795"/>
                    <a:pt x="86" y="496955"/>
                  </a:cubicBezTo>
                  <a:lnTo>
                    <a:pt x="86" y="1040576"/>
                  </a:lnTo>
                  <a:lnTo>
                    <a:pt x="0" y="10405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47"/>
            <p:cNvSpPr/>
            <p:nvPr/>
          </p:nvSpPr>
          <p:spPr>
            <a:xfrm>
              <a:off x="356946" y="6029112"/>
              <a:ext cx="1060969" cy="277368"/>
            </a:xfrm>
            <a:custGeom>
              <a:rect b="b" l="l" r="r" t="t"/>
              <a:pathLst>
                <a:path extrusionOk="0" h="277368" w="1060969">
                  <a:moveTo>
                    <a:pt x="101302" y="277368"/>
                  </a:moveTo>
                  <a:cubicBezTo>
                    <a:pt x="87338" y="277368"/>
                    <a:pt x="74263" y="276225"/>
                    <a:pt x="62076" y="273939"/>
                  </a:cubicBezTo>
                  <a:cubicBezTo>
                    <a:pt x="49889" y="271396"/>
                    <a:pt x="38591" y="267586"/>
                    <a:pt x="28182" y="262509"/>
                  </a:cubicBezTo>
                  <a:cubicBezTo>
                    <a:pt x="17772" y="257175"/>
                    <a:pt x="8378" y="250698"/>
                    <a:pt x="0" y="243078"/>
                  </a:cubicBezTo>
                  <a:lnTo>
                    <a:pt x="11806" y="219075"/>
                  </a:lnTo>
                  <a:cubicBezTo>
                    <a:pt x="25516" y="230505"/>
                    <a:pt x="39226" y="238630"/>
                    <a:pt x="52936" y="243459"/>
                  </a:cubicBezTo>
                  <a:cubicBezTo>
                    <a:pt x="66900" y="248288"/>
                    <a:pt x="83149" y="250698"/>
                    <a:pt x="101683" y="250698"/>
                  </a:cubicBezTo>
                  <a:cubicBezTo>
                    <a:pt x="123264" y="250698"/>
                    <a:pt x="140021" y="246507"/>
                    <a:pt x="151953" y="238125"/>
                  </a:cubicBezTo>
                  <a:cubicBezTo>
                    <a:pt x="163886" y="229486"/>
                    <a:pt x="169853" y="217427"/>
                    <a:pt x="169853" y="201930"/>
                  </a:cubicBezTo>
                  <a:cubicBezTo>
                    <a:pt x="169853" y="192529"/>
                    <a:pt x="166806" y="185042"/>
                    <a:pt x="160712" y="179451"/>
                  </a:cubicBezTo>
                  <a:cubicBezTo>
                    <a:pt x="154873" y="173612"/>
                    <a:pt x="146748" y="169040"/>
                    <a:pt x="136339" y="165735"/>
                  </a:cubicBezTo>
                  <a:cubicBezTo>
                    <a:pt x="126183" y="162182"/>
                    <a:pt x="114631" y="158877"/>
                    <a:pt x="101683" y="155829"/>
                  </a:cubicBezTo>
                  <a:cubicBezTo>
                    <a:pt x="88735" y="153038"/>
                    <a:pt x="76421" y="149857"/>
                    <a:pt x="64742" y="146304"/>
                  </a:cubicBezTo>
                  <a:cubicBezTo>
                    <a:pt x="53063" y="142494"/>
                    <a:pt x="42654" y="137798"/>
                    <a:pt x="33514" y="132207"/>
                  </a:cubicBezTo>
                  <a:cubicBezTo>
                    <a:pt x="24627" y="126616"/>
                    <a:pt x="17645" y="119510"/>
                    <a:pt x="12568" y="110871"/>
                  </a:cubicBezTo>
                  <a:cubicBezTo>
                    <a:pt x="7490" y="102232"/>
                    <a:pt x="4951" y="91440"/>
                    <a:pt x="4951" y="78486"/>
                  </a:cubicBezTo>
                  <a:cubicBezTo>
                    <a:pt x="4951" y="62989"/>
                    <a:pt x="9013" y="49406"/>
                    <a:pt x="17138" y="37719"/>
                  </a:cubicBezTo>
                  <a:cubicBezTo>
                    <a:pt x="25262" y="25784"/>
                    <a:pt x="36687" y="16507"/>
                    <a:pt x="51413" y="9906"/>
                  </a:cubicBezTo>
                  <a:cubicBezTo>
                    <a:pt x="66138" y="3305"/>
                    <a:pt x="83530" y="0"/>
                    <a:pt x="103587" y="0"/>
                  </a:cubicBezTo>
                  <a:cubicBezTo>
                    <a:pt x="116028" y="0"/>
                    <a:pt x="127961" y="1400"/>
                    <a:pt x="139386" y="4191"/>
                  </a:cubicBezTo>
                  <a:cubicBezTo>
                    <a:pt x="150811" y="6734"/>
                    <a:pt x="161348" y="10544"/>
                    <a:pt x="170995" y="15621"/>
                  </a:cubicBezTo>
                  <a:cubicBezTo>
                    <a:pt x="180897" y="20698"/>
                    <a:pt x="189656" y="26927"/>
                    <a:pt x="197273" y="34290"/>
                  </a:cubicBezTo>
                  <a:lnTo>
                    <a:pt x="185086" y="58293"/>
                  </a:lnTo>
                  <a:cubicBezTo>
                    <a:pt x="172645" y="47368"/>
                    <a:pt x="159824" y="39367"/>
                    <a:pt x="146622" y="34290"/>
                  </a:cubicBezTo>
                  <a:cubicBezTo>
                    <a:pt x="133419" y="29213"/>
                    <a:pt x="119075" y="26670"/>
                    <a:pt x="103587" y="26670"/>
                  </a:cubicBezTo>
                  <a:cubicBezTo>
                    <a:pt x="82515" y="26670"/>
                    <a:pt x="66011" y="31118"/>
                    <a:pt x="54079" y="40005"/>
                  </a:cubicBezTo>
                  <a:cubicBezTo>
                    <a:pt x="42146" y="48892"/>
                    <a:pt x="36179" y="61341"/>
                    <a:pt x="36179" y="77343"/>
                  </a:cubicBezTo>
                  <a:cubicBezTo>
                    <a:pt x="36179" y="87249"/>
                    <a:pt x="38845" y="95250"/>
                    <a:pt x="44177" y="101346"/>
                  </a:cubicBezTo>
                  <a:cubicBezTo>
                    <a:pt x="49509" y="107442"/>
                    <a:pt x="56998" y="112395"/>
                    <a:pt x="66646" y="116205"/>
                  </a:cubicBezTo>
                  <a:cubicBezTo>
                    <a:pt x="76294" y="119758"/>
                    <a:pt x="87338" y="123063"/>
                    <a:pt x="99779" y="126111"/>
                  </a:cubicBezTo>
                  <a:cubicBezTo>
                    <a:pt x="112981" y="129159"/>
                    <a:pt x="125676" y="132464"/>
                    <a:pt x="137862" y="136017"/>
                  </a:cubicBezTo>
                  <a:cubicBezTo>
                    <a:pt x="150049" y="139570"/>
                    <a:pt x="160839" y="144018"/>
                    <a:pt x="170233" y="149352"/>
                  </a:cubicBezTo>
                  <a:cubicBezTo>
                    <a:pt x="179881" y="154429"/>
                    <a:pt x="187498" y="161163"/>
                    <a:pt x="193084" y="169545"/>
                  </a:cubicBezTo>
                  <a:cubicBezTo>
                    <a:pt x="198669" y="177670"/>
                    <a:pt x="201462" y="188090"/>
                    <a:pt x="201462" y="200787"/>
                  </a:cubicBezTo>
                  <a:cubicBezTo>
                    <a:pt x="201462" y="216284"/>
                    <a:pt x="197399" y="229743"/>
                    <a:pt x="189275" y="241173"/>
                  </a:cubicBezTo>
                  <a:cubicBezTo>
                    <a:pt x="181151" y="252603"/>
                    <a:pt x="169598" y="261490"/>
                    <a:pt x="154619" y="267843"/>
                  </a:cubicBezTo>
                  <a:cubicBezTo>
                    <a:pt x="139640" y="274196"/>
                    <a:pt x="121867" y="277368"/>
                    <a:pt x="101302" y="277368"/>
                  </a:cubicBezTo>
                  <a:close/>
                  <a:moveTo>
                    <a:pt x="248704" y="274320"/>
                  </a:moveTo>
                  <a:lnTo>
                    <a:pt x="248704" y="136398"/>
                  </a:lnTo>
                  <a:cubicBezTo>
                    <a:pt x="248704" y="127511"/>
                    <a:pt x="248449" y="118615"/>
                    <a:pt x="247942" y="109728"/>
                  </a:cubicBezTo>
                  <a:cubicBezTo>
                    <a:pt x="247688" y="100584"/>
                    <a:pt x="246926" y="91564"/>
                    <a:pt x="245657" y="82677"/>
                  </a:cubicBezTo>
                  <a:lnTo>
                    <a:pt x="274981" y="82677"/>
                  </a:lnTo>
                  <a:lnTo>
                    <a:pt x="278409" y="122301"/>
                  </a:lnTo>
                  <a:lnTo>
                    <a:pt x="274600" y="124968"/>
                  </a:lnTo>
                  <a:cubicBezTo>
                    <a:pt x="279170" y="109985"/>
                    <a:pt x="287040" y="98422"/>
                    <a:pt x="298212" y="90297"/>
                  </a:cubicBezTo>
                  <a:cubicBezTo>
                    <a:pt x="309637" y="82172"/>
                    <a:pt x="323093" y="78105"/>
                    <a:pt x="338581" y="78105"/>
                  </a:cubicBezTo>
                  <a:cubicBezTo>
                    <a:pt x="357114" y="78105"/>
                    <a:pt x="371459" y="82677"/>
                    <a:pt x="381615" y="91821"/>
                  </a:cubicBezTo>
                  <a:cubicBezTo>
                    <a:pt x="392024" y="100965"/>
                    <a:pt x="398625" y="114938"/>
                    <a:pt x="401419" y="133731"/>
                  </a:cubicBezTo>
                  <a:lnTo>
                    <a:pt x="392278" y="128778"/>
                  </a:lnTo>
                  <a:cubicBezTo>
                    <a:pt x="396340" y="113281"/>
                    <a:pt x="404465" y="100965"/>
                    <a:pt x="416652" y="91821"/>
                  </a:cubicBezTo>
                  <a:cubicBezTo>
                    <a:pt x="429092" y="82677"/>
                    <a:pt x="443944" y="78105"/>
                    <a:pt x="461210" y="78105"/>
                  </a:cubicBezTo>
                  <a:cubicBezTo>
                    <a:pt x="482282" y="78105"/>
                    <a:pt x="498151" y="84458"/>
                    <a:pt x="508814" y="97155"/>
                  </a:cubicBezTo>
                  <a:cubicBezTo>
                    <a:pt x="519477" y="109604"/>
                    <a:pt x="524809" y="128521"/>
                    <a:pt x="524809" y="153924"/>
                  </a:cubicBezTo>
                  <a:lnTo>
                    <a:pt x="524809" y="274320"/>
                  </a:lnTo>
                  <a:lnTo>
                    <a:pt x="493961" y="274320"/>
                  </a:lnTo>
                  <a:lnTo>
                    <a:pt x="493961" y="155448"/>
                  </a:lnTo>
                  <a:cubicBezTo>
                    <a:pt x="493961" y="137665"/>
                    <a:pt x="490787" y="124711"/>
                    <a:pt x="484441" y="116586"/>
                  </a:cubicBezTo>
                  <a:cubicBezTo>
                    <a:pt x="478093" y="108204"/>
                    <a:pt x="468065" y="104013"/>
                    <a:pt x="454355" y="104013"/>
                  </a:cubicBezTo>
                  <a:cubicBezTo>
                    <a:pt x="438360" y="104013"/>
                    <a:pt x="425664" y="109471"/>
                    <a:pt x="416271" y="120396"/>
                  </a:cubicBezTo>
                  <a:cubicBezTo>
                    <a:pt x="407131" y="131321"/>
                    <a:pt x="402561" y="146180"/>
                    <a:pt x="402561" y="164973"/>
                  </a:cubicBezTo>
                  <a:lnTo>
                    <a:pt x="402561" y="274320"/>
                  </a:lnTo>
                  <a:lnTo>
                    <a:pt x="371713" y="274320"/>
                  </a:lnTo>
                  <a:lnTo>
                    <a:pt x="371713" y="155448"/>
                  </a:lnTo>
                  <a:cubicBezTo>
                    <a:pt x="371713" y="137665"/>
                    <a:pt x="368412" y="124711"/>
                    <a:pt x="361812" y="116586"/>
                  </a:cubicBezTo>
                  <a:cubicBezTo>
                    <a:pt x="355464" y="108204"/>
                    <a:pt x="345436" y="104013"/>
                    <a:pt x="331726" y="104013"/>
                  </a:cubicBezTo>
                  <a:cubicBezTo>
                    <a:pt x="315476" y="104013"/>
                    <a:pt x="302655" y="109471"/>
                    <a:pt x="293261" y="120396"/>
                  </a:cubicBezTo>
                  <a:cubicBezTo>
                    <a:pt x="284121" y="131321"/>
                    <a:pt x="279551" y="146180"/>
                    <a:pt x="279551" y="164973"/>
                  </a:cubicBezTo>
                  <a:lnTo>
                    <a:pt x="279551" y="274320"/>
                  </a:lnTo>
                  <a:lnTo>
                    <a:pt x="248704" y="274320"/>
                  </a:lnTo>
                  <a:close/>
                  <a:moveTo>
                    <a:pt x="656923" y="276987"/>
                  </a:moveTo>
                  <a:cubicBezTo>
                    <a:pt x="639913" y="276987"/>
                    <a:pt x="624933" y="273053"/>
                    <a:pt x="611984" y="265176"/>
                  </a:cubicBezTo>
                  <a:cubicBezTo>
                    <a:pt x="599290" y="257051"/>
                    <a:pt x="589388" y="245621"/>
                    <a:pt x="582279" y="230886"/>
                  </a:cubicBezTo>
                  <a:cubicBezTo>
                    <a:pt x="575424" y="215903"/>
                    <a:pt x="571997" y="198377"/>
                    <a:pt x="571997" y="178308"/>
                  </a:cubicBezTo>
                  <a:cubicBezTo>
                    <a:pt x="571997" y="158239"/>
                    <a:pt x="575552" y="140713"/>
                    <a:pt x="582660" y="125730"/>
                  </a:cubicBezTo>
                  <a:cubicBezTo>
                    <a:pt x="589769" y="110747"/>
                    <a:pt x="599671" y="99060"/>
                    <a:pt x="612365" y="90678"/>
                  </a:cubicBezTo>
                  <a:cubicBezTo>
                    <a:pt x="625313" y="82296"/>
                    <a:pt x="640166" y="78105"/>
                    <a:pt x="656923" y="78105"/>
                  </a:cubicBezTo>
                  <a:cubicBezTo>
                    <a:pt x="674441" y="78105"/>
                    <a:pt x="689294" y="82420"/>
                    <a:pt x="701481" y="91059"/>
                  </a:cubicBezTo>
                  <a:cubicBezTo>
                    <a:pt x="713667" y="99698"/>
                    <a:pt x="721919" y="112014"/>
                    <a:pt x="726235" y="128016"/>
                  </a:cubicBezTo>
                  <a:lnTo>
                    <a:pt x="721665" y="131064"/>
                  </a:lnTo>
                  <a:lnTo>
                    <a:pt x="721665" y="82677"/>
                  </a:lnTo>
                  <a:lnTo>
                    <a:pt x="752132" y="82677"/>
                  </a:lnTo>
                  <a:lnTo>
                    <a:pt x="752132" y="274320"/>
                  </a:lnTo>
                  <a:lnTo>
                    <a:pt x="721665" y="274320"/>
                  </a:lnTo>
                  <a:lnTo>
                    <a:pt x="721665" y="224790"/>
                  </a:lnTo>
                  <a:lnTo>
                    <a:pt x="726235" y="227076"/>
                  </a:lnTo>
                  <a:cubicBezTo>
                    <a:pt x="721919" y="243078"/>
                    <a:pt x="713667" y="255394"/>
                    <a:pt x="701481" y="264033"/>
                  </a:cubicBezTo>
                  <a:cubicBezTo>
                    <a:pt x="689294" y="272672"/>
                    <a:pt x="674441" y="276987"/>
                    <a:pt x="656923" y="276987"/>
                  </a:cubicBezTo>
                  <a:close/>
                  <a:moveTo>
                    <a:pt x="663016" y="251460"/>
                  </a:moveTo>
                  <a:cubicBezTo>
                    <a:pt x="681805" y="251460"/>
                    <a:pt x="696276" y="245107"/>
                    <a:pt x="706431" y="232410"/>
                  </a:cubicBezTo>
                  <a:cubicBezTo>
                    <a:pt x="716587" y="219456"/>
                    <a:pt x="721665" y="201168"/>
                    <a:pt x="721665" y="177546"/>
                  </a:cubicBezTo>
                  <a:cubicBezTo>
                    <a:pt x="721665" y="153924"/>
                    <a:pt x="716461" y="135760"/>
                    <a:pt x="706051" y="123063"/>
                  </a:cubicBezTo>
                  <a:cubicBezTo>
                    <a:pt x="695896" y="110366"/>
                    <a:pt x="681550" y="104013"/>
                    <a:pt x="663016" y="104013"/>
                  </a:cubicBezTo>
                  <a:cubicBezTo>
                    <a:pt x="644229" y="104013"/>
                    <a:pt x="629503" y="110614"/>
                    <a:pt x="618839" y="123825"/>
                  </a:cubicBezTo>
                  <a:cubicBezTo>
                    <a:pt x="608430" y="136779"/>
                    <a:pt x="603225" y="154943"/>
                    <a:pt x="603225" y="178308"/>
                  </a:cubicBezTo>
                  <a:cubicBezTo>
                    <a:pt x="603225" y="201673"/>
                    <a:pt x="608430" y="219713"/>
                    <a:pt x="618839" y="232410"/>
                  </a:cubicBezTo>
                  <a:cubicBezTo>
                    <a:pt x="629503" y="245107"/>
                    <a:pt x="644229" y="251460"/>
                    <a:pt x="663016" y="251460"/>
                  </a:cubicBezTo>
                  <a:close/>
                  <a:moveTo>
                    <a:pt x="811774" y="274320"/>
                  </a:moveTo>
                  <a:lnTo>
                    <a:pt x="811774" y="136398"/>
                  </a:lnTo>
                  <a:cubicBezTo>
                    <a:pt x="811774" y="127511"/>
                    <a:pt x="811520" y="118615"/>
                    <a:pt x="811013" y="109728"/>
                  </a:cubicBezTo>
                  <a:cubicBezTo>
                    <a:pt x="810758" y="100584"/>
                    <a:pt x="809997" y="91564"/>
                    <a:pt x="808728" y="82677"/>
                  </a:cubicBezTo>
                  <a:lnTo>
                    <a:pt x="838052" y="82677"/>
                  </a:lnTo>
                  <a:lnTo>
                    <a:pt x="842241" y="129921"/>
                  </a:lnTo>
                  <a:lnTo>
                    <a:pt x="838052" y="128778"/>
                  </a:lnTo>
                  <a:cubicBezTo>
                    <a:pt x="841606" y="112014"/>
                    <a:pt x="849223" y="99441"/>
                    <a:pt x="860902" y="91059"/>
                  </a:cubicBezTo>
                  <a:cubicBezTo>
                    <a:pt x="872835" y="82420"/>
                    <a:pt x="886164" y="78105"/>
                    <a:pt x="900890" y="78105"/>
                  </a:cubicBezTo>
                  <a:cubicBezTo>
                    <a:pt x="904191" y="78105"/>
                    <a:pt x="907237" y="78362"/>
                    <a:pt x="910030" y="78867"/>
                  </a:cubicBezTo>
                  <a:cubicBezTo>
                    <a:pt x="913076" y="79124"/>
                    <a:pt x="915869" y="79629"/>
                    <a:pt x="918408" y="80391"/>
                  </a:cubicBezTo>
                  <a:lnTo>
                    <a:pt x="917646" y="108585"/>
                  </a:lnTo>
                  <a:cubicBezTo>
                    <a:pt x="911807" y="106556"/>
                    <a:pt x="905079" y="105537"/>
                    <a:pt x="897462" y="105537"/>
                  </a:cubicBezTo>
                  <a:cubicBezTo>
                    <a:pt x="884260" y="105537"/>
                    <a:pt x="873596" y="108461"/>
                    <a:pt x="865472" y="114300"/>
                  </a:cubicBezTo>
                  <a:cubicBezTo>
                    <a:pt x="857601" y="120139"/>
                    <a:pt x="851762" y="127635"/>
                    <a:pt x="847954" y="136779"/>
                  </a:cubicBezTo>
                  <a:cubicBezTo>
                    <a:pt x="844399" y="145666"/>
                    <a:pt x="842622" y="155067"/>
                    <a:pt x="842622" y="164973"/>
                  </a:cubicBezTo>
                  <a:lnTo>
                    <a:pt x="842622" y="274320"/>
                  </a:lnTo>
                  <a:lnTo>
                    <a:pt x="811774" y="274320"/>
                  </a:lnTo>
                  <a:close/>
                  <a:moveTo>
                    <a:pt x="937959" y="107061"/>
                  </a:moveTo>
                  <a:lnTo>
                    <a:pt x="937959" y="82677"/>
                  </a:lnTo>
                  <a:lnTo>
                    <a:pt x="1060969" y="82677"/>
                  </a:lnTo>
                  <a:lnTo>
                    <a:pt x="1060969" y="107061"/>
                  </a:lnTo>
                  <a:lnTo>
                    <a:pt x="937959" y="107061"/>
                  </a:lnTo>
                  <a:close/>
                  <a:moveTo>
                    <a:pt x="1060207" y="246888"/>
                  </a:moveTo>
                  <a:lnTo>
                    <a:pt x="1060207" y="273177"/>
                  </a:lnTo>
                  <a:cubicBezTo>
                    <a:pt x="1055894" y="274444"/>
                    <a:pt x="1051582" y="275339"/>
                    <a:pt x="1047259" y="275844"/>
                  </a:cubicBezTo>
                  <a:cubicBezTo>
                    <a:pt x="1043203" y="276606"/>
                    <a:pt x="1038633" y="276987"/>
                    <a:pt x="1033549" y="276987"/>
                  </a:cubicBezTo>
                  <a:cubicBezTo>
                    <a:pt x="1015783" y="276987"/>
                    <a:pt x="1001559" y="271910"/>
                    <a:pt x="990895" y="261747"/>
                  </a:cubicBezTo>
                  <a:cubicBezTo>
                    <a:pt x="980489" y="251584"/>
                    <a:pt x="975281" y="236344"/>
                    <a:pt x="975281" y="216027"/>
                  </a:cubicBezTo>
                  <a:lnTo>
                    <a:pt x="975281" y="33528"/>
                  </a:lnTo>
                  <a:lnTo>
                    <a:pt x="1006129" y="22479"/>
                  </a:lnTo>
                  <a:lnTo>
                    <a:pt x="1006129" y="211836"/>
                  </a:lnTo>
                  <a:cubicBezTo>
                    <a:pt x="1006129" y="221999"/>
                    <a:pt x="1007528" y="229867"/>
                    <a:pt x="1010318" y="235458"/>
                  </a:cubicBezTo>
                  <a:cubicBezTo>
                    <a:pt x="1013365" y="241049"/>
                    <a:pt x="1017430" y="244983"/>
                    <a:pt x="1022505" y="247269"/>
                  </a:cubicBezTo>
                  <a:cubicBezTo>
                    <a:pt x="1027589" y="249298"/>
                    <a:pt x="1033301" y="250317"/>
                    <a:pt x="1039642" y="250317"/>
                  </a:cubicBezTo>
                  <a:cubicBezTo>
                    <a:pt x="1043451" y="250317"/>
                    <a:pt x="1046878" y="250060"/>
                    <a:pt x="1049925" y="249555"/>
                  </a:cubicBezTo>
                  <a:cubicBezTo>
                    <a:pt x="1052972" y="249050"/>
                    <a:pt x="1056399" y="248155"/>
                    <a:pt x="1060207" y="2468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47"/>
            <p:cNvSpPr/>
            <p:nvPr/>
          </p:nvSpPr>
          <p:spPr>
            <a:xfrm>
              <a:off x="2533419" y="6030637"/>
              <a:ext cx="1481153" cy="357758"/>
            </a:xfrm>
            <a:custGeom>
              <a:rect b="b" l="l" r="r" t="t"/>
              <a:pathLst>
                <a:path extrusionOk="0" h="357758" w="1481153">
                  <a:moveTo>
                    <a:pt x="0" y="272796"/>
                  </a:moveTo>
                  <a:lnTo>
                    <a:pt x="0" y="1524"/>
                  </a:lnTo>
                  <a:lnTo>
                    <a:pt x="31228" y="1524"/>
                  </a:lnTo>
                  <a:lnTo>
                    <a:pt x="31228" y="246126"/>
                  </a:lnTo>
                  <a:lnTo>
                    <a:pt x="167187" y="246126"/>
                  </a:lnTo>
                  <a:lnTo>
                    <a:pt x="167187" y="272796"/>
                  </a:lnTo>
                  <a:lnTo>
                    <a:pt x="0" y="272796"/>
                  </a:lnTo>
                  <a:close/>
                  <a:moveTo>
                    <a:pt x="282561" y="275463"/>
                  </a:moveTo>
                  <a:cubicBezTo>
                    <a:pt x="264281" y="275463"/>
                    <a:pt x="248285" y="271396"/>
                    <a:pt x="234576" y="263271"/>
                  </a:cubicBezTo>
                  <a:cubicBezTo>
                    <a:pt x="221113" y="255146"/>
                    <a:pt x="210583" y="243716"/>
                    <a:pt x="202966" y="228981"/>
                  </a:cubicBezTo>
                  <a:cubicBezTo>
                    <a:pt x="195597" y="213998"/>
                    <a:pt x="191922" y="196339"/>
                    <a:pt x="191922" y="176022"/>
                  </a:cubicBezTo>
                  <a:cubicBezTo>
                    <a:pt x="191922" y="155953"/>
                    <a:pt x="195597" y="138427"/>
                    <a:pt x="202966" y="123444"/>
                  </a:cubicBezTo>
                  <a:cubicBezTo>
                    <a:pt x="210583" y="108461"/>
                    <a:pt x="221113" y="96898"/>
                    <a:pt x="234576" y="88773"/>
                  </a:cubicBezTo>
                  <a:cubicBezTo>
                    <a:pt x="248285" y="80648"/>
                    <a:pt x="264281" y="76581"/>
                    <a:pt x="282561" y="76581"/>
                  </a:cubicBezTo>
                  <a:cubicBezTo>
                    <a:pt x="300841" y="76581"/>
                    <a:pt x="316703" y="80648"/>
                    <a:pt x="330165" y="88773"/>
                  </a:cubicBezTo>
                  <a:cubicBezTo>
                    <a:pt x="343875" y="96898"/>
                    <a:pt x="354405" y="108461"/>
                    <a:pt x="361774" y="123444"/>
                  </a:cubicBezTo>
                  <a:cubicBezTo>
                    <a:pt x="369391" y="138427"/>
                    <a:pt x="373199" y="155953"/>
                    <a:pt x="373199" y="176022"/>
                  </a:cubicBezTo>
                  <a:cubicBezTo>
                    <a:pt x="373199" y="196339"/>
                    <a:pt x="369391" y="213998"/>
                    <a:pt x="361774" y="228981"/>
                  </a:cubicBezTo>
                  <a:cubicBezTo>
                    <a:pt x="354405" y="243716"/>
                    <a:pt x="343875" y="255146"/>
                    <a:pt x="330165" y="263271"/>
                  </a:cubicBezTo>
                  <a:cubicBezTo>
                    <a:pt x="316703" y="271396"/>
                    <a:pt x="300841" y="275463"/>
                    <a:pt x="282561" y="275463"/>
                  </a:cubicBezTo>
                  <a:close/>
                  <a:moveTo>
                    <a:pt x="282561" y="249936"/>
                  </a:moveTo>
                  <a:cubicBezTo>
                    <a:pt x="301345" y="249936"/>
                    <a:pt x="315817" y="243716"/>
                    <a:pt x="325976" y="231267"/>
                  </a:cubicBezTo>
                  <a:cubicBezTo>
                    <a:pt x="336382" y="218570"/>
                    <a:pt x="341590" y="200149"/>
                    <a:pt x="341590" y="176022"/>
                  </a:cubicBezTo>
                  <a:cubicBezTo>
                    <a:pt x="341590" y="152400"/>
                    <a:pt x="336382" y="134236"/>
                    <a:pt x="325976" y="121539"/>
                  </a:cubicBezTo>
                  <a:cubicBezTo>
                    <a:pt x="315560" y="108842"/>
                    <a:pt x="301088" y="102489"/>
                    <a:pt x="282561" y="102489"/>
                  </a:cubicBezTo>
                  <a:cubicBezTo>
                    <a:pt x="264024" y="102489"/>
                    <a:pt x="249428" y="108842"/>
                    <a:pt x="238765" y="121539"/>
                  </a:cubicBezTo>
                  <a:cubicBezTo>
                    <a:pt x="228349" y="134236"/>
                    <a:pt x="223150" y="152400"/>
                    <a:pt x="223150" y="176022"/>
                  </a:cubicBezTo>
                  <a:cubicBezTo>
                    <a:pt x="223150" y="200149"/>
                    <a:pt x="228225" y="218570"/>
                    <a:pt x="238384" y="231267"/>
                  </a:cubicBezTo>
                  <a:cubicBezTo>
                    <a:pt x="248790" y="243716"/>
                    <a:pt x="263519" y="249936"/>
                    <a:pt x="282561" y="249936"/>
                  </a:cubicBezTo>
                  <a:close/>
                  <a:moveTo>
                    <a:pt x="505445" y="357759"/>
                  </a:moveTo>
                  <a:cubicBezTo>
                    <a:pt x="476501" y="357759"/>
                    <a:pt x="451366" y="351158"/>
                    <a:pt x="430039" y="337947"/>
                  </a:cubicBezTo>
                  <a:lnTo>
                    <a:pt x="435371" y="312801"/>
                  </a:lnTo>
                  <a:cubicBezTo>
                    <a:pt x="447310" y="319659"/>
                    <a:pt x="458602" y="324612"/>
                    <a:pt x="469265" y="327660"/>
                  </a:cubicBezTo>
                  <a:cubicBezTo>
                    <a:pt x="479929" y="330708"/>
                    <a:pt x="491992" y="332232"/>
                    <a:pt x="505445" y="332232"/>
                  </a:cubicBezTo>
                  <a:cubicBezTo>
                    <a:pt x="523725" y="332232"/>
                    <a:pt x="537568" y="327279"/>
                    <a:pt x="546955" y="317373"/>
                  </a:cubicBezTo>
                  <a:cubicBezTo>
                    <a:pt x="556610" y="307724"/>
                    <a:pt x="561427" y="293246"/>
                    <a:pt x="561427" y="273939"/>
                  </a:cubicBezTo>
                  <a:lnTo>
                    <a:pt x="561427" y="222123"/>
                  </a:lnTo>
                  <a:lnTo>
                    <a:pt x="565617" y="217170"/>
                  </a:lnTo>
                  <a:cubicBezTo>
                    <a:pt x="562570" y="227333"/>
                    <a:pt x="557752" y="236220"/>
                    <a:pt x="551145" y="243840"/>
                  </a:cubicBezTo>
                  <a:cubicBezTo>
                    <a:pt x="544804" y="251203"/>
                    <a:pt x="536930" y="256918"/>
                    <a:pt x="527533" y="260985"/>
                  </a:cubicBezTo>
                  <a:cubicBezTo>
                    <a:pt x="518145" y="265052"/>
                    <a:pt x="507482" y="267081"/>
                    <a:pt x="495543" y="267081"/>
                  </a:cubicBezTo>
                  <a:cubicBezTo>
                    <a:pt x="478539" y="267081"/>
                    <a:pt x="463553" y="263147"/>
                    <a:pt x="450604" y="255270"/>
                  </a:cubicBezTo>
                  <a:cubicBezTo>
                    <a:pt x="437913" y="247145"/>
                    <a:pt x="427888" y="235963"/>
                    <a:pt x="420518" y="221742"/>
                  </a:cubicBezTo>
                  <a:cubicBezTo>
                    <a:pt x="413416" y="207521"/>
                    <a:pt x="409855" y="190881"/>
                    <a:pt x="409855" y="171831"/>
                  </a:cubicBezTo>
                  <a:cubicBezTo>
                    <a:pt x="409855" y="152781"/>
                    <a:pt x="413416" y="136141"/>
                    <a:pt x="420518" y="121920"/>
                  </a:cubicBezTo>
                  <a:cubicBezTo>
                    <a:pt x="427888" y="107699"/>
                    <a:pt x="437913" y="96650"/>
                    <a:pt x="450604" y="88773"/>
                  </a:cubicBezTo>
                  <a:cubicBezTo>
                    <a:pt x="463553" y="80648"/>
                    <a:pt x="478539" y="76581"/>
                    <a:pt x="495543" y="76581"/>
                  </a:cubicBezTo>
                  <a:cubicBezTo>
                    <a:pt x="513318" y="76581"/>
                    <a:pt x="528295" y="81029"/>
                    <a:pt x="540481" y="89916"/>
                  </a:cubicBezTo>
                  <a:cubicBezTo>
                    <a:pt x="552925" y="98555"/>
                    <a:pt x="561304" y="110747"/>
                    <a:pt x="565617" y="126492"/>
                  </a:cubicBezTo>
                  <a:lnTo>
                    <a:pt x="561047" y="122301"/>
                  </a:lnTo>
                  <a:lnTo>
                    <a:pt x="561047" y="81153"/>
                  </a:lnTo>
                  <a:lnTo>
                    <a:pt x="591894" y="81153"/>
                  </a:lnTo>
                  <a:lnTo>
                    <a:pt x="591894" y="271272"/>
                  </a:lnTo>
                  <a:cubicBezTo>
                    <a:pt x="591894" y="299971"/>
                    <a:pt x="584535" y="321564"/>
                    <a:pt x="569806" y="336042"/>
                  </a:cubicBezTo>
                  <a:cubicBezTo>
                    <a:pt x="555334" y="350520"/>
                    <a:pt x="533883" y="357759"/>
                    <a:pt x="505445" y="357759"/>
                  </a:cubicBezTo>
                  <a:close/>
                  <a:moveTo>
                    <a:pt x="501636" y="241173"/>
                  </a:moveTo>
                  <a:cubicBezTo>
                    <a:pt x="520173" y="241173"/>
                    <a:pt x="534645" y="235077"/>
                    <a:pt x="545051" y="222885"/>
                  </a:cubicBezTo>
                  <a:cubicBezTo>
                    <a:pt x="555715" y="210436"/>
                    <a:pt x="561047" y="193424"/>
                    <a:pt x="561047" y="171831"/>
                  </a:cubicBezTo>
                  <a:cubicBezTo>
                    <a:pt x="561047" y="150238"/>
                    <a:pt x="555715" y="133350"/>
                    <a:pt x="545051" y="121158"/>
                  </a:cubicBezTo>
                  <a:cubicBezTo>
                    <a:pt x="534645" y="108709"/>
                    <a:pt x="520173" y="102489"/>
                    <a:pt x="501636" y="102489"/>
                  </a:cubicBezTo>
                  <a:cubicBezTo>
                    <a:pt x="482851" y="102489"/>
                    <a:pt x="467999" y="108709"/>
                    <a:pt x="457079" y="121158"/>
                  </a:cubicBezTo>
                  <a:cubicBezTo>
                    <a:pt x="446415" y="133350"/>
                    <a:pt x="441083" y="150238"/>
                    <a:pt x="441083" y="171831"/>
                  </a:cubicBezTo>
                  <a:cubicBezTo>
                    <a:pt x="441083" y="193672"/>
                    <a:pt x="446415" y="210693"/>
                    <a:pt x="457079" y="222885"/>
                  </a:cubicBezTo>
                  <a:cubicBezTo>
                    <a:pt x="467999" y="235077"/>
                    <a:pt x="482851" y="241173"/>
                    <a:pt x="501636" y="241173"/>
                  </a:cubicBezTo>
                  <a:close/>
                  <a:moveTo>
                    <a:pt x="651124" y="272796"/>
                  </a:moveTo>
                  <a:lnTo>
                    <a:pt x="651124" y="81153"/>
                  </a:lnTo>
                  <a:lnTo>
                    <a:pt x="681971" y="81153"/>
                  </a:lnTo>
                  <a:lnTo>
                    <a:pt x="681971" y="272796"/>
                  </a:lnTo>
                  <a:lnTo>
                    <a:pt x="651124" y="272796"/>
                  </a:lnTo>
                  <a:close/>
                  <a:moveTo>
                    <a:pt x="648077" y="0"/>
                  </a:moveTo>
                  <a:lnTo>
                    <a:pt x="685780" y="0"/>
                  </a:lnTo>
                  <a:lnTo>
                    <a:pt x="685780" y="35052"/>
                  </a:lnTo>
                  <a:lnTo>
                    <a:pt x="648077" y="35052"/>
                  </a:lnTo>
                  <a:lnTo>
                    <a:pt x="648077" y="0"/>
                  </a:lnTo>
                  <a:close/>
                  <a:moveTo>
                    <a:pt x="806609" y="275463"/>
                  </a:moveTo>
                  <a:cubicBezTo>
                    <a:pt x="774371" y="275463"/>
                    <a:pt x="748856" y="267205"/>
                    <a:pt x="730061" y="250698"/>
                  </a:cubicBezTo>
                  <a:lnTo>
                    <a:pt x="740344" y="227838"/>
                  </a:lnTo>
                  <a:cubicBezTo>
                    <a:pt x="750502" y="235715"/>
                    <a:pt x="760909" y="241554"/>
                    <a:pt x="771572" y="245364"/>
                  </a:cubicBezTo>
                  <a:cubicBezTo>
                    <a:pt x="782493" y="248917"/>
                    <a:pt x="794556" y="250698"/>
                    <a:pt x="807751" y="250698"/>
                  </a:cubicBezTo>
                  <a:cubicBezTo>
                    <a:pt x="822223" y="250698"/>
                    <a:pt x="833144" y="248288"/>
                    <a:pt x="840503" y="243459"/>
                  </a:cubicBezTo>
                  <a:cubicBezTo>
                    <a:pt x="848120" y="238382"/>
                    <a:pt x="851929" y="231143"/>
                    <a:pt x="851929" y="221742"/>
                  </a:cubicBezTo>
                  <a:cubicBezTo>
                    <a:pt x="851929" y="214122"/>
                    <a:pt x="849396" y="208150"/>
                    <a:pt x="844312" y="203835"/>
                  </a:cubicBezTo>
                  <a:cubicBezTo>
                    <a:pt x="839237" y="199263"/>
                    <a:pt x="830859" y="195577"/>
                    <a:pt x="819177" y="192786"/>
                  </a:cubicBezTo>
                  <a:lnTo>
                    <a:pt x="786806" y="185166"/>
                  </a:lnTo>
                  <a:cubicBezTo>
                    <a:pt x="770811" y="181613"/>
                    <a:pt x="758376" y="175260"/>
                    <a:pt x="749484" y="166116"/>
                  </a:cubicBezTo>
                  <a:cubicBezTo>
                    <a:pt x="740858" y="156972"/>
                    <a:pt x="736535" y="146047"/>
                    <a:pt x="736535" y="133350"/>
                  </a:cubicBezTo>
                  <a:cubicBezTo>
                    <a:pt x="736535" y="122177"/>
                    <a:pt x="739582" y="112395"/>
                    <a:pt x="745675" y="104013"/>
                  </a:cubicBezTo>
                  <a:cubicBezTo>
                    <a:pt x="751769" y="95374"/>
                    <a:pt x="760280" y="88649"/>
                    <a:pt x="771191" y="83820"/>
                  </a:cubicBezTo>
                  <a:cubicBezTo>
                    <a:pt x="782112" y="78991"/>
                    <a:pt x="795060" y="76581"/>
                    <a:pt x="810037" y="76581"/>
                  </a:cubicBezTo>
                  <a:cubicBezTo>
                    <a:pt x="823499" y="76581"/>
                    <a:pt x="836190" y="78743"/>
                    <a:pt x="848120" y="83058"/>
                  </a:cubicBezTo>
                  <a:cubicBezTo>
                    <a:pt x="860059" y="87373"/>
                    <a:pt x="870085" y="93602"/>
                    <a:pt x="878206" y="101727"/>
                  </a:cubicBezTo>
                  <a:lnTo>
                    <a:pt x="867924" y="124206"/>
                  </a:lnTo>
                  <a:cubicBezTo>
                    <a:pt x="858784" y="116586"/>
                    <a:pt x="849396" y="110995"/>
                    <a:pt x="839742" y="107442"/>
                  </a:cubicBezTo>
                  <a:cubicBezTo>
                    <a:pt x="830354" y="103632"/>
                    <a:pt x="820452" y="101727"/>
                    <a:pt x="810037" y="101727"/>
                  </a:cubicBezTo>
                  <a:cubicBezTo>
                    <a:pt x="796327" y="101727"/>
                    <a:pt x="785663" y="104394"/>
                    <a:pt x="778046" y="109728"/>
                  </a:cubicBezTo>
                  <a:cubicBezTo>
                    <a:pt x="770687" y="115062"/>
                    <a:pt x="767002" y="122301"/>
                    <a:pt x="767002" y="131445"/>
                  </a:cubicBezTo>
                  <a:cubicBezTo>
                    <a:pt x="767002" y="139322"/>
                    <a:pt x="769287" y="145542"/>
                    <a:pt x="773857" y="150114"/>
                  </a:cubicBezTo>
                  <a:cubicBezTo>
                    <a:pt x="778684" y="154686"/>
                    <a:pt x="786301" y="158239"/>
                    <a:pt x="796708" y="160782"/>
                  </a:cubicBezTo>
                  <a:lnTo>
                    <a:pt x="829078" y="168783"/>
                  </a:lnTo>
                  <a:cubicBezTo>
                    <a:pt x="847111" y="172593"/>
                    <a:pt x="860307" y="178946"/>
                    <a:pt x="868685" y="187833"/>
                  </a:cubicBezTo>
                  <a:cubicBezTo>
                    <a:pt x="877321" y="196472"/>
                    <a:pt x="881634" y="207521"/>
                    <a:pt x="881634" y="220980"/>
                  </a:cubicBezTo>
                  <a:cubicBezTo>
                    <a:pt x="881634" y="237487"/>
                    <a:pt x="874912" y="250698"/>
                    <a:pt x="861449" y="260604"/>
                  </a:cubicBezTo>
                  <a:cubicBezTo>
                    <a:pt x="847996" y="270510"/>
                    <a:pt x="829716" y="275463"/>
                    <a:pt x="806609" y="275463"/>
                  </a:cubicBezTo>
                  <a:close/>
                  <a:moveTo>
                    <a:pt x="901904" y="105537"/>
                  </a:moveTo>
                  <a:lnTo>
                    <a:pt x="901904" y="81153"/>
                  </a:lnTo>
                  <a:lnTo>
                    <a:pt x="1024913" y="81153"/>
                  </a:lnTo>
                  <a:lnTo>
                    <a:pt x="1024913" y="105537"/>
                  </a:lnTo>
                  <a:lnTo>
                    <a:pt x="901904" y="105537"/>
                  </a:lnTo>
                  <a:close/>
                  <a:moveTo>
                    <a:pt x="1024152" y="245364"/>
                  </a:moveTo>
                  <a:lnTo>
                    <a:pt x="1024152" y="271653"/>
                  </a:lnTo>
                  <a:cubicBezTo>
                    <a:pt x="1019829" y="272920"/>
                    <a:pt x="1015516" y="273815"/>
                    <a:pt x="1011203" y="274320"/>
                  </a:cubicBezTo>
                  <a:cubicBezTo>
                    <a:pt x="1007138" y="275082"/>
                    <a:pt x="1002568" y="275463"/>
                    <a:pt x="997493" y="275463"/>
                  </a:cubicBezTo>
                  <a:cubicBezTo>
                    <a:pt x="979718" y="275463"/>
                    <a:pt x="965503" y="270386"/>
                    <a:pt x="954840" y="260223"/>
                  </a:cubicBezTo>
                  <a:cubicBezTo>
                    <a:pt x="944424" y="250060"/>
                    <a:pt x="939226" y="234820"/>
                    <a:pt x="939226" y="214503"/>
                  </a:cubicBezTo>
                  <a:lnTo>
                    <a:pt x="939226" y="32004"/>
                  </a:lnTo>
                  <a:lnTo>
                    <a:pt x="970073" y="20955"/>
                  </a:lnTo>
                  <a:lnTo>
                    <a:pt x="970073" y="210312"/>
                  </a:lnTo>
                  <a:cubicBezTo>
                    <a:pt x="970073" y="220475"/>
                    <a:pt x="971463" y="228343"/>
                    <a:pt x="974262" y="233934"/>
                  </a:cubicBezTo>
                  <a:cubicBezTo>
                    <a:pt x="977309" y="239525"/>
                    <a:pt x="981365" y="243459"/>
                    <a:pt x="986449" y="245745"/>
                  </a:cubicBezTo>
                  <a:cubicBezTo>
                    <a:pt x="991524" y="247774"/>
                    <a:pt x="997236" y="248793"/>
                    <a:pt x="1003587" y="248793"/>
                  </a:cubicBezTo>
                  <a:cubicBezTo>
                    <a:pt x="1007395" y="248793"/>
                    <a:pt x="1010822" y="248536"/>
                    <a:pt x="1013869" y="248031"/>
                  </a:cubicBezTo>
                  <a:cubicBezTo>
                    <a:pt x="1016916" y="247526"/>
                    <a:pt x="1020343" y="246631"/>
                    <a:pt x="1024152" y="245364"/>
                  </a:cubicBezTo>
                  <a:close/>
                  <a:moveTo>
                    <a:pt x="1062083" y="272796"/>
                  </a:moveTo>
                  <a:lnTo>
                    <a:pt x="1062083" y="81153"/>
                  </a:lnTo>
                  <a:lnTo>
                    <a:pt x="1092931" y="81153"/>
                  </a:lnTo>
                  <a:lnTo>
                    <a:pt x="1092931" y="272796"/>
                  </a:lnTo>
                  <a:lnTo>
                    <a:pt x="1062083" y="272796"/>
                  </a:lnTo>
                  <a:close/>
                  <a:moveTo>
                    <a:pt x="1059036" y="0"/>
                  </a:moveTo>
                  <a:lnTo>
                    <a:pt x="1096739" y="0"/>
                  </a:lnTo>
                  <a:lnTo>
                    <a:pt x="1096739" y="35052"/>
                  </a:lnTo>
                  <a:lnTo>
                    <a:pt x="1059036" y="35052"/>
                  </a:lnTo>
                  <a:lnTo>
                    <a:pt x="1059036" y="0"/>
                  </a:lnTo>
                  <a:close/>
                  <a:moveTo>
                    <a:pt x="1233183" y="275463"/>
                  </a:moveTo>
                  <a:cubicBezTo>
                    <a:pt x="1214398" y="275463"/>
                    <a:pt x="1198146" y="271396"/>
                    <a:pt x="1184436" y="263271"/>
                  </a:cubicBezTo>
                  <a:cubicBezTo>
                    <a:pt x="1170726" y="255146"/>
                    <a:pt x="1160062" y="243716"/>
                    <a:pt x="1152446" y="228981"/>
                  </a:cubicBezTo>
                  <a:cubicBezTo>
                    <a:pt x="1145086" y="214246"/>
                    <a:pt x="1141401" y="196853"/>
                    <a:pt x="1141401" y="176784"/>
                  </a:cubicBezTo>
                  <a:cubicBezTo>
                    <a:pt x="1141401" y="156972"/>
                    <a:pt x="1145210" y="139570"/>
                    <a:pt x="1152827" y="124587"/>
                  </a:cubicBezTo>
                  <a:cubicBezTo>
                    <a:pt x="1160443" y="109347"/>
                    <a:pt x="1171240" y="97536"/>
                    <a:pt x="1185197" y="89154"/>
                  </a:cubicBezTo>
                  <a:cubicBezTo>
                    <a:pt x="1199165" y="80772"/>
                    <a:pt x="1215664" y="76581"/>
                    <a:pt x="1234706" y="76581"/>
                  </a:cubicBezTo>
                  <a:cubicBezTo>
                    <a:pt x="1247654" y="76581"/>
                    <a:pt x="1260098" y="78867"/>
                    <a:pt x="1272028" y="83439"/>
                  </a:cubicBezTo>
                  <a:cubicBezTo>
                    <a:pt x="1284215" y="87754"/>
                    <a:pt x="1294250" y="93850"/>
                    <a:pt x="1302114" y="101727"/>
                  </a:cubicBezTo>
                  <a:lnTo>
                    <a:pt x="1291831" y="124587"/>
                  </a:lnTo>
                  <a:cubicBezTo>
                    <a:pt x="1282444" y="117224"/>
                    <a:pt x="1273170" y="111757"/>
                    <a:pt x="1264030" y="108204"/>
                  </a:cubicBezTo>
                  <a:cubicBezTo>
                    <a:pt x="1255148" y="104394"/>
                    <a:pt x="1245884" y="102489"/>
                    <a:pt x="1236230" y="102489"/>
                  </a:cubicBezTo>
                  <a:cubicBezTo>
                    <a:pt x="1216940" y="102489"/>
                    <a:pt x="1201573" y="108966"/>
                    <a:pt x="1190148" y="121920"/>
                  </a:cubicBezTo>
                  <a:cubicBezTo>
                    <a:pt x="1178980" y="134874"/>
                    <a:pt x="1173392" y="153162"/>
                    <a:pt x="1173392" y="176784"/>
                  </a:cubicBezTo>
                  <a:cubicBezTo>
                    <a:pt x="1173392" y="200149"/>
                    <a:pt x="1178980" y="218189"/>
                    <a:pt x="1190148" y="230886"/>
                  </a:cubicBezTo>
                  <a:cubicBezTo>
                    <a:pt x="1201326" y="243583"/>
                    <a:pt x="1216683" y="249936"/>
                    <a:pt x="1236230" y="249936"/>
                  </a:cubicBezTo>
                  <a:cubicBezTo>
                    <a:pt x="1245627" y="249936"/>
                    <a:pt x="1254890" y="248155"/>
                    <a:pt x="1264030" y="244602"/>
                  </a:cubicBezTo>
                  <a:cubicBezTo>
                    <a:pt x="1273170" y="240792"/>
                    <a:pt x="1282444" y="235201"/>
                    <a:pt x="1291831" y="227838"/>
                  </a:cubicBezTo>
                  <a:lnTo>
                    <a:pt x="1302114" y="250698"/>
                  </a:lnTo>
                  <a:cubicBezTo>
                    <a:pt x="1293993" y="258318"/>
                    <a:pt x="1283710" y="264414"/>
                    <a:pt x="1271266" y="268986"/>
                  </a:cubicBezTo>
                  <a:cubicBezTo>
                    <a:pt x="1259080" y="273301"/>
                    <a:pt x="1246388" y="275463"/>
                    <a:pt x="1233183" y="275463"/>
                  </a:cubicBezTo>
                  <a:close/>
                  <a:moveTo>
                    <a:pt x="1406130" y="275463"/>
                  </a:moveTo>
                  <a:cubicBezTo>
                    <a:pt x="1373882" y="275463"/>
                    <a:pt x="1348366" y="267205"/>
                    <a:pt x="1329582" y="250698"/>
                  </a:cubicBezTo>
                  <a:lnTo>
                    <a:pt x="1339864" y="227838"/>
                  </a:lnTo>
                  <a:cubicBezTo>
                    <a:pt x="1350023" y="235715"/>
                    <a:pt x="1360429" y="241554"/>
                    <a:pt x="1371093" y="245364"/>
                  </a:cubicBezTo>
                  <a:cubicBezTo>
                    <a:pt x="1382013" y="248917"/>
                    <a:pt x="1394066" y="250698"/>
                    <a:pt x="1407272" y="250698"/>
                  </a:cubicBezTo>
                  <a:cubicBezTo>
                    <a:pt x="1421744" y="250698"/>
                    <a:pt x="1432664" y="248288"/>
                    <a:pt x="1440024" y="243459"/>
                  </a:cubicBezTo>
                  <a:cubicBezTo>
                    <a:pt x="1447641" y="238382"/>
                    <a:pt x="1451449" y="231143"/>
                    <a:pt x="1451449" y="221742"/>
                  </a:cubicBezTo>
                  <a:cubicBezTo>
                    <a:pt x="1451449" y="214122"/>
                    <a:pt x="1448907" y="208150"/>
                    <a:pt x="1443832" y="203835"/>
                  </a:cubicBezTo>
                  <a:cubicBezTo>
                    <a:pt x="1438757" y="199263"/>
                    <a:pt x="1430379" y="195577"/>
                    <a:pt x="1418697" y="192786"/>
                  </a:cubicBezTo>
                  <a:lnTo>
                    <a:pt x="1386326" y="185166"/>
                  </a:lnTo>
                  <a:cubicBezTo>
                    <a:pt x="1370331" y="181613"/>
                    <a:pt x="1357887" y="175260"/>
                    <a:pt x="1349004" y="166116"/>
                  </a:cubicBezTo>
                  <a:cubicBezTo>
                    <a:pt x="1340369" y="156972"/>
                    <a:pt x="1336056" y="146047"/>
                    <a:pt x="1336056" y="133350"/>
                  </a:cubicBezTo>
                  <a:cubicBezTo>
                    <a:pt x="1336056" y="122177"/>
                    <a:pt x="1339103" y="112395"/>
                    <a:pt x="1345196" y="104013"/>
                  </a:cubicBezTo>
                  <a:cubicBezTo>
                    <a:pt x="1351289" y="95374"/>
                    <a:pt x="1359792" y="88649"/>
                    <a:pt x="1370712" y="83820"/>
                  </a:cubicBezTo>
                  <a:cubicBezTo>
                    <a:pt x="1381632" y="78991"/>
                    <a:pt x="1394581" y="76581"/>
                    <a:pt x="1409557" y="76581"/>
                  </a:cubicBezTo>
                  <a:cubicBezTo>
                    <a:pt x="1423010" y="76581"/>
                    <a:pt x="1435711" y="78743"/>
                    <a:pt x="1447641" y="83058"/>
                  </a:cubicBezTo>
                  <a:cubicBezTo>
                    <a:pt x="1459570" y="87373"/>
                    <a:pt x="1469605" y="93602"/>
                    <a:pt x="1477727" y="101727"/>
                  </a:cubicBezTo>
                  <a:lnTo>
                    <a:pt x="1467444" y="124206"/>
                  </a:lnTo>
                  <a:cubicBezTo>
                    <a:pt x="1458304" y="116586"/>
                    <a:pt x="1448907" y="110995"/>
                    <a:pt x="1439262" y="107442"/>
                  </a:cubicBezTo>
                  <a:cubicBezTo>
                    <a:pt x="1429865" y="103632"/>
                    <a:pt x="1419963" y="101727"/>
                    <a:pt x="1409557" y="101727"/>
                  </a:cubicBezTo>
                  <a:cubicBezTo>
                    <a:pt x="1395847" y="101727"/>
                    <a:pt x="1385184" y="104394"/>
                    <a:pt x="1377567" y="109728"/>
                  </a:cubicBezTo>
                  <a:cubicBezTo>
                    <a:pt x="1370207" y="115062"/>
                    <a:pt x="1366523" y="122301"/>
                    <a:pt x="1366523" y="131445"/>
                  </a:cubicBezTo>
                  <a:cubicBezTo>
                    <a:pt x="1366523" y="139322"/>
                    <a:pt x="1368808" y="145542"/>
                    <a:pt x="1373378" y="150114"/>
                  </a:cubicBezTo>
                  <a:cubicBezTo>
                    <a:pt x="1378205" y="154686"/>
                    <a:pt x="1385821" y="158239"/>
                    <a:pt x="1396228" y="160782"/>
                  </a:cubicBezTo>
                  <a:lnTo>
                    <a:pt x="1428599" y="168783"/>
                  </a:lnTo>
                  <a:cubicBezTo>
                    <a:pt x="1446622" y="172593"/>
                    <a:pt x="1459827" y="178946"/>
                    <a:pt x="1468206" y="187833"/>
                  </a:cubicBezTo>
                  <a:cubicBezTo>
                    <a:pt x="1476841" y="196472"/>
                    <a:pt x="1481154" y="207521"/>
                    <a:pt x="1481154" y="220980"/>
                  </a:cubicBezTo>
                  <a:cubicBezTo>
                    <a:pt x="1481154" y="237487"/>
                    <a:pt x="1474423" y="250698"/>
                    <a:pt x="1460970" y="260604"/>
                  </a:cubicBezTo>
                  <a:cubicBezTo>
                    <a:pt x="1447517" y="270510"/>
                    <a:pt x="1429237" y="275463"/>
                    <a:pt x="1406130" y="2754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47"/>
            <p:cNvSpPr/>
            <p:nvPr/>
          </p:nvSpPr>
          <p:spPr>
            <a:xfrm>
              <a:off x="5142141" y="6021492"/>
              <a:ext cx="1459056" cy="284607"/>
            </a:xfrm>
            <a:custGeom>
              <a:rect b="b" l="l" r="r" t="t"/>
              <a:pathLst>
                <a:path extrusionOk="0" h="284607" w="1459056">
                  <a:moveTo>
                    <a:pt x="0" y="281940"/>
                  </a:moveTo>
                  <a:lnTo>
                    <a:pt x="0" y="10668"/>
                  </a:lnTo>
                  <a:lnTo>
                    <a:pt x="108157" y="10668"/>
                  </a:lnTo>
                  <a:cubicBezTo>
                    <a:pt x="136082" y="10668"/>
                    <a:pt x="157790" y="17402"/>
                    <a:pt x="173280" y="30861"/>
                  </a:cubicBezTo>
                  <a:cubicBezTo>
                    <a:pt x="189018" y="44320"/>
                    <a:pt x="196892" y="62865"/>
                    <a:pt x="196892" y="86487"/>
                  </a:cubicBezTo>
                  <a:cubicBezTo>
                    <a:pt x="196892" y="109852"/>
                    <a:pt x="189018" y="128397"/>
                    <a:pt x="173280" y="142113"/>
                  </a:cubicBezTo>
                  <a:cubicBezTo>
                    <a:pt x="157542" y="155829"/>
                    <a:pt x="135834" y="162687"/>
                    <a:pt x="108157" y="162687"/>
                  </a:cubicBezTo>
                  <a:lnTo>
                    <a:pt x="31228" y="162687"/>
                  </a:lnTo>
                  <a:lnTo>
                    <a:pt x="31228" y="281940"/>
                  </a:lnTo>
                  <a:lnTo>
                    <a:pt x="0" y="281940"/>
                  </a:lnTo>
                  <a:close/>
                  <a:moveTo>
                    <a:pt x="31228" y="136779"/>
                  </a:moveTo>
                  <a:lnTo>
                    <a:pt x="105491" y="136779"/>
                  </a:lnTo>
                  <a:cubicBezTo>
                    <a:pt x="125552" y="136779"/>
                    <a:pt x="140652" y="132464"/>
                    <a:pt x="150811" y="123825"/>
                  </a:cubicBezTo>
                  <a:cubicBezTo>
                    <a:pt x="160970" y="114938"/>
                    <a:pt x="166045" y="102489"/>
                    <a:pt x="166045" y="86487"/>
                  </a:cubicBezTo>
                  <a:cubicBezTo>
                    <a:pt x="166045" y="70485"/>
                    <a:pt x="160970" y="58169"/>
                    <a:pt x="150811" y="49530"/>
                  </a:cubicBezTo>
                  <a:cubicBezTo>
                    <a:pt x="140652" y="40891"/>
                    <a:pt x="125552" y="36576"/>
                    <a:pt x="105491" y="36576"/>
                  </a:cubicBezTo>
                  <a:lnTo>
                    <a:pt x="31228" y="36576"/>
                  </a:lnTo>
                  <a:lnTo>
                    <a:pt x="31228" y="136779"/>
                  </a:lnTo>
                  <a:close/>
                  <a:moveTo>
                    <a:pt x="244258" y="281940"/>
                  </a:moveTo>
                  <a:lnTo>
                    <a:pt x="244258" y="1524"/>
                  </a:lnTo>
                  <a:lnTo>
                    <a:pt x="275106" y="1524"/>
                  </a:lnTo>
                  <a:lnTo>
                    <a:pt x="275106" y="281940"/>
                  </a:lnTo>
                  <a:lnTo>
                    <a:pt x="244258" y="281940"/>
                  </a:lnTo>
                  <a:close/>
                  <a:moveTo>
                    <a:pt x="408503" y="284607"/>
                  </a:moveTo>
                  <a:cubicBezTo>
                    <a:pt x="391489" y="284607"/>
                    <a:pt x="376513" y="280673"/>
                    <a:pt x="363564" y="272796"/>
                  </a:cubicBezTo>
                  <a:cubicBezTo>
                    <a:pt x="350873" y="264671"/>
                    <a:pt x="340972" y="253241"/>
                    <a:pt x="333859" y="238506"/>
                  </a:cubicBezTo>
                  <a:cubicBezTo>
                    <a:pt x="327005" y="223523"/>
                    <a:pt x="323577" y="205997"/>
                    <a:pt x="323577" y="185928"/>
                  </a:cubicBezTo>
                  <a:cubicBezTo>
                    <a:pt x="323577" y="165859"/>
                    <a:pt x="327128" y="148333"/>
                    <a:pt x="334240" y="133350"/>
                  </a:cubicBezTo>
                  <a:cubicBezTo>
                    <a:pt x="341352" y="118367"/>
                    <a:pt x="351254" y="106680"/>
                    <a:pt x="363945" y="98298"/>
                  </a:cubicBezTo>
                  <a:cubicBezTo>
                    <a:pt x="376894" y="89916"/>
                    <a:pt x="391746" y="85725"/>
                    <a:pt x="408503" y="85725"/>
                  </a:cubicBezTo>
                  <a:cubicBezTo>
                    <a:pt x="426021" y="85725"/>
                    <a:pt x="440874" y="90040"/>
                    <a:pt x="453061" y="98679"/>
                  </a:cubicBezTo>
                  <a:cubicBezTo>
                    <a:pt x="465247" y="107318"/>
                    <a:pt x="473502" y="119634"/>
                    <a:pt x="477815" y="135636"/>
                  </a:cubicBezTo>
                  <a:lnTo>
                    <a:pt x="473245" y="138684"/>
                  </a:lnTo>
                  <a:lnTo>
                    <a:pt x="473245" y="90297"/>
                  </a:lnTo>
                  <a:lnTo>
                    <a:pt x="503712" y="90297"/>
                  </a:lnTo>
                  <a:lnTo>
                    <a:pt x="503712" y="281940"/>
                  </a:lnTo>
                  <a:lnTo>
                    <a:pt x="473245" y="281940"/>
                  </a:lnTo>
                  <a:lnTo>
                    <a:pt x="473245" y="232410"/>
                  </a:lnTo>
                  <a:lnTo>
                    <a:pt x="477815" y="234696"/>
                  </a:lnTo>
                  <a:cubicBezTo>
                    <a:pt x="473502" y="250698"/>
                    <a:pt x="465247" y="263014"/>
                    <a:pt x="453061" y="271653"/>
                  </a:cubicBezTo>
                  <a:cubicBezTo>
                    <a:pt x="440874" y="280292"/>
                    <a:pt x="426021" y="284607"/>
                    <a:pt x="408503" y="284607"/>
                  </a:cubicBezTo>
                  <a:close/>
                  <a:moveTo>
                    <a:pt x="414596" y="259080"/>
                  </a:moveTo>
                  <a:cubicBezTo>
                    <a:pt x="433381" y="259080"/>
                    <a:pt x="447853" y="252727"/>
                    <a:pt x="458011" y="240030"/>
                  </a:cubicBezTo>
                  <a:cubicBezTo>
                    <a:pt x="468170" y="227076"/>
                    <a:pt x="473245" y="208788"/>
                    <a:pt x="473245" y="185166"/>
                  </a:cubicBezTo>
                  <a:cubicBezTo>
                    <a:pt x="473245" y="161544"/>
                    <a:pt x="468037" y="143380"/>
                    <a:pt x="457631" y="130683"/>
                  </a:cubicBezTo>
                  <a:cubicBezTo>
                    <a:pt x="447472" y="117986"/>
                    <a:pt x="433134" y="111633"/>
                    <a:pt x="414596" y="111633"/>
                  </a:cubicBezTo>
                  <a:cubicBezTo>
                    <a:pt x="395812" y="111633"/>
                    <a:pt x="381083" y="118234"/>
                    <a:pt x="370420" y="131445"/>
                  </a:cubicBezTo>
                  <a:cubicBezTo>
                    <a:pt x="360013" y="144399"/>
                    <a:pt x="354805" y="162563"/>
                    <a:pt x="354805" y="185928"/>
                  </a:cubicBezTo>
                  <a:cubicBezTo>
                    <a:pt x="354805" y="209293"/>
                    <a:pt x="360013" y="227333"/>
                    <a:pt x="370420" y="240030"/>
                  </a:cubicBezTo>
                  <a:cubicBezTo>
                    <a:pt x="381083" y="252727"/>
                    <a:pt x="395812" y="259080"/>
                    <a:pt x="414596" y="259080"/>
                  </a:cubicBezTo>
                  <a:close/>
                  <a:moveTo>
                    <a:pt x="536311" y="114681"/>
                  </a:moveTo>
                  <a:lnTo>
                    <a:pt x="536311" y="90297"/>
                  </a:lnTo>
                  <a:lnTo>
                    <a:pt x="659321" y="90297"/>
                  </a:lnTo>
                  <a:lnTo>
                    <a:pt x="659321" y="114681"/>
                  </a:lnTo>
                  <a:lnTo>
                    <a:pt x="536311" y="114681"/>
                  </a:lnTo>
                  <a:close/>
                  <a:moveTo>
                    <a:pt x="658560" y="254508"/>
                  </a:moveTo>
                  <a:lnTo>
                    <a:pt x="658560" y="280797"/>
                  </a:lnTo>
                  <a:cubicBezTo>
                    <a:pt x="654247" y="282064"/>
                    <a:pt x="649934" y="282959"/>
                    <a:pt x="645611" y="283464"/>
                  </a:cubicBezTo>
                  <a:cubicBezTo>
                    <a:pt x="641555" y="284226"/>
                    <a:pt x="636985" y="284607"/>
                    <a:pt x="631901" y="284607"/>
                  </a:cubicBezTo>
                  <a:cubicBezTo>
                    <a:pt x="614135" y="284607"/>
                    <a:pt x="599911" y="279530"/>
                    <a:pt x="589247" y="269367"/>
                  </a:cubicBezTo>
                  <a:cubicBezTo>
                    <a:pt x="578841" y="259204"/>
                    <a:pt x="573633" y="243964"/>
                    <a:pt x="573633" y="223647"/>
                  </a:cubicBezTo>
                  <a:lnTo>
                    <a:pt x="573633" y="41148"/>
                  </a:lnTo>
                  <a:lnTo>
                    <a:pt x="604481" y="30099"/>
                  </a:lnTo>
                  <a:lnTo>
                    <a:pt x="604481" y="219456"/>
                  </a:lnTo>
                  <a:cubicBezTo>
                    <a:pt x="604481" y="229619"/>
                    <a:pt x="605880" y="237487"/>
                    <a:pt x="608670" y="243078"/>
                  </a:cubicBezTo>
                  <a:cubicBezTo>
                    <a:pt x="611717" y="248669"/>
                    <a:pt x="615782" y="252603"/>
                    <a:pt x="620857" y="254889"/>
                  </a:cubicBezTo>
                  <a:cubicBezTo>
                    <a:pt x="625941" y="256918"/>
                    <a:pt x="631654" y="257937"/>
                    <a:pt x="637995" y="257937"/>
                  </a:cubicBezTo>
                  <a:cubicBezTo>
                    <a:pt x="641803" y="257937"/>
                    <a:pt x="645230" y="257680"/>
                    <a:pt x="648277" y="257175"/>
                  </a:cubicBezTo>
                  <a:cubicBezTo>
                    <a:pt x="651324" y="256670"/>
                    <a:pt x="654751" y="255775"/>
                    <a:pt x="658560" y="254508"/>
                  </a:cubicBezTo>
                  <a:close/>
                  <a:moveTo>
                    <a:pt x="673545" y="114681"/>
                  </a:moveTo>
                  <a:lnTo>
                    <a:pt x="673545" y="90297"/>
                  </a:lnTo>
                  <a:lnTo>
                    <a:pt x="788558" y="90297"/>
                  </a:lnTo>
                  <a:lnTo>
                    <a:pt x="788558" y="114681"/>
                  </a:lnTo>
                  <a:lnTo>
                    <a:pt x="673545" y="114681"/>
                  </a:lnTo>
                  <a:close/>
                  <a:moveTo>
                    <a:pt x="793889" y="29718"/>
                  </a:moveTo>
                  <a:cubicBezTo>
                    <a:pt x="786787" y="27689"/>
                    <a:pt x="780179" y="26670"/>
                    <a:pt x="774086" y="26670"/>
                  </a:cubicBezTo>
                  <a:cubicBezTo>
                    <a:pt x="767993" y="26670"/>
                    <a:pt x="762414" y="27813"/>
                    <a:pt x="757329" y="30099"/>
                  </a:cubicBezTo>
                  <a:cubicBezTo>
                    <a:pt x="752511" y="32128"/>
                    <a:pt x="748703" y="35938"/>
                    <a:pt x="745904" y="41529"/>
                  </a:cubicBezTo>
                  <a:cubicBezTo>
                    <a:pt x="743114" y="47120"/>
                    <a:pt x="741715" y="54864"/>
                    <a:pt x="741715" y="64770"/>
                  </a:cubicBezTo>
                  <a:lnTo>
                    <a:pt x="741715" y="281940"/>
                  </a:lnTo>
                  <a:lnTo>
                    <a:pt x="710867" y="281940"/>
                  </a:lnTo>
                  <a:lnTo>
                    <a:pt x="710867" y="60960"/>
                  </a:lnTo>
                  <a:cubicBezTo>
                    <a:pt x="710867" y="40386"/>
                    <a:pt x="715952" y="25146"/>
                    <a:pt x="726101" y="15240"/>
                  </a:cubicBezTo>
                  <a:cubicBezTo>
                    <a:pt x="736260" y="5077"/>
                    <a:pt x="750227" y="0"/>
                    <a:pt x="767993" y="0"/>
                  </a:cubicBezTo>
                  <a:cubicBezTo>
                    <a:pt x="772315" y="0"/>
                    <a:pt x="776628" y="257"/>
                    <a:pt x="780941" y="762"/>
                  </a:cubicBezTo>
                  <a:cubicBezTo>
                    <a:pt x="785263" y="1267"/>
                    <a:pt x="789576" y="2162"/>
                    <a:pt x="793889" y="3429"/>
                  </a:cubicBezTo>
                  <a:lnTo>
                    <a:pt x="793889" y="29718"/>
                  </a:lnTo>
                  <a:close/>
                  <a:moveTo>
                    <a:pt x="906255" y="284607"/>
                  </a:moveTo>
                  <a:cubicBezTo>
                    <a:pt x="887975" y="284607"/>
                    <a:pt x="871980" y="280540"/>
                    <a:pt x="858270" y="272415"/>
                  </a:cubicBezTo>
                  <a:cubicBezTo>
                    <a:pt x="844807" y="264290"/>
                    <a:pt x="834277" y="252860"/>
                    <a:pt x="826660" y="238125"/>
                  </a:cubicBezTo>
                  <a:cubicBezTo>
                    <a:pt x="819291" y="223142"/>
                    <a:pt x="815616" y="205483"/>
                    <a:pt x="815616" y="185166"/>
                  </a:cubicBezTo>
                  <a:cubicBezTo>
                    <a:pt x="815616" y="165097"/>
                    <a:pt x="819291" y="147571"/>
                    <a:pt x="826660" y="132588"/>
                  </a:cubicBezTo>
                  <a:cubicBezTo>
                    <a:pt x="834277" y="117605"/>
                    <a:pt x="844807" y="106042"/>
                    <a:pt x="858270" y="97917"/>
                  </a:cubicBezTo>
                  <a:cubicBezTo>
                    <a:pt x="871980" y="89792"/>
                    <a:pt x="887975" y="85725"/>
                    <a:pt x="906255" y="85725"/>
                  </a:cubicBezTo>
                  <a:cubicBezTo>
                    <a:pt x="924535" y="85725"/>
                    <a:pt x="940397" y="89792"/>
                    <a:pt x="953859" y="97917"/>
                  </a:cubicBezTo>
                  <a:cubicBezTo>
                    <a:pt x="967569" y="106042"/>
                    <a:pt x="978100" y="117605"/>
                    <a:pt x="985469" y="132588"/>
                  </a:cubicBezTo>
                  <a:cubicBezTo>
                    <a:pt x="993085" y="147571"/>
                    <a:pt x="996894" y="165097"/>
                    <a:pt x="996894" y="185166"/>
                  </a:cubicBezTo>
                  <a:cubicBezTo>
                    <a:pt x="996894" y="205483"/>
                    <a:pt x="993085" y="223142"/>
                    <a:pt x="985469" y="238125"/>
                  </a:cubicBezTo>
                  <a:cubicBezTo>
                    <a:pt x="978100" y="252860"/>
                    <a:pt x="967569" y="264290"/>
                    <a:pt x="953859" y="272415"/>
                  </a:cubicBezTo>
                  <a:cubicBezTo>
                    <a:pt x="940397" y="280540"/>
                    <a:pt x="924535" y="284607"/>
                    <a:pt x="906255" y="284607"/>
                  </a:cubicBezTo>
                  <a:close/>
                  <a:moveTo>
                    <a:pt x="906255" y="259080"/>
                  </a:moveTo>
                  <a:cubicBezTo>
                    <a:pt x="925040" y="259080"/>
                    <a:pt x="939511" y="252860"/>
                    <a:pt x="949670" y="240411"/>
                  </a:cubicBezTo>
                  <a:cubicBezTo>
                    <a:pt x="960076" y="227714"/>
                    <a:pt x="965284" y="209293"/>
                    <a:pt x="965284" y="185166"/>
                  </a:cubicBezTo>
                  <a:cubicBezTo>
                    <a:pt x="965284" y="161544"/>
                    <a:pt x="960076" y="143380"/>
                    <a:pt x="949670" y="130683"/>
                  </a:cubicBezTo>
                  <a:cubicBezTo>
                    <a:pt x="939254" y="117986"/>
                    <a:pt x="924782" y="111633"/>
                    <a:pt x="906255" y="111633"/>
                  </a:cubicBezTo>
                  <a:cubicBezTo>
                    <a:pt x="887717" y="111633"/>
                    <a:pt x="873122" y="117986"/>
                    <a:pt x="862459" y="130683"/>
                  </a:cubicBezTo>
                  <a:cubicBezTo>
                    <a:pt x="852043" y="143380"/>
                    <a:pt x="846845" y="161544"/>
                    <a:pt x="846845" y="185166"/>
                  </a:cubicBezTo>
                  <a:cubicBezTo>
                    <a:pt x="846845" y="209293"/>
                    <a:pt x="851919" y="227714"/>
                    <a:pt x="862078" y="240411"/>
                  </a:cubicBezTo>
                  <a:cubicBezTo>
                    <a:pt x="872484" y="252860"/>
                    <a:pt x="887213" y="259080"/>
                    <a:pt x="906255" y="259080"/>
                  </a:cubicBezTo>
                  <a:close/>
                  <a:moveTo>
                    <a:pt x="1044974" y="281940"/>
                  </a:moveTo>
                  <a:lnTo>
                    <a:pt x="1044974" y="144018"/>
                  </a:lnTo>
                  <a:cubicBezTo>
                    <a:pt x="1044974" y="135131"/>
                    <a:pt x="1044727" y="126235"/>
                    <a:pt x="1044212" y="117348"/>
                  </a:cubicBezTo>
                  <a:cubicBezTo>
                    <a:pt x="1043965" y="108204"/>
                    <a:pt x="1043203" y="99184"/>
                    <a:pt x="1041927" y="90297"/>
                  </a:cubicBezTo>
                  <a:lnTo>
                    <a:pt x="1071252" y="90297"/>
                  </a:lnTo>
                  <a:lnTo>
                    <a:pt x="1075441" y="137541"/>
                  </a:lnTo>
                  <a:lnTo>
                    <a:pt x="1071252" y="136398"/>
                  </a:lnTo>
                  <a:cubicBezTo>
                    <a:pt x="1074812" y="119634"/>
                    <a:pt x="1082429" y="107061"/>
                    <a:pt x="1094102" y="98679"/>
                  </a:cubicBezTo>
                  <a:cubicBezTo>
                    <a:pt x="1106041" y="90040"/>
                    <a:pt x="1119371" y="85725"/>
                    <a:pt x="1134089" y="85725"/>
                  </a:cubicBezTo>
                  <a:cubicBezTo>
                    <a:pt x="1137393" y="85725"/>
                    <a:pt x="1140440" y="85982"/>
                    <a:pt x="1143230" y="86487"/>
                  </a:cubicBezTo>
                  <a:cubicBezTo>
                    <a:pt x="1146276" y="86744"/>
                    <a:pt x="1149076" y="87249"/>
                    <a:pt x="1151608" y="88011"/>
                  </a:cubicBezTo>
                  <a:lnTo>
                    <a:pt x="1150846" y="116205"/>
                  </a:lnTo>
                  <a:cubicBezTo>
                    <a:pt x="1145010" y="114176"/>
                    <a:pt x="1138279" y="113157"/>
                    <a:pt x="1130662" y="113157"/>
                  </a:cubicBezTo>
                  <a:cubicBezTo>
                    <a:pt x="1117466" y="113157"/>
                    <a:pt x="1106803" y="116081"/>
                    <a:pt x="1098672" y="121920"/>
                  </a:cubicBezTo>
                  <a:cubicBezTo>
                    <a:pt x="1090808" y="127759"/>
                    <a:pt x="1084962" y="135255"/>
                    <a:pt x="1081153" y="144399"/>
                  </a:cubicBezTo>
                  <a:cubicBezTo>
                    <a:pt x="1077602" y="153286"/>
                    <a:pt x="1075822" y="162687"/>
                    <a:pt x="1075822" y="172593"/>
                  </a:cubicBezTo>
                  <a:lnTo>
                    <a:pt x="1075822" y="281940"/>
                  </a:lnTo>
                  <a:lnTo>
                    <a:pt x="1044974" y="281940"/>
                  </a:lnTo>
                  <a:close/>
                  <a:moveTo>
                    <a:pt x="1182951" y="281940"/>
                  </a:moveTo>
                  <a:lnTo>
                    <a:pt x="1182951" y="144018"/>
                  </a:lnTo>
                  <a:cubicBezTo>
                    <a:pt x="1182951" y="135131"/>
                    <a:pt x="1182703" y="126235"/>
                    <a:pt x="1182189" y="117348"/>
                  </a:cubicBezTo>
                  <a:cubicBezTo>
                    <a:pt x="1181941" y="108204"/>
                    <a:pt x="1181180" y="99184"/>
                    <a:pt x="1179904" y="90297"/>
                  </a:cubicBezTo>
                  <a:lnTo>
                    <a:pt x="1209228" y="90297"/>
                  </a:lnTo>
                  <a:lnTo>
                    <a:pt x="1212656" y="129921"/>
                  </a:lnTo>
                  <a:lnTo>
                    <a:pt x="1208847" y="132588"/>
                  </a:lnTo>
                  <a:cubicBezTo>
                    <a:pt x="1213418" y="117605"/>
                    <a:pt x="1221291" y="106042"/>
                    <a:pt x="1232459" y="97917"/>
                  </a:cubicBezTo>
                  <a:cubicBezTo>
                    <a:pt x="1243885" y="89792"/>
                    <a:pt x="1257347" y="85725"/>
                    <a:pt x="1272828" y="85725"/>
                  </a:cubicBezTo>
                  <a:cubicBezTo>
                    <a:pt x="1291365" y="85725"/>
                    <a:pt x="1305713" y="90297"/>
                    <a:pt x="1315862" y="99441"/>
                  </a:cubicBezTo>
                  <a:cubicBezTo>
                    <a:pt x="1326278" y="108585"/>
                    <a:pt x="1332876" y="122558"/>
                    <a:pt x="1335665" y="141351"/>
                  </a:cubicBezTo>
                  <a:lnTo>
                    <a:pt x="1326526" y="136398"/>
                  </a:lnTo>
                  <a:cubicBezTo>
                    <a:pt x="1330591" y="120901"/>
                    <a:pt x="1338712" y="108585"/>
                    <a:pt x="1350899" y="99441"/>
                  </a:cubicBezTo>
                  <a:cubicBezTo>
                    <a:pt x="1363343" y="90297"/>
                    <a:pt x="1378196" y="85725"/>
                    <a:pt x="1395457" y="85725"/>
                  </a:cubicBezTo>
                  <a:cubicBezTo>
                    <a:pt x="1416536" y="85725"/>
                    <a:pt x="1432398" y="92078"/>
                    <a:pt x="1443061" y="104775"/>
                  </a:cubicBezTo>
                  <a:cubicBezTo>
                    <a:pt x="1453725" y="117224"/>
                    <a:pt x="1459056" y="136141"/>
                    <a:pt x="1459056" y="161544"/>
                  </a:cubicBezTo>
                  <a:lnTo>
                    <a:pt x="1459056" y="281940"/>
                  </a:lnTo>
                  <a:lnTo>
                    <a:pt x="1428209" y="281940"/>
                  </a:lnTo>
                  <a:lnTo>
                    <a:pt x="1428209" y="163068"/>
                  </a:lnTo>
                  <a:cubicBezTo>
                    <a:pt x="1428209" y="145285"/>
                    <a:pt x="1425038" y="132331"/>
                    <a:pt x="1418688" y="124206"/>
                  </a:cubicBezTo>
                  <a:cubicBezTo>
                    <a:pt x="1412347" y="115824"/>
                    <a:pt x="1402312" y="111633"/>
                    <a:pt x="1388602" y="111633"/>
                  </a:cubicBezTo>
                  <a:cubicBezTo>
                    <a:pt x="1372607" y="111633"/>
                    <a:pt x="1359915" y="117091"/>
                    <a:pt x="1350518" y="128016"/>
                  </a:cubicBezTo>
                  <a:cubicBezTo>
                    <a:pt x="1341378" y="138941"/>
                    <a:pt x="1336808" y="153800"/>
                    <a:pt x="1336808" y="172593"/>
                  </a:cubicBezTo>
                  <a:lnTo>
                    <a:pt x="1336808" y="281940"/>
                  </a:lnTo>
                  <a:lnTo>
                    <a:pt x="1305960" y="281940"/>
                  </a:lnTo>
                  <a:lnTo>
                    <a:pt x="1305960" y="163068"/>
                  </a:lnTo>
                  <a:cubicBezTo>
                    <a:pt x="1305960" y="145285"/>
                    <a:pt x="1302666" y="132331"/>
                    <a:pt x="1296059" y="124206"/>
                  </a:cubicBezTo>
                  <a:cubicBezTo>
                    <a:pt x="1289718" y="115824"/>
                    <a:pt x="1279683" y="111633"/>
                    <a:pt x="1265973" y="111633"/>
                  </a:cubicBezTo>
                  <a:cubicBezTo>
                    <a:pt x="1249730" y="111633"/>
                    <a:pt x="1236906" y="117091"/>
                    <a:pt x="1227508" y="128016"/>
                  </a:cubicBezTo>
                  <a:cubicBezTo>
                    <a:pt x="1218368" y="138941"/>
                    <a:pt x="1213798" y="153800"/>
                    <a:pt x="1213798" y="172593"/>
                  </a:cubicBezTo>
                  <a:lnTo>
                    <a:pt x="1213798" y="281940"/>
                  </a:lnTo>
                  <a:lnTo>
                    <a:pt x="1182951" y="2819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47"/>
            <p:cNvSpPr/>
            <p:nvPr/>
          </p:nvSpPr>
          <p:spPr>
            <a:xfrm>
              <a:off x="4527854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47"/>
            <p:cNvSpPr/>
            <p:nvPr/>
          </p:nvSpPr>
          <p:spPr>
            <a:xfrm>
              <a:off x="1919132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85" name="Google Shape;38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3593" y="1156890"/>
            <a:ext cx="5857288" cy="4922177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47"/>
          <p:cNvSpPr txBox="1"/>
          <p:nvPr>
            <p:ph idx="2" type="body"/>
          </p:nvPr>
        </p:nvSpPr>
        <p:spPr>
          <a:xfrm>
            <a:off x="155786" y="6472155"/>
            <a:ext cx="5940214" cy="258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387" name="Google Shape;387;p47"/>
          <p:cNvGrpSpPr/>
          <p:nvPr/>
        </p:nvGrpSpPr>
        <p:grpSpPr>
          <a:xfrm>
            <a:off x="270086" y="4540251"/>
            <a:ext cx="4771814" cy="1733254"/>
            <a:chOff x="155786" y="4540251"/>
            <a:chExt cx="4771814" cy="1733254"/>
          </a:xfrm>
        </p:grpSpPr>
        <p:sp>
          <p:nvSpPr>
            <p:cNvPr id="388" name="Google Shape;388;p47"/>
            <p:cNvSpPr txBox="1"/>
            <p:nvPr/>
          </p:nvSpPr>
          <p:spPr>
            <a:xfrm>
              <a:off x="1368637" y="4540251"/>
              <a:ext cx="3558963" cy="1733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Rokkitt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Rokkitt"/>
                  <a:ea typeface="Rokkitt"/>
                  <a:cs typeface="Rokkitt"/>
                  <a:sym typeface="Rokkitt"/>
                </a:rPr>
                <a:t>SMARTLOG SUPPLY CHAIN SOLUTIONS CORPORATION</a:t>
              </a:r>
              <a:endParaRPr b="1" i="0" sz="800" u="none" cap="none" strike="noStrike">
                <a:solidFill>
                  <a:srgbClr val="FFFFFF"/>
                </a:solidFill>
                <a:latin typeface="Rokkitt"/>
                <a:ea typeface="Rokkitt"/>
                <a:cs typeface="Rokkitt"/>
                <a:sym typeface="Rokkit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215B37 Nguyen Van Huong Street, Thao Dien Ward, Thu Duc City, Ho Chi Minh City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6BB24"/>
                </a:buClr>
                <a:buSzPts val="800"/>
                <a:buFont typeface="Rokkitt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en-US" sz="1400" u="sng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www.gosmartlog.com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89" name="Google Shape;389;p4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55786" y="5026167"/>
              <a:ext cx="1111250" cy="1107054"/>
            </a:xfrm>
            <a:prstGeom prst="roundRect">
              <a:avLst>
                <a:gd fmla="val 3122" name="adj"/>
              </a:avLst>
            </a:prstGeom>
            <a:noFill/>
            <a:ln>
              <a:noFill/>
            </a:ln>
          </p:spPr>
        </p:pic>
      </p:grpSp>
      <p:sp>
        <p:nvSpPr>
          <p:cNvPr id="390" name="Google Shape;390;p47"/>
          <p:cNvSpPr txBox="1"/>
          <p:nvPr/>
        </p:nvSpPr>
        <p:spPr>
          <a:xfrm>
            <a:off x="153248" y="2976245"/>
            <a:ext cx="3558963" cy="496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Contact: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47"/>
          <p:cNvSpPr txBox="1"/>
          <p:nvPr>
            <p:ph idx="3" type="body"/>
          </p:nvPr>
        </p:nvSpPr>
        <p:spPr>
          <a:xfrm>
            <a:off x="155786" y="3397250"/>
            <a:ext cx="3901864" cy="15176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ing--company--vie">
  <p:cSld name="ending--company--vie">
    <p:bg>
      <p:bgPr>
        <a:solidFill>
          <a:srgbClr val="1E4B7E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8"/>
          <p:cNvSpPr txBox="1"/>
          <p:nvPr>
            <p:ph idx="1" type="body"/>
          </p:nvPr>
        </p:nvSpPr>
        <p:spPr>
          <a:xfrm>
            <a:off x="155786" y="972457"/>
            <a:ext cx="7507758" cy="19802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solidFill>
                  <a:schemeClr val="dk2"/>
                </a:solidFill>
                <a:latin typeface="Rokkitt"/>
                <a:ea typeface="Rokkitt"/>
                <a:cs typeface="Rokkitt"/>
                <a:sym typeface="Rokkitt"/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94" name="Google Shape;394;p48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3007268" y="-1"/>
            <a:ext cx="9184732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5" name="Google Shape;395;p48"/>
          <p:cNvGrpSpPr/>
          <p:nvPr/>
        </p:nvGrpSpPr>
        <p:grpSpPr>
          <a:xfrm>
            <a:off x="300959" y="308426"/>
            <a:ext cx="2013104" cy="571854"/>
            <a:chOff x="338666" y="4303183"/>
            <a:chExt cx="7340599" cy="2085212"/>
          </a:xfrm>
        </p:grpSpPr>
        <p:sp>
          <p:nvSpPr>
            <p:cNvPr id="396" name="Google Shape;396;p48"/>
            <p:cNvSpPr/>
            <p:nvPr/>
          </p:nvSpPr>
          <p:spPr>
            <a:xfrm>
              <a:off x="338666" y="4817769"/>
              <a:ext cx="931067" cy="1085156"/>
            </a:xfrm>
            <a:custGeom>
              <a:rect b="b" l="l" r="r" t="t"/>
              <a:pathLst>
                <a:path extrusionOk="0" h="1085156" w="931067">
                  <a:moveTo>
                    <a:pt x="266668" y="724502"/>
                  </a:moveTo>
                  <a:lnTo>
                    <a:pt x="0" y="724502"/>
                  </a:lnTo>
                  <a:cubicBezTo>
                    <a:pt x="0" y="847803"/>
                    <a:pt x="39462" y="937691"/>
                    <a:pt x="117749" y="995117"/>
                  </a:cubicBezTo>
                  <a:cubicBezTo>
                    <a:pt x="188382" y="1054534"/>
                    <a:pt x="298318" y="1085157"/>
                    <a:pt x="451383" y="1085157"/>
                  </a:cubicBezTo>
                  <a:cubicBezTo>
                    <a:pt x="735511" y="1085157"/>
                    <a:pt x="931068" y="993278"/>
                    <a:pt x="931068" y="736551"/>
                  </a:cubicBezTo>
                  <a:cubicBezTo>
                    <a:pt x="931068" y="663885"/>
                    <a:pt x="908108" y="599124"/>
                    <a:pt x="860036" y="546727"/>
                  </a:cubicBezTo>
                  <a:cubicBezTo>
                    <a:pt x="804550" y="492016"/>
                    <a:pt x="691505" y="445600"/>
                    <a:pt x="507268" y="409227"/>
                  </a:cubicBezTo>
                  <a:cubicBezTo>
                    <a:pt x="364487" y="382909"/>
                    <a:pt x="294252" y="340558"/>
                    <a:pt x="294252" y="285925"/>
                  </a:cubicBezTo>
                  <a:cubicBezTo>
                    <a:pt x="294252" y="231452"/>
                    <a:pt x="348064" y="203059"/>
                    <a:pt x="455529" y="203059"/>
                  </a:cubicBezTo>
                  <a:cubicBezTo>
                    <a:pt x="546571" y="203059"/>
                    <a:pt x="602376" y="229378"/>
                    <a:pt x="621111" y="275875"/>
                  </a:cubicBezTo>
                  <a:cubicBezTo>
                    <a:pt x="637534" y="318386"/>
                    <a:pt x="678032" y="340558"/>
                    <a:pt x="737424" y="342631"/>
                  </a:cubicBezTo>
                  <a:lnTo>
                    <a:pt x="898542" y="342631"/>
                  </a:lnTo>
                  <a:cubicBezTo>
                    <a:pt x="892802" y="231452"/>
                    <a:pt x="852463" y="146910"/>
                    <a:pt x="777764" y="86934"/>
                  </a:cubicBezTo>
                  <a:cubicBezTo>
                    <a:pt x="701151" y="28951"/>
                    <a:pt x="592251" y="0"/>
                    <a:pt x="451543" y="0"/>
                  </a:cubicBezTo>
                  <a:cubicBezTo>
                    <a:pt x="206080" y="3908"/>
                    <a:pt x="29577" y="108388"/>
                    <a:pt x="29577" y="334417"/>
                  </a:cubicBezTo>
                  <a:cubicBezTo>
                    <a:pt x="31649" y="502141"/>
                    <a:pt x="149159" y="607421"/>
                    <a:pt x="383141" y="649693"/>
                  </a:cubicBezTo>
                  <a:cubicBezTo>
                    <a:pt x="571284" y="682230"/>
                    <a:pt x="666472" y="726578"/>
                    <a:pt x="666472" y="781214"/>
                  </a:cubicBezTo>
                  <a:cubicBezTo>
                    <a:pt x="666472" y="849880"/>
                    <a:pt x="608515" y="882103"/>
                    <a:pt x="492679" y="882103"/>
                  </a:cubicBezTo>
                  <a:cubicBezTo>
                    <a:pt x="358348" y="882103"/>
                    <a:pt x="272648" y="841907"/>
                    <a:pt x="266668" y="7245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48"/>
            <p:cNvSpPr/>
            <p:nvPr/>
          </p:nvSpPr>
          <p:spPr>
            <a:xfrm>
              <a:off x="1374890" y="4819443"/>
              <a:ext cx="1517750" cy="1067689"/>
            </a:xfrm>
            <a:custGeom>
              <a:rect b="b" l="l" r="r" t="t"/>
              <a:pathLst>
                <a:path extrusionOk="0" h="1067689" w="1517750">
                  <a:moveTo>
                    <a:pt x="448672" y="223396"/>
                  </a:moveTo>
                  <a:cubicBezTo>
                    <a:pt x="569444" y="223396"/>
                    <a:pt x="630673" y="277471"/>
                    <a:pt x="636890" y="387375"/>
                  </a:cubicBezTo>
                  <a:lnTo>
                    <a:pt x="636890" y="1063784"/>
                  </a:lnTo>
                  <a:lnTo>
                    <a:pt x="880920" y="1063784"/>
                  </a:lnTo>
                  <a:lnTo>
                    <a:pt x="880920" y="391522"/>
                  </a:lnTo>
                  <a:cubicBezTo>
                    <a:pt x="882995" y="281379"/>
                    <a:pt x="944138" y="227305"/>
                    <a:pt x="1064996" y="227305"/>
                  </a:cubicBezTo>
                  <a:cubicBezTo>
                    <a:pt x="1185778" y="227305"/>
                    <a:pt x="1246998" y="281379"/>
                    <a:pt x="1253139" y="391522"/>
                  </a:cubicBezTo>
                  <a:lnTo>
                    <a:pt x="1253139" y="935778"/>
                  </a:lnTo>
                  <a:cubicBezTo>
                    <a:pt x="1253139" y="1019760"/>
                    <a:pt x="1296268" y="1061794"/>
                    <a:pt x="1382527" y="1067690"/>
                  </a:cubicBezTo>
                  <a:lnTo>
                    <a:pt x="1517733" y="1067690"/>
                  </a:lnTo>
                  <a:lnTo>
                    <a:pt x="1517733" y="445517"/>
                  </a:lnTo>
                  <a:cubicBezTo>
                    <a:pt x="1519571" y="146911"/>
                    <a:pt x="1372645" y="3669"/>
                    <a:pt x="1069062" y="3669"/>
                  </a:cubicBezTo>
                  <a:cubicBezTo>
                    <a:pt x="930028" y="3669"/>
                    <a:pt x="829973" y="30387"/>
                    <a:pt x="760699" y="85897"/>
                  </a:cubicBezTo>
                  <a:cubicBezTo>
                    <a:pt x="691502" y="28553"/>
                    <a:pt x="591847" y="0"/>
                    <a:pt x="452737" y="0"/>
                  </a:cubicBezTo>
                  <a:cubicBezTo>
                    <a:pt x="148992" y="0"/>
                    <a:pt x="0" y="143242"/>
                    <a:pt x="0" y="441449"/>
                  </a:cubicBezTo>
                  <a:lnTo>
                    <a:pt x="0" y="1063784"/>
                  </a:lnTo>
                  <a:lnTo>
                    <a:pt x="264509" y="1063784"/>
                  </a:lnTo>
                  <a:lnTo>
                    <a:pt x="264509" y="387375"/>
                  </a:lnTo>
                  <a:cubicBezTo>
                    <a:pt x="266747" y="277471"/>
                    <a:pt x="327890" y="223396"/>
                    <a:pt x="448672" y="2233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48"/>
            <p:cNvSpPr/>
            <p:nvPr/>
          </p:nvSpPr>
          <p:spPr>
            <a:xfrm>
              <a:off x="3018422" y="4817769"/>
              <a:ext cx="880929" cy="1069283"/>
            </a:xfrm>
            <a:custGeom>
              <a:rect b="b" l="l" r="r" t="t"/>
              <a:pathLst>
                <a:path extrusionOk="0" h="1069283" w="880929">
                  <a:moveTo>
                    <a:pt x="450909" y="203059"/>
                  </a:moveTo>
                  <a:cubicBezTo>
                    <a:pt x="567140" y="203059"/>
                    <a:pt x="626293" y="232648"/>
                    <a:pt x="632672" y="291907"/>
                  </a:cubicBezTo>
                  <a:cubicBezTo>
                    <a:pt x="632672" y="349012"/>
                    <a:pt x="571443" y="382510"/>
                    <a:pt x="450909" y="396308"/>
                  </a:cubicBezTo>
                  <a:cubicBezTo>
                    <a:pt x="176822" y="421989"/>
                    <a:pt x="5503" y="489301"/>
                    <a:pt x="0" y="739732"/>
                  </a:cubicBezTo>
                  <a:cubicBezTo>
                    <a:pt x="0" y="970552"/>
                    <a:pt x="163912" y="1086833"/>
                    <a:pt x="421566" y="1067135"/>
                  </a:cubicBezTo>
                  <a:cubicBezTo>
                    <a:pt x="714466" y="1047438"/>
                    <a:pt x="880929" y="919183"/>
                    <a:pt x="880929" y="631186"/>
                  </a:cubicBezTo>
                  <a:lnTo>
                    <a:pt x="880929" y="276035"/>
                  </a:lnTo>
                  <a:cubicBezTo>
                    <a:pt x="875188" y="89406"/>
                    <a:pt x="735279" y="0"/>
                    <a:pt x="438475" y="0"/>
                  </a:cubicBezTo>
                  <a:cubicBezTo>
                    <a:pt x="188228" y="0"/>
                    <a:pt x="59639" y="89406"/>
                    <a:pt x="29819" y="276035"/>
                  </a:cubicBezTo>
                  <a:lnTo>
                    <a:pt x="282056" y="276035"/>
                  </a:lnTo>
                  <a:cubicBezTo>
                    <a:pt x="296804" y="226746"/>
                    <a:pt x="351730" y="203059"/>
                    <a:pt x="450909" y="203059"/>
                  </a:cubicBezTo>
                  <a:close/>
                  <a:moveTo>
                    <a:pt x="385615" y="854023"/>
                  </a:moveTo>
                  <a:cubicBezTo>
                    <a:pt x="296804" y="854023"/>
                    <a:pt x="250409" y="814551"/>
                    <a:pt x="244030" y="731760"/>
                  </a:cubicBezTo>
                  <a:cubicBezTo>
                    <a:pt x="244030" y="654874"/>
                    <a:pt x="300955" y="605582"/>
                    <a:pt x="412959" y="585808"/>
                  </a:cubicBezTo>
                  <a:cubicBezTo>
                    <a:pt x="495314" y="570016"/>
                    <a:pt x="571529" y="548404"/>
                    <a:pt x="636899" y="522724"/>
                  </a:cubicBezTo>
                  <a:lnTo>
                    <a:pt x="636899" y="619308"/>
                  </a:lnTo>
                  <a:cubicBezTo>
                    <a:pt x="636814" y="767250"/>
                    <a:pt x="541872" y="854023"/>
                    <a:pt x="385615" y="8540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48"/>
            <p:cNvSpPr/>
            <p:nvPr/>
          </p:nvSpPr>
          <p:spPr>
            <a:xfrm>
              <a:off x="5216460" y="4303183"/>
              <a:ext cx="408455" cy="1583837"/>
            </a:xfrm>
            <a:custGeom>
              <a:rect b="b" l="l" r="r" t="t"/>
              <a:pathLst>
                <a:path extrusionOk="0" h="1583837" w="408455">
                  <a:moveTo>
                    <a:pt x="244078" y="292465"/>
                  </a:moveTo>
                  <a:lnTo>
                    <a:pt x="244078" y="129683"/>
                  </a:lnTo>
                  <a:cubicBezTo>
                    <a:pt x="244078" y="62050"/>
                    <a:pt x="190904" y="0"/>
                    <a:pt x="126647" y="0"/>
                  </a:cubicBezTo>
                  <a:lnTo>
                    <a:pt x="48" y="0"/>
                  </a:lnTo>
                  <a:lnTo>
                    <a:pt x="48" y="1388707"/>
                  </a:lnTo>
                  <a:cubicBezTo>
                    <a:pt x="-1704" y="1505236"/>
                    <a:pt x="44215" y="1566253"/>
                    <a:pt x="139958" y="1576140"/>
                  </a:cubicBezTo>
                  <a:cubicBezTo>
                    <a:pt x="235938" y="1586027"/>
                    <a:pt x="325872" y="1586027"/>
                    <a:pt x="408456" y="1578216"/>
                  </a:cubicBezTo>
                  <a:lnTo>
                    <a:pt x="408456" y="1378820"/>
                  </a:lnTo>
                  <a:lnTo>
                    <a:pt x="329776" y="1378820"/>
                  </a:lnTo>
                  <a:cubicBezTo>
                    <a:pt x="269747" y="1378820"/>
                    <a:pt x="244078" y="1354017"/>
                    <a:pt x="244078" y="1308402"/>
                  </a:cubicBezTo>
                  <a:lnTo>
                    <a:pt x="244078" y="700816"/>
                  </a:lnTo>
                  <a:lnTo>
                    <a:pt x="244078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48"/>
            <p:cNvSpPr/>
            <p:nvPr/>
          </p:nvSpPr>
          <p:spPr>
            <a:xfrm>
              <a:off x="5647957" y="4819443"/>
              <a:ext cx="942548" cy="1081815"/>
            </a:xfrm>
            <a:custGeom>
              <a:rect b="b" l="l" r="r" t="t"/>
              <a:pathLst>
                <a:path extrusionOk="0" h="1081815" w="942548">
                  <a:moveTo>
                    <a:pt x="474350" y="223396"/>
                  </a:moveTo>
                  <a:cubicBezTo>
                    <a:pt x="610108" y="223396"/>
                    <a:pt x="677954" y="326920"/>
                    <a:pt x="677954" y="535718"/>
                  </a:cubicBezTo>
                  <a:cubicBezTo>
                    <a:pt x="676040" y="748907"/>
                    <a:pt x="608042" y="858416"/>
                    <a:pt x="472274" y="858416"/>
                  </a:cubicBezTo>
                  <a:cubicBezTo>
                    <a:pt x="336507" y="858416"/>
                    <a:pt x="266432" y="752822"/>
                    <a:pt x="264595" y="544015"/>
                  </a:cubicBezTo>
                  <a:cubicBezTo>
                    <a:pt x="264681" y="330908"/>
                    <a:pt x="334431" y="223396"/>
                    <a:pt x="474350" y="223396"/>
                  </a:cubicBezTo>
                  <a:close/>
                  <a:moveTo>
                    <a:pt x="474350" y="0"/>
                  </a:moveTo>
                  <a:cubicBezTo>
                    <a:pt x="156733" y="0"/>
                    <a:pt x="0" y="173868"/>
                    <a:pt x="0" y="544015"/>
                  </a:cubicBezTo>
                  <a:cubicBezTo>
                    <a:pt x="0" y="908984"/>
                    <a:pt x="156733" y="1081815"/>
                    <a:pt x="474350" y="1081815"/>
                  </a:cubicBezTo>
                  <a:cubicBezTo>
                    <a:pt x="788206" y="1081815"/>
                    <a:pt x="942549" y="908898"/>
                    <a:pt x="942549" y="544015"/>
                  </a:cubicBezTo>
                  <a:cubicBezTo>
                    <a:pt x="942549" y="173947"/>
                    <a:pt x="788206" y="0"/>
                    <a:pt x="474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48"/>
            <p:cNvSpPr/>
            <p:nvPr/>
          </p:nvSpPr>
          <p:spPr>
            <a:xfrm>
              <a:off x="6716152" y="4817830"/>
              <a:ext cx="963113" cy="1497041"/>
            </a:xfrm>
            <a:custGeom>
              <a:rect b="b" l="l" r="r" t="t"/>
              <a:pathLst>
                <a:path extrusionOk="0" h="1497041" w="963113">
                  <a:moveTo>
                    <a:pt x="414073" y="1083504"/>
                  </a:moveTo>
                  <a:cubicBezTo>
                    <a:pt x="547365" y="1083504"/>
                    <a:pt x="650524" y="1033974"/>
                    <a:pt x="719084" y="934438"/>
                  </a:cubicBezTo>
                  <a:lnTo>
                    <a:pt x="719084" y="1037641"/>
                  </a:lnTo>
                  <a:cubicBezTo>
                    <a:pt x="719084" y="1206805"/>
                    <a:pt x="646382" y="1293978"/>
                    <a:pt x="505036" y="1293978"/>
                  </a:cubicBezTo>
                  <a:cubicBezTo>
                    <a:pt x="393898" y="1293978"/>
                    <a:pt x="331156" y="1255697"/>
                    <a:pt x="313142" y="1174983"/>
                  </a:cubicBezTo>
                  <a:lnTo>
                    <a:pt x="27183" y="1174983"/>
                  </a:lnTo>
                  <a:cubicBezTo>
                    <a:pt x="86973" y="1395505"/>
                    <a:pt x="233585" y="1497042"/>
                    <a:pt x="474578" y="1497042"/>
                  </a:cubicBezTo>
                  <a:cubicBezTo>
                    <a:pt x="807733" y="1491536"/>
                    <a:pt x="963114" y="1370226"/>
                    <a:pt x="963114" y="1100649"/>
                  </a:cubicBezTo>
                  <a:lnTo>
                    <a:pt x="963114" y="465398"/>
                  </a:lnTo>
                  <a:cubicBezTo>
                    <a:pt x="963114" y="140866"/>
                    <a:pt x="809732" y="-1817"/>
                    <a:pt x="484861" y="17"/>
                  </a:cubicBezTo>
                  <a:cubicBezTo>
                    <a:pt x="158485" y="5601"/>
                    <a:pt x="0" y="166548"/>
                    <a:pt x="0" y="530559"/>
                  </a:cubicBezTo>
                  <a:cubicBezTo>
                    <a:pt x="76" y="907720"/>
                    <a:pt x="135283" y="1083504"/>
                    <a:pt x="414073" y="1083504"/>
                  </a:cubicBezTo>
                  <a:close/>
                  <a:moveTo>
                    <a:pt x="488850" y="860105"/>
                  </a:moveTo>
                  <a:cubicBezTo>
                    <a:pt x="343437" y="860105"/>
                    <a:pt x="270650" y="753073"/>
                    <a:pt x="264671" y="538846"/>
                  </a:cubicBezTo>
                  <a:cubicBezTo>
                    <a:pt x="264671" y="314177"/>
                    <a:pt x="339448" y="202997"/>
                    <a:pt x="492915" y="202997"/>
                  </a:cubicBezTo>
                  <a:cubicBezTo>
                    <a:pt x="646382" y="202997"/>
                    <a:pt x="720922" y="314177"/>
                    <a:pt x="719084" y="538846"/>
                  </a:cubicBezTo>
                  <a:cubicBezTo>
                    <a:pt x="711115" y="753073"/>
                    <a:pt x="634263" y="860105"/>
                    <a:pt x="488850" y="8601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48"/>
            <p:cNvSpPr/>
            <p:nvPr/>
          </p:nvSpPr>
          <p:spPr>
            <a:xfrm>
              <a:off x="4661889" y="4843290"/>
              <a:ext cx="419889" cy="1039937"/>
            </a:xfrm>
            <a:custGeom>
              <a:rect b="b" l="l" r="r" t="t"/>
              <a:pathLst>
                <a:path extrusionOk="0" h="1039937" w="419889">
                  <a:moveTo>
                    <a:pt x="0" y="1039938"/>
                  </a:moveTo>
                  <a:lnTo>
                    <a:pt x="264595" y="1039938"/>
                  </a:lnTo>
                  <a:lnTo>
                    <a:pt x="264595" y="492412"/>
                  </a:lnTo>
                  <a:cubicBezTo>
                    <a:pt x="264595" y="363368"/>
                    <a:pt x="316331" y="20497"/>
                    <a:pt x="419890" y="0"/>
                  </a:cubicBezTo>
                  <a:cubicBezTo>
                    <a:pt x="146841" y="33737"/>
                    <a:pt x="6931" y="198992"/>
                    <a:pt x="0" y="496403"/>
                  </a:cubicBezTo>
                  <a:lnTo>
                    <a:pt x="0" y="10399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48"/>
            <p:cNvSpPr/>
            <p:nvPr/>
          </p:nvSpPr>
          <p:spPr>
            <a:xfrm>
              <a:off x="4661889" y="4488137"/>
              <a:ext cx="244020" cy="471437"/>
            </a:xfrm>
            <a:custGeom>
              <a:rect b="b" l="l" r="r" t="t"/>
              <a:pathLst>
                <a:path extrusionOk="0" h="471437" w="244020">
                  <a:moveTo>
                    <a:pt x="244020" y="292465"/>
                  </a:moveTo>
                  <a:lnTo>
                    <a:pt x="244020" y="129683"/>
                  </a:lnTo>
                  <a:cubicBezTo>
                    <a:pt x="244020" y="62050"/>
                    <a:pt x="190846" y="0"/>
                    <a:pt x="126513" y="0"/>
                  </a:cubicBezTo>
                  <a:lnTo>
                    <a:pt x="0" y="0"/>
                  </a:lnTo>
                  <a:lnTo>
                    <a:pt x="152" y="471438"/>
                  </a:lnTo>
                  <a:lnTo>
                    <a:pt x="244020" y="471438"/>
                  </a:lnTo>
                  <a:lnTo>
                    <a:pt x="244020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48"/>
            <p:cNvSpPr/>
            <p:nvPr/>
          </p:nvSpPr>
          <p:spPr>
            <a:xfrm>
              <a:off x="4025065" y="4842652"/>
              <a:ext cx="522658" cy="1040575"/>
            </a:xfrm>
            <a:custGeom>
              <a:rect b="b" l="l" r="r" t="t"/>
              <a:pathLst>
                <a:path extrusionOk="0" h="1040575" w="522658">
                  <a:moveTo>
                    <a:pt x="0" y="1040576"/>
                  </a:moveTo>
                  <a:lnTo>
                    <a:pt x="264604" y="1040576"/>
                  </a:lnTo>
                  <a:lnTo>
                    <a:pt x="264604" y="493050"/>
                  </a:lnTo>
                  <a:cubicBezTo>
                    <a:pt x="264604" y="339762"/>
                    <a:pt x="337544" y="262078"/>
                    <a:pt x="483356" y="262078"/>
                  </a:cubicBezTo>
                  <a:lnTo>
                    <a:pt x="522658" y="262078"/>
                  </a:lnTo>
                  <a:lnTo>
                    <a:pt x="522658" y="0"/>
                  </a:lnTo>
                  <a:cubicBezTo>
                    <a:pt x="214534" y="21774"/>
                    <a:pt x="7417" y="184795"/>
                    <a:pt x="86" y="496955"/>
                  </a:cubicBezTo>
                  <a:lnTo>
                    <a:pt x="86" y="1040576"/>
                  </a:lnTo>
                  <a:lnTo>
                    <a:pt x="0" y="10405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48"/>
            <p:cNvSpPr/>
            <p:nvPr/>
          </p:nvSpPr>
          <p:spPr>
            <a:xfrm>
              <a:off x="356946" y="6029112"/>
              <a:ext cx="1060969" cy="277368"/>
            </a:xfrm>
            <a:custGeom>
              <a:rect b="b" l="l" r="r" t="t"/>
              <a:pathLst>
                <a:path extrusionOk="0" h="277368" w="1060969">
                  <a:moveTo>
                    <a:pt x="101302" y="277368"/>
                  </a:moveTo>
                  <a:cubicBezTo>
                    <a:pt x="87338" y="277368"/>
                    <a:pt x="74263" y="276225"/>
                    <a:pt x="62076" y="273939"/>
                  </a:cubicBezTo>
                  <a:cubicBezTo>
                    <a:pt x="49889" y="271396"/>
                    <a:pt x="38591" y="267586"/>
                    <a:pt x="28182" y="262509"/>
                  </a:cubicBezTo>
                  <a:cubicBezTo>
                    <a:pt x="17772" y="257175"/>
                    <a:pt x="8378" y="250698"/>
                    <a:pt x="0" y="243078"/>
                  </a:cubicBezTo>
                  <a:lnTo>
                    <a:pt x="11806" y="219075"/>
                  </a:lnTo>
                  <a:cubicBezTo>
                    <a:pt x="25516" y="230505"/>
                    <a:pt x="39226" y="238630"/>
                    <a:pt x="52936" y="243459"/>
                  </a:cubicBezTo>
                  <a:cubicBezTo>
                    <a:pt x="66900" y="248288"/>
                    <a:pt x="83149" y="250698"/>
                    <a:pt x="101683" y="250698"/>
                  </a:cubicBezTo>
                  <a:cubicBezTo>
                    <a:pt x="123264" y="250698"/>
                    <a:pt x="140021" y="246507"/>
                    <a:pt x="151953" y="238125"/>
                  </a:cubicBezTo>
                  <a:cubicBezTo>
                    <a:pt x="163886" y="229486"/>
                    <a:pt x="169853" y="217427"/>
                    <a:pt x="169853" y="201930"/>
                  </a:cubicBezTo>
                  <a:cubicBezTo>
                    <a:pt x="169853" y="192529"/>
                    <a:pt x="166806" y="185042"/>
                    <a:pt x="160712" y="179451"/>
                  </a:cubicBezTo>
                  <a:cubicBezTo>
                    <a:pt x="154873" y="173612"/>
                    <a:pt x="146748" y="169040"/>
                    <a:pt x="136339" y="165735"/>
                  </a:cubicBezTo>
                  <a:cubicBezTo>
                    <a:pt x="126183" y="162182"/>
                    <a:pt x="114631" y="158877"/>
                    <a:pt x="101683" y="155829"/>
                  </a:cubicBezTo>
                  <a:cubicBezTo>
                    <a:pt x="88735" y="153038"/>
                    <a:pt x="76421" y="149857"/>
                    <a:pt x="64742" y="146304"/>
                  </a:cubicBezTo>
                  <a:cubicBezTo>
                    <a:pt x="53063" y="142494"/>
                    <a:pt x="42654" y="137798"/>
                    <a:pt x="33514" y="132207"/>
                  </a:cubicBezTo>
                  <a:cubicBezTo>
                    <a:pt x="24627" y="126616"/>
                    <a:pt x="17645" y="119510"/>
                    <a:pt x="12568" y="110871"/>
                  </a:cubicBezTo>
                  <a:cubicBezTo>
                    <a:pt x="7490" y="102232"/>
                    <a:pt x="4951" y="91440"/>
                    <a:pt x="4951" y="78486"/>
                  </a:cubicBezTo>
                  <a:cubicBezTo>
                    <a:pt x="4951" y="62989"/>
                    <a:pt x="9013" y="49406"/>
                    <a:pt x="17138" y="37719"/>
                  </a:cubicBezTo>
                  <a:cubicBezTo>
                    <a:pt x="25262" y="25784"/>
                    <a:pt x="36687" y="16507"/>
                    <a:pt x="51413" y="9906"/>
                  </a:cubicBezTo>
                  <a:cubicBezTo>
                    <a:pt x="66138" y="3305"/>
                    <a:pt x="83530" y="0"/>
                    <a:pt x="103587" y="0"/>
                  </a:cubicBezTo>
                  <a:cubicBezTo>
                    <a:pt x="116028" y="0"/>
                    <a:pt x="127961" y="1400"/>
                    <a:pt x="139386" y="4191"/>
                  </a:cubicBezTo>
                  <a:cubicBezTo>
                    <a:pt x="150811" y="6734"/>
                    <a:pt x="161348" y="10544"/>
                    <a:pt x="170995" y="15621"/>
                  </a:cubicBezTo>
                  <a:cubicBezTo>
                    <a:pt x="180897" y="20698"/>
                    <a:pt x="189656" y="26927"/>
                    <a:pt x="197273" y="34290"/>
                  </a:cubicBezTo>
                  <a:lnTo>
                    <a:pt x="185086" y="58293"/>
                  </a:lnTo>
                  <a:cubicBezTo>
                    <a:pt x="172645" y="47368"/>
                    <a:pt x="159824" y="39367"/>
                    <a:pt x="146622" y="34290"/>
                  </a:cubicBezTo>
                  <a:cubicBezTo>
                    <a:pt x="133419" y="29213"/>
                    <a:pt x="119075" y="26670"/>
                    <a:pt x="103587" y="26670"/>
                  </a:cubicBezTo>
                  <a:cubicBezTo>
                    <a:pt x="82515" y="26670"/>
                    <a:pt x="66011" y="31118"/>
                    <a:pt x="54079" y="40005"/>
                  </a:cubicBezTo>
                  <a:cubicBezTo>
                    <a:pt x="42146" y="48892"/>
                    <a:pt x="36179" y="61341"/>
                    <a:pt x="36179" y="77343"/>
                  </a:cubicBezTo>
                  <a:cubicBezTo>
                    <a:pt x="36179" y="87249"/>
                    <a:pt x="38845" y="95250"/>
                    <a:pt x="44177" y="101346"/>
                  </a:cubicBezTo>
                  <a:cubicBezTo>
                    <a:pt x="49509" y="107442"/>
                    <a:pt x="56998" y="112395"/>
                    <a:pt x="66646" y="116205"/>
                  </a:cubicBezTo>
                  <a:cubicBezTo>
                    <a:pt x="76294" y="119758"/>
                    <a:pt x="87338" y="123063"/>
                    <a:pt x="99779" y="126111"/>
                  </a:cubicBezTo>
                  <a:cubicBezTo>
                    <a:pt x="112981" y="129159"/>
                    <a:pt x="125676" y="132464"/>
                    <a:pt x="137862" y="136017"/>
                  </a:cubicBezTo>
                  <a:cubicBezTo>
                    <a:pt x="150049" y="139570"/>
                    <a:pt x="160839" y="144018"/>
                    <a:pt x="170233" y="149352"/>
                  </a:cubicBezTo>
                  <a:cubicBezTo>
                    <a:pt x="179881" y="154429"/>
                    <a:pt x="187498" y="161163"/>
                    <a:pt x="193084" y="169545"/>
                  </a:cubicBezTo>
                  <a:cubicBezTo>
                    <a:pt x="198669" y="177670"/>
                    <a:pt x="201462" y="188090"/>
                    <a:pt x="201462" y="200787"/>
                  </a:cubicBezTo>
                  <a:cubicBezTo>
                    <a:pt x="201462" y="216284"/>
                    <a:pt x="197399" y="229743"/>
                    <a:pt x="189275" y="241173"/>
                  </a:cubicBezTo>
                  <a:cubicBezTo>
                    <a:pt x="181151" y="252603"/>
                    <a:pt x="169598" y="261490"/>
                    <a:pt x="154619" y="267843"/>
                  </a:cubicBezTo>
                  <a:cubicBezTo>
                    <a:pt x="139640" y="274196"/>
                    <a:pt x="121867" y="277368"/>
                    <a:pt x="101302" y="277368"/>
                  </a:cubicBezTo>
                  <a:close/>
                  <a:moveTo>
                    <a:pt x="248704" y="274320"/>
                  </a:moveTo>
                  <a:lnTo>
                    <a:pt x="248704" y="136398"/>
                  </a:lnTo>
                  <a:cubicBezTo>
                    <a:pt x="248704" y="127511"/>
                    <a:pt x="248449" y="118615"/>
                    <a:pt x="247942" y="109728"/>
                  </a:cubicBezTo>
                  <a:cubicBezTo>
                    <a:pt x="247688" y="100584"/>
                    <a:pt x="246926" y="91564"/>
                    <a:pt x="245657" y="82677"/>
                  </a:cubicBezTo>
                  <a:lnTo>
                    <a:pt x="274981" y="82677"/>
                  </a:lnTo>
                  <a:lnTo>
                    <a:pt x="278409" y="122301"/>
                  </a:lnTo>
                  <a:lnTo>
                    <a:pt x="274600" y="124968"/>
                  </a:lnTo>
                  <a:cubicBezTo>
                    <a:pt x="279170" y="109985"/>
                    <a:pt x="287040" y="98422"/>
                    <a:pt x="298212" y="90297"/>
                  </a:cubicBezTo>
                  <a:cubicBezTo>
                    <a:pt x="309637" y="82172"/>
                    <a:pt x="323093" y="78105"/>
                    <a:pt x="338581" y="78105"/>
                  </a:cubicBezTo>
                  <a:cubicBezTo>
                    <a:pt x="357114" y="78105"/>
                    <a:pt x="371459" y="82677"/>
                    <a:pt x="381615" y="91821"/>
                  </a:cubicBezTo>
                  <a:cubicBezTo>
                    <a:pt x="392024" y="100965"/>
                    <a:pt x="398625" y="114938"/>
                    <a:pt x="401419" y="133731"/>
                  </a:cubicBezTo>
                  <a:lnTo>
                    <a:pt x="392278" y="128778"/>
                  </a:lnTo>
                  <a:cubicBezTo>
                    <a:pt x="396340" y="113281"/>
                    <a:pt x="404465" y="100965"/>
                    <a:pt x="416652" y="91821"/>
                  </a:cubicBezTo>
                  <a:cubicBezTo>
                    <a:pt x="429092" y="82677"/>
                    <a:pt x="443944" y="78105"/>
                    <a:pt x="461210" y="78105"/>
                  </a:cubicBezTo>
                  <a:cubicBezTo>
                    <a:pt x="482282" y="78105"/>
                    <a:pt x="498151" y="84458"/>
                    <a:pt x="508814" y="97155"/>
                  </a:cubicBezTo>
                  <a:cubicBezTo>
                    <a:pt x="519477" y="109604"/>
                    <a:pt x="524809" y="128521"/>
                    <a:pt x="524809" y="153924"/>
                  </a:cubicBezTo>
                  <a:lnTo>
                    <a:pt x="524809" y="274320"/>
                  </a:lnTo>
                  <a:lnTo>
                    <a:pt x="493961" y="274320"/>
                  </a:lnTo>
                  <a:lnTo>
                    <a:pt x="493961" y="155448"/>
                  </a:lnTo>
                  <a:cubicBezTo>
                    <a:pt x="493961" y="137665"/>
                    <a:pt x="490787" y="124711"/>
                    <a:pt x="484441" y="116586"/>
                  </a:cubicBezTo>
                  <a:cubicBezTo>
                    <a:pt x="478093" y="108204"/>
                    <a:pt x="468065" y="104013"/>
                    <a:pt x="454355" y="104013"/>
                  </a:cubicBezTo>
                  <a:cubicBezTo>
                    <a:pt x="438360" y="104013"/>
                    <a:pt x="425664" y="109471"/>
                    <a:pt x="416271" y="120396"/>
                  </a:cubicBezTo>
                  <a:cubicBezTo>
                    <a:pt x="407131" y="131321"/>
                    <a:pt x="402561" y="146180"/>
                    <a:pt x="402561" y="164973"/>
                  </a:cubicBezTo>
                  <a:lnTo>
                    <a:pt x="402561" y="274320"/>
                  </a:lnTo>
                  <a:lnTo>
                    <a:pt x="371713" y="274320"/>
                  </a:lnTo>
                  <a:lnTo>
                    <a:pt x="371713" y="155448"/>
                  </a:lnTo>
                  <a:cubicBezTo>
                    <a:pt x="371713" y="137665"/>
                    <a:pt x="368412" y="124711"/>
                    <a:pt x="361812" y="116586"/>
                  </a:cubicBezTo>
                  <a:cubicBezTo>
                    <a:pt x="355464" y="108204"/>
                    <a:pt x="345436" y="104013"/>
                    <a:pt x="331726" y="104013"/>
                  </a:cubicBezTo>
                  <a:cubicBezTo>
                    <a:pt x="315476" y="104013"/>
                    <a:pt x="302655" y="109471"/>
                    <a:pt x="293261" y="120396"/>
                  </a:cubicBezTo>
                  <a:cubicBezTo>
                    <a:pt x="284121" y="131321"/>
                    <a:pt x="279551" y="146180"/>
                    <a:pt x="279551" y="164973"/>
                  </a:cubicBezTo>
                  <a:lnTo>
                    <a:pt x="279551" y="274320"/>
                  </a:lnTo>
                  <a:lnTo>
                    <a:pt x="248704" y="274320"/>
                  </a:lnTo>
                  <a:close/>
                  <a:moveTo>
                    <a:pt x="656923" y="276987"/>
                  </a:moveTo>
                  <a:cubicBezTo>
                    <a:pt x="639913" y="276987"/>
                    <a:pt x="624933" y="273053"/>
                    <a:pt x="611984" y="265176"/>
                  </a:cubicBezTo>
                  <a:cubicBezTo>
                    <a:pt x="599290" y="257051"/>
                    <a:pt x="589388" y="245621"/>
                    <a:pt x="582279" y="230886"/>
                  </a:cubicBezTo>
                  <a:cubicBezTo>
                    <a:pt x="575424" y="215903"/>
                    <a:pt x="571997" y="198377"/>
                    <a:pt x="571997" y="178308"/>
                  </a:cubicBezTo>
                  <a:cubicBezTo>
                    <a:pt x="571997" y="158239"/>
                    <a:pt x="575552" y="140713"/>
                    <a:pt x="582660" y="125730"/>
                  </a:cubicBezTo>
                  <a:cubicBezTo>
                    <a:pt x="589769" y="110747"/>
                    <a:pt x="599671" y="99060"/>
                    <a:pt x="612365" y="90678"/>
                  </a:cubicBezTo>
                  <a:cubicBezTo>
                    <a:pt x="625313" y="82296"/>
                    <a:pt x="640166" y="78105"/>
                    <a:pt x="656923" y="78105"/>
                  </a:cubicBezTo>
                  <a:cubicBezTo>
                    <a:pt x="674441" y="78105"/>
                    <a:pt x="689294" y="82420"/>
                    <a:pt x="701481" y="91059"/>
                  </a:cubicBezTo>
                  <a:cubicBezTo>
                    <a:pt x="713667" y="99698"/>
                    <a:pt x="721919" y="112014"/>
                    <a:pt x="726235" y="128016"/>
                  </a:cubicBezTo>
                  <a:lnTo>
                    <a:pt x="721665" y="131064"/>
                  </a:lnTo>
                  <a:lnTo>
                    <a:pt x="721665" y="82677"/>
                  </a:lnTo>
                  <a:lnTo>
                    <a:pt x="752132" y="82677"/>
                  </a:lnTo>
                  <a:lnTo>
                    <a:pt x="752132" y="274320"/>
                  </a:lnTo>
                  <a:lnTo>
                    <a:pt x="721665" y="274320"/>
                  </a:lnTo>
                  <a:lnTo>
                    <a:pt x="721665" y="224790"/>
                  </a:lnTo>
                  <a:lnTo>
                    <a:pt x="726235" y="227076"/>
                  </a:lnTo>
                  <a:cubicBezTo>
                    <a:pt x="721919" y="243078"/>
                    <a:pt x="713667" y="255394"/>
                    <a:pt x="701481" y="264033"/>
                  </a:cubicBezTo>
                  <a:cubicBezTo>
                    <a:pt x="689294" y="272672"/>
                    <a:pt x="674441" y="276987"/>
                    <a:pt x="656923" y="276987"/>
                  </a:cubicBezTo>
                  <a:close/>
                  <a:moveTo>
                    <a:pt x="663016" y="251460"/>
                  </a:moveTo>
                  <a:cubicBezTo>
                    <a:pt x="681805" y="251460"/>
                    <a:pt x="696276" y="245107"/>
                    <a:pt x="706431" y="232410"/>
                  </a:cubicBezTo>
                  <a:cubicBezTo>
                    <a:pt x="716587" y="219456"/>
                    <a:pt x="721665" y="201168"/>
                    <a:pt x="721665" y="177546"/>
                  </a:cubicBezTo>
                  <a:cubicBezTo>
                    <a:pt x="721665" y="153924"/>
                    <a:pt x="716461" y="135760"/>
                    <a:pt x="706051" y="123063"/>
                  </a:cubicBezTo>
                  <a:cubicBezTo>
                    <a:pt x="695896" y="110366"/>
                    <a:pt x="681550" y="104013"/>
                    <a:pt x="663016" y="104013"/>
                  </a:cubicBezTo>
                  <a:cubicBezTo>
                    <a:pt x="644229" y="104013"/>
                    <a:pt x="629503" y="110614"/>
                    <a:pt x="618839" y="123825"/>
                  </a:cubicBezTo>
                  <a:cubicBezTo>
                    <a:pt x="608430" y="136779"/>
                    <a:pt x="603225" y="154943"/>
                    <a:pt x="603225" y="178308"/>
                  </a:cubicBezTo>
                  <a:cubicBezTo>
                    <a:pt x="603225" y="201673"/>
                    <a:pt x="608430" y="219713"/>
                    <a:pt x="618839" y="232410"/>
                  </a:cubicBezTo>
                  <a:cubicBezTo>
                    <a:pt x="629503" y="245107"/>
                    <a:pt x="644229" y="251460"/>
                    <a:pt x="663016" y="251460"/>
                  </a:cubicBezTo>
                  <a:close/>
                  <a:moveTo>
                    <a:pt x="811774" y="274320"/>
                  </a:moveTo>
                  <a:lnTo>
                    <a:pt x="811774" y="136398"/>
                  </a:lnTo>
                  <a:cubicBezTo>
                    <a:pt x="811774" y="127511"/>
                    <a:pt x="811520" y="118615"/>
                    <a:pt x="811013" y="109728"/>
                  </a:cubicBezTo>
                  <a:cubicBezTo>
                    <a:pt x="810758" y="100584"/>
                    <a:pt x="809997" y="91564"/>
                    <a:pt x="808728" y="82677"/>
                  </a:cubicBezTo>
                  <a:lnTo>
                    <a:pt x="838052" y="82677"/>
                  </a:lnTo>
                  <a:lnTo>
                    <a:pt x="842241" y="129921"/>
                  </a:lnTo>
                  <a:lnTo>
                    <a:pt x="838052" y="128778"/>
                  </a:lnTo>
                  <a:cubicBezTo>
                    <a:pt x="841606" y="112014"/>
                    <a:pt x="849223" y="99441"/>
                    <a:pt x="860902" y="91059"/>
                  </a:cubicBezTo>
                  <a:cubicBezTo>
                    <a:pt x="872835" y="82420"/>
                    <a:pt x="886164" y="78105"/>
                    <a:pt x="900890" y="78105"/>
                  </a:cubicBezTo>
                  <a:cubicBezTo>
                    <a:pt x="904191" y="78105"/>
                    <a:pt x="907237" y="78362"/>
                    <a:pt x="910030" y="78867"/>
                  </a:cubicBezTo>
                  <a:cubicBezTo>
                    <a:pt x="913076" y="79124"/>
                    <a:pt x="915869" y="79629"/>
                    <a:pt x="918408" y="80391"/>
                  </a:cubicBezTo>
                  <a:lnTo>
                    <a:pt x="917646" y="108585"/>
                  </a:lnTo>
                  <a:cubicBezTo>
                    <a:pt x="911807" y="106556"/>
                    <a:pt x="905079" y="105537"/>
                    <a:pt x="897462" y="105537"/>
                  </a:cubicBezTo>
                  <a:cubicBezTo>
                    <a:pt x="884260" y="105537"/>
                    <a:pt x="873596" y="108461"/>
                    <a:pt x="865472" y="114300"/>
                  </a:cubicBezTo>
                  <a:cubicBezTo>
                    <a:pt x="857601" y="120139"/>
                    <a:pt x="851762" y="127635"/>
                    <a:pt x="847954" y="136779"/>
                  </a:cubicBezTo>
                  <a:cubicBezTo>
                    <a:pt x="844399" y="145666"/>
                    <a:pt x="842622" y="155067"/>
                    <a:pt x="842622" y="164973"/>
                  </a:cubicBezTo>
                  <a:lnTo>
                    <a:pt x="842622" y="274320"/>
                  </a:lnTo>
                  <a:lnTo>
                    <a:pt x="811774" y="274320"/>
                  </a:lnTo>
                  <a:close/>
                  <a:moveTo>
                    <a:pt x="937959" y="107061"/>
                  </a:moveTo>
                  <a:lnTo>
                    <a:pt x="937959" y="82677"/>
                  </a:lnTo>
                  <a:lnTo>
                    <a:pt x="1060969" y="82677"/>
                  </a:lnTo>
                  <a:lnTo>
                    <a:pt x="1060969" y="107061"/>
                  </a:lnTo>
                  <a:lnTo>
                    <a:pt x="937959" y="107061"/>
                  </a:lnTo>
                  <a:close/>
                  <a:moveTo>
                    <a:pt x="1060207" y="246888"/>
                  </a:moveTo>
                  <a:lnTo>
                    <a:pt x="1060207" y="273177"/>
                  </a:lnTo>
                  <a:cubicBezTo>
                    <a:pt x="1055894" y="274444"/>
                    <a:pt x="1051582" y="275339"/>
                    <a:pt x="1047259" y="275844"/>
                  </a:cubicBezTo>
                  <a:cubicBezTo>
                    <a:pt x="1043203" y="276606"/>
                    <a:pt x="1038633" y="276987"/>
                    <a:pt x="1033549" y="276987"/>
                  </a:cubicBezTo>
                  <a:cubicBezTo>
                    <a:pt x="1015783" y="276987"/>
                    <a:pt x="1001559" y="271910"/>
                    <a:pt x="990895" y="261747"/>
                  </a:cubicBezTo>
                  <a:cubicBezTo>
                    <a:pt x="980489" y="251584"/>
                    <a:pt x="975281" y="236344"/>
                    <a:pt x="975281" y="216027"/>
                  </a:cubicBezTo>
                  <a:lnTo>
                    <a:pt x="975281" y="33528"/>
                  </a:lnTo>
                  <a:lnTo>
                    <a:pt x="1006129" y="22479"/>
                  </a:lnTo>
                  <a:lnTo>
                    <a:pt x="1006129" y="211836"/>
                  </a:lnTo>
                  <a:cubicBezTo>
                    <a:pt x="1006129" y="221999"/>
                    <a:pt x="1007528" y="229867"/>
                    <a:pt x="1010318" y="235458"/>
                  </a:cubicBezTo>
                  <a:cubicBezTo>
                    <a:pt x="1013365" y="241049"/>
                    <a:pt x="1017430" y="244983"/>
                    <a:pt x="1022505" y="247269"/>
                  </a:cubicBezTo>
                  <a:cubicBezTo>
                    <a:pt x="1027589" y="249298"/>
                    <a:pt x="1033301" y="250317"/>
                    <a:pt x="1039642" y="250317"/>
                  </a:cubicBezTo>
                  <a:cubicBezTo>
                    <a:pt x="1043451" y="250317"/>
                    <a:pt x="1046878" y="250060"/>
                    <a:pt x="1049925" y="249555"/>
                  </a:cubicBezTo>
                  <a:cubicBezTo>
                    <a:pt x="1052972" y="249050"/>
                    <a:pt x="1056399" y="248155"/>
                    <a:pt x="1060207" y="2468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48"/>
            <p:cNvSpPr/>
            <p:nvPr/>
          </p:nvSpPr>
          <p:spPr>
            <a:xfrm>
              <a:off x="2533419" y="6030637"/>
              <a:ext cx="1481153" cy="357758"/>
            </a:xfrm>
            <a:custGeom>
              <a:rect b="b" l="l" r="r" t="t"/>
              <a:pathLst>
                <a:path extrusionOk="0" h="357758" w="1481153">
                  <a:moveTo>
                    <a:pt x="0" y="272796"/>
                  </a:moveTo>
                  <a:lnTo>
                    <a:pt x="0" y="1524"/>
                  </a:lnTo>
                  <a:lnTo>
                    <a:pt x="31228" y="1524"/>
                  </a:lnTo>
                  <a:lnTo>
                    <a:pt x="31228" y="246126"/>
                  </a:lnTo>
                  <a:lnTo>
                    <a:pt x="167187" y="246126"/>
                  </a:lnTo>
                  <a:lnTo>
                    <a:pt x="167187" y="272796"/>
                  </a:lnTo>
                  <a:lnTo>
                    <a:pt x="0" y="272796"/>
                  </a:lnTo>
                  <a:close/>
                  <a:moveTo>
                    <a:pt x="282561" y="275463"/>
                  </a:moveTo>
                  <a:cubicBezTo>
                    <a:pt x="264281" y="275463"/>
                    <a:pt x="248285" y="271396"/>
                    <a:pt x="234576" y="263271"/>
                  </a:cubicBezTo>
                  <a:cubicBezTo>
                    <a:pt x="221113" y="255146"/>
                    <a:pt x="210583" y="243716"/>
                    <a:pt x="202966" y="228981"/>
                  </a:cubicBezTo>
                  <a:cubicBezTo>
                    <a:pt x="195597" y="213998"/>
                    <a:pt x="191922" y="196339"/>
                    <a:pt x="191922" y="176022"/>
                  </a:cubicBezTo>
                  <a:cubicBezTo>
                    <a:pt x="191922" y="155953"/>
                    <a:pt x="195597" y="138427"/>
                    <a:pt x="202966" y="123444"/>
                  </a:cubicBezTo>
                  <a:cubicBezTo>
                    <a:pt x="210583" y="108461"/>
                    <a:pt x="221113" y="96898"/>
                    <a:pt x="234576" y="88773"/>
                  </a:cubicBezTo>
                  <a:cubicBezTo>
                    <a:pt x="248285" y="80648"/>
                    <a:pt x="264281" y="76581"/>
                    <a:pt x="282561" y="76581"/>
                  </a:cubicBezTo>
                  <a:cubicBezTo>
                    <a:pt x="300841" y="76581"/>
                    <a:pt x="316703" y="80648"/>
                    <a:pt x="330165" y="88773"/>
                  </a:cubicBezTo>
                  <a:cubicBezTo>
                    <a:pt x="343875" y="96898"/>
                    <a:pt x="354405" y="108461"/>
                    <a:pt x="361774" y="123444"/>
                  </a:cubicBezTo>
                  <a:cubicBezTo>
                    <a:pt x="369391" y="138427"/>
                    <a:pt x="373199" y="155953"/>
                    <a:pt x="373199" y="176022"/>
                  </a:cubicBezTo>
                  <a:cubicBezTo>
                    <a:pt x="373199" y="196339"/>
                    <a:pt x="369391" y="213998"/>
                    <a:pt x="361774" y="228981"/>
                  </a:cubicBezTo>
                  <a:cubicBezTo>
                    <a:pt x="354405" y="243716"/>
                    <a:pt x="343875" y="255146"/>
                    <a:pt x="330165" y="263271"/>
                  </a:cubicBezTo>
                  <a:cubicBezTo>
                    <a:pt x="316703" y="271396"/>
                    <a:pt x="300841" y="275463"/>
                    <a:pt x="282561" y="275463"/>
                  </a:cubicBezTo>
                  <a:close/>
                  <a:moveTo>
                    <a:pt x="282561" y="249936"/>
                  </a:moveTo>
                  <a:cubicBezTo>
                    <a:pt x="301345" y="249936"/>
                    <a:pt x="315817" y="243716"/>
                    <a:pt x="325976" y="231267"/>
                  </a:cubicBezTo>
                  <a:cubicBezTo>
                    <a:pt x="336382" y="218570"/>
                    <a:pt x="341590" y="200149"/>
                    <a:pt x="341590" y="176022"/>
                  </a:cubicBezTo>
                  <a:cubicBezTo>
                    <a:pt x="341590" y="152400"/>
                    <a:pt x="336382" y="134236"/>
                    <a:pt x="325976" y="121539"/>
                  </a:cubicBezTo>
                  <a:cubicBezTo>
                    <a:pt x="315560" y="108842"/>
                    <a:pt x="301088" y="102489"/>
                    <a:pt x="282561" y="102489"/>
                  </a:cubicBezTo>
                  <a:cubicBezTo>
                    <a:pt x="264024" y="102489"/>
                    <a:pt x="249428" y="108842"/>
                    <a:pt x="238765" y="121539"/>
                  </a:cubicBezTo>
                  <a:cubicBezTo>
                    <a:pt x="228349" y="134236"/>
                    <a:pt x="223150" y="152400"/>
                    <a:pt x="223150" y="176022"/>
                  </a:cubicBezTo>
                  <a:cubicBezTo>
                    <a:pt x="223150" y="200149"/>
                    <a:pt x="228225" y="218570"/>
                    <a:pt x="238384" y="231267"/>
                  </a:cubicBezTo>
                  <a:cubicBezTo>
                    <a:pt x="248790" y="243716"/>
                    <a:pt x="263519" y="249936"/>
                    <a:pt x="282561" y="249936"/>
                  </a:cubicBezTo>
                  <a:close/>
                  <a:moveTo>
                    <a:pt x="505445" y="357759"/>
                  </a:moveTo>
                  <a:cubicBezTo>
                    <a:pt x="476501" y="357759"/>
                    <a:pt x="451366" y="351158"/>
                    <a:pt x="430039" y="337947"/>
                  </a:cubicBezTo>
                  <a:lnTo>
                    <a:pt x="435371" y="312801"/>
                  </a:lnTo>
                  <a:cubicBezTo>
                    <a:pt x="447310" y="319659"/>
                    <a:pt x="458602" y="324612"/>
                    <a:pt x="469265" y="327660"/>
                  </a:cubicBezTo>
                  <a:cubicBezTo>
                    <a:pt x="479929" y="330708"/>
                    <a:pt x="491992" y="332232"/>
                    <a:pt x="505445" y="332232"/>
                  </a:cubicBezTo>
                  <a:cubicBezTo>
                    <a:pt x="523725" y="332232"/>
                    <a:pt x="537568" y="327279"/>
                    <a:pt x="546955" y="317373"/>
                  </a:cubicBezTo>
                  <a:cubicBezTo>
                    <a:pt x="556610" y="307724"/>
                    <a:pt x="561427" y="293246"/>
                    <a:pt x="561427" y="273939"/>
                  </a:cubicBezTo>
                  <a:lnTo>
                    <a:pt x="561427" y="222123"/>
                  </a:lnTo>
                  <a:lnTo>
                    <a:pt x="565617" y="217170"/>
                  </a:lnTo>
                  <a:cubicBezTo>
                    <a:pt x="562570" y="227333"/>
                    <a:pt x="557752" y="236220"/>
                    <a:pt x="551145" y="243840"/>
                  </a:cubicBezTo>
                  <a:cubicBezTo>
                    <a:pt x="544804" y="251203"/>
                    <a:pt x="536930" y="256918"/>
                    <a:pt x="527533" y="260985"/>
                  </a:cubicBezTo>
                  <a:cubicBezTo>
                    <a:pt x="518145" y="265052"/>
                    <a:pt x="507482" y="267081"/>
                    <a:pt x="495543" y="267081"/>
                  </a:cubicBezTo>
                  <a:cubicBezTo>
                    <a:pt x="478539" y="267081"/>
                    <a:pt x="463553" y="263147"/>
                    <a:pt x="450604" y="255270"/>
                  </a:cubicBezTo>
                  <a:cubicBezTo>
                    <a:pt x="437913" y="247145"/>
                    <a:pt x="427888" y="235963"/>
                    <a:pt x="420518" y="221742"/>
                  </a:cubicBezTo>
                  <a:cubicBezTo>
                    <a:pt x="413416" y="207521"/>
                    <a:pt x="409855" y="190881"/>
                    <a:pt x="409855" y="171831"/>
                  </a:cubicBezTo>
                  <a:cubicBezTo>
                    <a:pt x="409855" y="152781"/>
                    <a:pt x="413416" y="136141"/>
                    <a:pt x="420518" y="121920"/>
                  </a:cubicBezTo>
                  <a:cubicBezTo>
                    <a:pt x="427888" y="107699"/>
                    <a:pt x="437913" y="96650"/>
                    <a:pt x="450604" y="88773"/>
                  </a:cubicBezTo>
                  <a:cubicBezTo>
                    <a:pt x="463553" y="80648"/>
                    <a:pt x="478539" y="76581"/>
                    <a:pt x="495543" y="76581"/>
                  </a:cubicBezTo>
                  <a:cubicBezTo>
                    <a:pt x="513318" y="76581"/>
                    <a:pt x="528295" y="81029"/>
                    <a:pt x="540481" y="89916"/>
                  </a:cubicBezTo>
                  <a:cubicBezTo>
                    <a:pt x="552925" y="98555"/>
                    <a:pt x="561304" y="110747"/>
                    <a:pt x="565617" y="126492"/>
                  </a:cubicBezTo>
                  <a:lnTo>
                    <a:pt x="561047" y="122301"/>
                  </a:lnTo>
                  <a:lnTo>
                    <a:pt x="561047" y="81153"/>
                  </a:lnTo>
                  <a:lnTo>
                    <a:pt x="591894" y="81153"/>
                  </a:lnTo>
                  <a:lnTo>
                    <a:pt x="591894" y="271272"/>
                  </a:lnTo>
                  <a:cubicBezTo>
                    <a:pt x="591894" y="299971"/>
                    <a:pt x="584535" y="321564"/>
                    <a:pt x="569806" y="336042"/>
                  </a:cubicBezTo>
                  <a:cubicBezTo>
                    <a:pt x="555334" y="350520"/>
                    <a:pt x="533883" y="357759"/>
                    <a:pt x="505445" y="357759"/>
                  </a:cubicBezTo>
                  <a:close/>
                  <a:moveTo>
                    <a:pt x="501636" y="241173"/>
                  </a:moveTo>
                  <a:cubicBezTo>
                    <a:pt x="520173" y="241173"/>
                    <a:pt x="534645" y="235077"/>
                    <a:pt x="545051" y="222885"/>
                  </a:cubicBezTo>
                  <a:cubicBezTo>
                    <a:pt x="555715" y="210436"/>
                    <a:pt x="561047" y="193424"/>
                    <a:pt x="561047" y="171831"/>
                  </a:cubicBezTo>
                  <a:cubicBezTo>
                    <a:pt x="561047" y="150238"/>
                    <a:pt x="555715" y="133350"/>
                    <a:pt x="545051" y="121158"/>
                  </a:cubicBezTo>
                  <a:cubicBezTo>
                    <a:pt x="534645" y="108709"/>
                    <a:pt x="520173" y="102489"/>
                    <a:pt x="501636" y="102489"/>
                  </a:cubicBezTo>
                  <a:cubicBezTo>
                    <a:pt x="482851" y="102489"/>
                    <a:pt x="467999" y="108709"/>
                    <a:pt x="457079" y="121158"/>
                  </a:cubicBezTo>
                  <a:cubicBezTo>
                    <a:pt x="446415" y="133350"/>
                    <a:pt x="441083" y="150238"/>
                    <a:pt x="441083" y="171831"/>
                  </a:cubicBezTo>
                  <a:cubicBezTo>
                    <a:pt x="441083" y="193672"/>
                    <a:pt x="446415" y="210693"/>
                    <a:pt x="457079" y="222885"/>
                  </a:cubicBezTo>
                  <a:cubicBezTo>
                    <a:pt x="467999" y="235077"/>
                    <a:pt x="482851" y="241173"/>
                    <a:pt x="501636" y="241173"/>
                  </a:cubicBezTo>
                  <a:close/>
                  <a:moveTo>
                    <a:pt x="651124" y="272796"/>
                  </a:moveTo>
                  <a:lnTo>
                    <a:pt x="651124" y="81153"/>
                  </a:lnTo>
                  <a:lnTo>
                    <a:pt x="681971" y="81153"/>
                  </a:lnTo>
                  <a:lnTo>
                    <a:pt x="681971" y="272796"/>
                  </a:lnTo>
                  <a:lnTo>
                    <a:pt x="651124" y="272796"/>
                  </a:lnTo>
                  <a:close/>
                  <a:moveTo>
                    <a:pt x="648077" y="0"/>
                  </a:moveTo>
                  <a:lnTo>
                    <a:pt x="685780" y="0"/>
                  </a:lnTo>
                  <a:lnTo>
                    <a:pt x="685780" y="35052"/>
                  </a:lnTo>
                  <a:lnTo>
                    <a:pt x="648077" y="35052"/>
                  </a:lnTo>
                  <a:lnTo>
                    <a:pt x="648077" y="0"/>
                  </a:lnTo>
                  <a:close/>
                  <a:moveTo>
                    <a:pt x="806609" y="275463"/>
                  </a:moveTo>
                  <a:cubicBezTo>
                    <a:pt x="774371" y="275463"/>
                    <a:pt x="748856" y="267205"/>
                    <a:pt x="730061" y="250698"/>
                  </a:cubicBezTo>
                  <a:lnTo>
                    <a:pt x="740344" y="227838"/>
                  </a:lnTo>
                  <a:cubicBezTo>
                    <a:pt x="750502" y="235715"/>
                    <a:pt x="760909" y="241554"/>
                    <a:pt x="771572" y="245364"/>
                  </a:cubicBezTo>
                  <a:cubicBezTo>
                    <a:pt x="782493" y="248917"/>
                    <a:pt x="794556" y="250698"/>
                    <a:pt x="807751" y="250698"/>
                  </a:cubicBezTo>
                  <a:cubicBezTo>
                    <a:pt x="822223" y="250698"/>
                    <a:pt x="833144" y="248288"/>
                    <a:pt x="840503" y="243459"/>
                  </a:cubicBezTo>
                  <a:cubicBezTo>
                    <a:pt x="848120" y="238382"/>
                    <a:pt x="851929" y="231143"/>
                    <a:pt x="851929" y="221742"/>
                  </a:cubicBezTo>
                  <a:cubicBezTo>
                    <a:pt x="851929" y="214122"/>
                    <a:pt x="849396" y="208150"/>
                    <a:pt x="844312" y="203835"/>
                  </a:cubicBezTo>
                  <a:cubicBezTo>
                    <a:pt x="839237" y="199263"/>
                    <a:pt x="830859" y="195577"/>
                    <a:pt x="819177" y="192786"/>
                  </a:cubicBezTo>
                  <a:lnTo>
                    <a:pt x="786806" y="185166"/>
                  </a:lnTo>
                  <a:cubicBezTo>
                    <a:pt x="770811" y="181613"/>
                    <a:pt x="758376" y="175260"/>
                    <a:pt x="749484" y="166116"/>
                  </a:cubicBezTo>
                  <a:cubicBezTo>
                    <a:pt x="740858" y="156972"/>
                    <a:pt x="736535" y="146047"/>
                    <a:pt x="736535" y="133350"/>
                  </a:cubicBezTo>
                  <a:cubicBezTo>
                    <a:pt x="736535" y="122177"/>
                    <a:pt x="739582" y="112395"/>
                    <a:pt x="745675" y="104013"/>
                  </a:cubicBezTo>
                  <a:cubicBezTo>
                    <a:pt x="751769" y="95374"/>
                    <a:pt x="760280" y="88649"/>
                    <a:pt x="771191" y="83820"/>
                  </a:cubicBezTo>
                  <a:cubicBezTo>
                    <a:pt x="782112" y="78991"/>
                    <a:pt x="795060" y="76581"/>
                    <a:pt x="810037" y="76581"/>
                  </a:cubicBezTo>
                  <a:cubicBezTo>
                    <a:pt x="823499" y="76581"/>
                    <a:pt x="836190" y="78743"/>
                    <a:pt x="848120" y="83058"/>
                  </a:cubicBezTo>
                  <a:cubicBezTo>
                    <a:pt x="860059" y="87373"/>
                    <a:pt x="870085" y="93602"/>
                    <a:pt x="878206" y="101727"/>
                  </a:cubicBezTo>
                  <a:lnTo>
                    <a:pt x="867924" y="124206"/>
                  </a:lnTo>
                  <a:cubicBezTo>
                    <a:pt x="858784" y="116586"/>
                    <a:pt x="849396" y="110995"/>
                    <a:pt x="839742" y="107442"/>
                  </a:cubicBezTo>
                  <a:cubicBezTo>
                    <a:pt x="830354" y="103632"/>
                    <a:pt x="820452" y="101727"/>
                    <a:pt x="810037" y="101727"/>
                  </a:cubicBezTo>
                  <a:cubicBezTo>
                    <a:pt x="796327" y="101727"/>
                    <a:pt x="785663" y="104394"/>
                    <a:pt x="778046" y="109728"/>
                  </a:cubicBezTo>
                  <a:cubicBezTo>
                    <a:pt x="770687" y="115062"/>
                    <a:pt x="767002" y="122301"/>
                    <a:pt x="767002" y="131445"/>
                  </a:cubicBezTo>
                  <a:cubicBezTo>
                    <a:pt x="767002" y="139322"/>
                    <a:pt x="769287" y="145542"/>
                    <a:pt x="773857" y="150114"/>
                  </a:cubicBezTo>
                  <a:cubicBezTo>
                    <a:pt x="778684" y="154686"/>
                    <a:pt x="786301" y="158239"/>
                    <a:pt x="796708" y="160782"/>
                  </a:cubicBezTo>
                  <a:lnTo>
                    <a:pt x="829078" y="168783"/>
                  </a:lnTo>
                  <a:cubicBezTo>
                    <a:pt x="847111" y="172593"/>
                    <a:pt x="860307" y="178946"/>
                    <a:pt x="868685" y="187833"/>
                  </a:cubicBezTo>
                  <a:cubicBezTo>
                    <a:pt x="877321" y="196472"/>
                    <a:pt x="881634" y="207521"/>
                    <a:pt x="881634" y="220980"/>
                  </a:cubicBezTo>
                  <a:cubicBezTo>
                    <a:pt x="881634" y="237487"/>
                    <a:pt x="874912" y="250698"/>
                    <a:pt x="861449" y="260604"/>
                  </a:cubicBezTo>
                  <a:cubicBezTo>
                    <a:pt x="847996" y="270510"/>
                    <a:pt x="829716" y="275463"/>
                    <a:pt x="806609" y="275463"/>
                  </a:cubicBezTo>
                  <a:close/>
                  <a:moveTo>
                    <a:pt x="901904" y="105537"/>
                  </a:moveTo>
                  <a:lnTo>
                    <a:pt x="901904" y="81153"/>
                  </a:lnTo>
                  <a:lnTo>
                    <a:pt x="1024913" y="81153"/>
                  </a:lnTo>
                  <a:lnTo>
                    <a:pt x="1024913" y="105537"/>
                  </a:lnTo>
                  <a:lnTo>
                    <a:pt x="901904" y="105537"/>
                  </a:lnTo>
                  <a:close/>
                  <a:moveTo>
                    <a:pt x="1024152" y="245364"/>
                  </a:moveTo>
                  <a:lnTo>
                    <a:pt x="1024152" y="271653"/>
                  </a:lnTo>
                  <a:cubicBezTo>
                    <a:pt x="1019829" y="272920"/>
                    <a:pt x="1015516" y="273815"/>
                    <a:pt x="1011203" y="274320"/>
                  </a:cubicBezTo>
                  <a:cubicBezTo>
                    <a:pt x="1007138" y="275082"/>
                    <a:pt x="1002568" y="275463"/>
                    <a:pt x="997493" y="275463"/>
                  </a:cubicBezTo>
                  <a:cubicBezTo>
                    <a:pt x="979718" y="275463"/>
                    <a:pt x="965503" y="270386"/>
                    <a:pt x="954840" y="260223"/>
                  </a:cubicBezTo>
                  <a:cubicBezTo>
                    <a:pt x="944424" y="250060"/>
                    <a:pt x="939226" y="234820"/>
                    <a:pt x="939226" y="214503"/>
                  </a:cubicBezTo>
                  <a:lnTo>
                    <a:pt x="939226" y="32004"/>
                  </a:lnTo>
                  <a:lnTo>
                    <a:pt x="970073" y="20955"/>
                  </a:lnTo>
                  <a:lnTo>
                    <a:pt x="970073" y="210312"/>
                  </a:lnTo>
                  <a:cubicBezTo>
                    <a:pt x="970073" y="220475"/>
                    <a:pt x="971463" y="228343"/>
                    <a:pt x="974262" y="233934"/>
                  </a:cubicBezTo>
                  <a:cubicBezTo>
                    <a:pt x="977309" y="239525"/>
                    <a:pt x="981365" y="243459"/>
                    <a:pt x="986449" y="245745"/>
                  </a:cubicBezTo>
                  <a:cubicBezTo>
                    <a:pt x="991524" y="247774"/>
                    <a:pt x="997236" y="248793"/>
                    <a:pt x="1003587" y="248793"/>
                  </a:cubicBezTo>
                  <a:cubicBezTo>
                    <a:pt x="1007395" y="248793"/>
                    <a:pt x="1010822" y="248536"/>
                    <a:pt x="1013869" y="248031"/>
                  </a:cubicBezTo>
                  <a:cubicBezTo>
                    <a:pt x="1016916" y="247526"/>
                    <a:pt x="1020343" y="246631"/>
                    <a:pt x="1024152" y="245364"/>
                  </a:cubicBezTo>
                  <a:close/>
                  <a:moveTo>
                    <a:pt x="1062083" y="272796"/>
                  </a:moveTo>
                  <a:lnTo>
                    <a:pt x="1062083" y="81153"/>
                  </a:lnTo>
                  <a:lnTo>
                    <a:pt x="1092931" y="81153"/>
                  </a:lnTo>
                  <a:lnTo>
                    <a:pt x="1092931" y="272796"/>
                  </a:lnTo>
                  <a:lnTo>
                    <a:pt x="1062083" y="272796"/>
                  </a:lnTo>
                  <a:close/>
                  <a:moveTo>
                    <a:pt x="1059036" y="0"/>
                  </a:moveTo>
                  <a:lnTo>
                    <a:pt x="1096739" y="0"/>
                  </a:lnTo>
                  <a:lnTo>
                    <a:pt x="1096739" y="35052"/>
                  </a:lnTo>
                  <a:lnTo>
                    <a:pt x="1059036" y="35052"/>
                  </a:lnTo>
                  <a:lnTo>
                    <a:pt x="1059036" y="0"/>
                  </a:lnTo>
                  <a:close/>
                  <a:moveTo>
                    <a:pt x="1233183" y="275463"/>
                  </a:moveTo>
                  <a:cubicBezTo>
                    <a:pt x="1214398" y="275463"/>
                    <a:pt x="1198146" y="271396"/>
                    <a:pt x="1184436" y="263271"/>
                  </a:cubicBezTo>
                  <a:cubicBezTo>
                    <a:pt x="1170726" y="255146"/>
                    <a:pt x="1160062" y="243716"/>
                    <a:pt x="1152446" y="228981"/>
                  </a:cubicBezTo>
                  <a:cubicBezTo>
                    <a:pt x="1145086" y="214246"/>
                    <a:pt x="1141401" y="196853"/>
                    <a:pt x="1141401" y="176784"/>
                  </a:cubicBezTo>
                  <a:cubicBezTo>
                    <a:pt x="1141401" y="156972"/>
                    <a:pt x="1145210" y="139570"/>
                    <a:pt x="1152827" y="124587"/>
                  </a:cubicBezTo>
                  <a:cubicBezTo>
                    <a:pt x="1160443" y="109347"/>
                    <a:pt x="1171240" y="97536"/>
                    <a:pt x="1185197" y="89154"/>
                  </a:cubicBezTo>
                  <a:cubicBezTo>
                    <a:pt x="1199165" y="80772"/>
                    <a:pt x="1215664" y="76581"/>
                    <a:pt x="1234706" y="76581"/>
                  </a:cubicBezTo>
                  <a:cubicBezTo>
                    <a:pt x="1247654" y="76581"/>
                    <a:pt x="1260098" y="78867"/>
                    <a:pt x="1272028" y="83439"/>
                  </a:cubicBezTo>
                  <a:cubicBezTo>
                    <a:pt x="1284215" y="87754"/>
                    <a:pt x="1294250" y="93850"/>
                    <a:pt x="1302114" y="101727"/>
                  </a:cubicBezTo>
                  <a:lnTo>
                    <a:pt x="1291831" y="124587"/>
                  </a:lnTo>
                  <a:cubicBezTo>
                    <a:pt x="1282444" y="117224"/>
                    <a:pt x="1273170" y="111757"/>
                    <a:pt x="1264030" y="108204"/>
                  </a:cubicBezTo>
                  <a:cubicBezTo>
                    <a:pt x="1255148" y="104394"/>
                    <a:pt x="1245884" y="102489"/>
                    <a:pt x="1236230" y="102489"/>
                  </a:cubicBezTo>
                  <a:cubicBezTo>
                    <a:pt x="1216940" y="102489"/>
                    <a:pt x="1201573" y="108966"/>
                    <a:pt x="1190148" y="121920"/>
                  </a:cubicBezTo>
                  <a:cubicBezTo>
                    <a:pt x="1178980" y="134874"/>
                    <a:pt x="1173392" y="153162"/>
                    <a:pt x="1173392" y="176784"/>
                  </a:cubicBezTo>
                  <a:cubicBezTo>
                    <a:pt x="1173392" y="200149"/>
                    <a:pt x="1178980" y="218189"/>
                    <a:pt x="1190148" y="230886"/>
                  </a:cubicBezTo>
                  <a:cubicBezTo>
                    <a:pt x="1201326" y="243583"/>
                    <a:pt x="1216683" y="249936"/>
                    <a:pt x="1236230" y="249936"/>
                  </a:cubicBezTo>
                  <a:cubicBezTo>
                    <a:pt x="1245627" y="249936"/>
                    <a:pt x="1254890" y="248155"/>
                    <a:pt x="1264030" y="244602"/>
                  </a:cubicBezTo>
                  <a:cubicBezTo>
                    <a:pt x="1273170" y="240792"/>
                    <a:pt x="1282444" y="235201"/>
                    <a:pt x="1291831" y="227838"/>
                  </a:cubicBezTo>
                  <a:lnTo>
                    <a:pt x="1302114" y="250698"/>
                  </a:lnTo>
                  <a:cubicBezTo>
                    <a:pt x="1293993" y="258318"/>
                    <a:pt x="1283710" y="264414"/>
                    <a:pt x="1271266" y="268986"/>
                  </a:cubicBezTo>
                  <a:cubicBezTo>
                    <a:pt x="1259080" y="273301"/>
                    <a:pt x="1246388" y="275463"/>
                    <a:pt x="1233183" y="275463"/>
                  </a:cubicBezTo>
                  <a:close/>
                  <a:moveTo>
                    <a:pt x="1406130" y="275463"/>
                  </a:moveTo>
                  <a:cubicBezTo>
                    <a:pt x="1373882" y="275463"/>
                    <a:pt x="1348366" y="267205"/>
                    <a:pt x="1329582" y="250698"/>
                  </a:cubicBezTo>
                  <a:lnTo>
                    <a:pt x="1339864" y="227838"/>
                  </a:lnTo>
                  <a:cubicBezTo>
                    <a:pt x="1350023" y="235715"/>
                    <a:pt x="1360429" y="241554"/>
                    <a:pt x="1371093" y="245364"/>
                  </a:cubicBezTo>
                  <a:cubicBezTo>
                    <a:pt x="1382013" y="248917"/>
                    <a:pt x="1394066" y="250698"/>
                    <a:pt x="1407272" y="250698"/>
                  </a:cubicBezTo>
                  <a:cubicBezTo>
                    <a:pt x="1421744" y="250698"/>
                    <a:pt x="1432664" y="248288"/>
                    <a:pt x="1440024" y="243459"/>
                  </a:cubicBezTo>
                  <a:cubicBezTo>
                    <a:pt x="1447641" y="238382"/>
                    <a:pt x="1451449" y="231143"/>
                    <a:pt x="1451449" y="221742"/>
                  </a:cubicBezTo>
                  <a:cubicBezTo>
                    <a:pt x="1451449" y="214122"/>
                    <a:pt x="1448907" y="208150"/>
                    <a:pt x="1443832" y="203835"/>
                  </a:cubicBezTo>
                  <a:cubicBezTo>
                    <a:pt x="1438757" y="199263"/>
                    <a:pt x="1430379" y="195577"/>
                    <a:pt x="1418697" y="192786"/>
                  </a:cubicBezTo>
                  <a:lnTo>
                    <a:pt x="1386326" y="185166"/>
                  </a:lnTo>
                  <a:cubicBezTo>
                    <a:pt x="1370331" y="181613"/>
                    <a:pt x="1357887" y="175260"/>
                    <a:pt x="1349004" y="166116"/>
                  </a:cubicBezTo>
                  <a:cubicBezTo>
                    <a:pt x="1340369" y="156972"/>
                    <a:pt x="1336056" y="146047"/>
                    <a:pt x="1336056" y="133350"/>
                  </a:cubicBezTo>
                  <a:cubicBezTo>
                    <a:pt x="1336056" y="122177"/>
                    <a:pt x="1339103" y="112395"/>
                    <a:pt x="1345196" y="104013"/>
                  </a:cubicBezTo>
                  <a:cubicBezTo>
                    <a:pt x="1351289" y="95374"/>
                    <a:pt x="1359792" y="88649"/>
                    <a:pt x="1370712" y="83820"/>
                  </a:cubicBezTo>
                  <a:cubicBezTo>
                    <a:pt x="1381632" y="78991"/>
                    <a:pt x="1394581" y="76581"/>
                    <a:pt x="1409557" y="76581"/>
                  </a:cubicBezTo>
                  <a:cubicBezTo>
                    <a:pt x="1423010" y="76581"/>
                    <a:pt x="1435711" y="78743"/>
                    <a:pt x="1447641" y="83058"/>
                  </a:cubicBezTo>
                  <a:cubicBezTo>
                    <a:pt x="1459570" y="87373"/>
                    <a:pt x="1469605" y="93602"/>
                    <a:pt x="1477727" y="101727"/>
                  </a:cubicBezTo>
                  <a:lnTo>
                    <a:pt x="1467444" y="124206"/>
                  </a:lnTo>
                  <a:cubicBezTo>
                    <a:pt x="1458304" y="116586"/>
                    <a:pt x="1448907" y="110995"/>
                    <a:pt x="1439262" y="107442"/>
                  </a:cubicBezTo>
                  <a:cubicBezTo>
                    <a:pt x="1429865" y="103632"/>
                    <a:pt x="1419963" y="101727"/>
                    <a:pt x="1409557" y="101727"/>
                  </a:cubicBezTo>
                  <a:cubicBezTo>
                    <a:pt x="1395847" y="101727"/>
                    <a:pt x="1385184" y="104394"/>
                    <a:pt x="1377567" y="109728"/>
                  </a:cubicBezTo>
                  <a:cubicBezTo>
                    <a:pt x="1370207" y="115062"/>
                    <a:pt x="1366523" y="122301"/>
                    <a:pt x="1366523" y="131445"/>
                  </a:cubicBezTo>
                  <a:cubicBezTo>
                    <a:pt x="1366523" y="139322"/>
                    <a:pt x="1368808" y="145542"/>
                    <a:pt x="1373378" y="150114"/>
                  </a:cubicBezTo>
                  <a:cubicBezTo>
                    <a:pt x="1378205" y="154686"/>
                    <a:pt x="1385821" y="158239"/>
                    <a:pt x="1396228" y="160782"/>
                  </a:cubicBezTo>
                  <a:lnTo>
                    <a:pt x="1428599" y="168783"/>
                  </a:lnTo>
                  <a:cubicBezTo>
                    <a:pt x="1446622" y="172593"/>
                    <a:pt x="1459827" y="178946"/>
                    <a:pt x="1468206" y="187833"/>
                  </a:cubicBezTo>
                  <a:cubicBezTo>
                    <a:pt x="1476841" y="196472"/>
                    <a:pt x="1481154" y="207521"/>
                    <a:pt x="1481154" y="220980"/>
                  </a:cubicBezTo>
                  <a:cubicBezTo>
                    <a:pt x="1481154" y="237487"/>
                    <a:pt x="1474423" y="250698"/>
                    <a:pt x="1460970" y="260604"/>
                  </a:cubicBezTo>
                  <a:cubicBezTo>
                    <a:pt x="1447517" y="270510"/>
                    <a:pt x="1429237" y="275463"/>
                    <a:pt x="1406130" y="2754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48"/>
            <p:cNvSpPr/>
            <p:nvPr/>
          </p:nvSpPr>
          <p:spPr>
            <a:xfrm>
              <a:off x="5142141" y="6021492"/>
              <a:ext cx="1459056" cy="284607"/>
            </a:xfrm>
            <a:custGeom>
              <a:rect b="b" l="l" r="r" t="t"/>
              <a:pathLst>
                <a:path extrusionOk="0" h="284607" w="1459056">
                  <a:moveTo>
                    <a:pt x="0" y="281940"/>
                  </a:moveTo>
                  <a:lnTo>
                    <a:pt x="0" y="10668"/>
                  </a:lnTo>
                  <a:lnTo>
                    <a:pt x="108157" y="10668"/>
                  </a:lnTo>
                  <a:cubicBezTo>
                    <a:pt x="136082" y="10668"/>
                    <a:pt x="157790" y="17402"/>
                    <a:pt x="173280" y="30861"/>
                  </a:cubicBezTo>
                  <a:cubicBezTo>
                    <a:pt x="189018" y="44320"/>
                    <a:pt x="196892" y="62865"/>
                    <a:pt x="196892" y="86487"/>
                  </a:cubicBezTo>
                  <a:cubicBezTo>
                    <a:pt x="196892" y="109852"/>
                    <a:pt x="189018" y="128397"/>
                    <a:pt x="173280" y="142113"/>
                  </a:cubicBezTo>
                  <a:cubicBezTo>
                    <a:pt x="157542" y="155829"/>
                    <a:pt x="135834" y="162687"/>
                    <a:pt x="108157" y="162687"/>
                  </a:cubicBezTo>
                  <a:lnTo>
                    <a:pt x="31228" y="162687"/>
                  </a:lnTo>
                  <a:lnTo>
                    <a:pt x="31228" y="281940"/>
                  </a:lnTo>
                  <a:lnTo>
                    <a:pt x="0" y="281940"/>
                  </a:lnTo>
                  <a:close/>
                  <a:moveTo>
                    <a:pt x="31228" y="136779"/>
                  </a:moveTo>
                  <a:lnTo>
                    <a:pt x="105491" y="136779"/>
                  </a:lnTo>
                  <a:cubicBezTo>
                    <a:pt x="125552" y="136779"/>
                    <a:pt x="140652" y="132464"/>
                    <a:pt x="150811" y="123825"/>
                  </a:cubicBezTo>
                  <a:cubicBezTo>
                    <a:pt x="160970" y="114938"/>
                    <a:pt x="166045" y="102489"/>
                    <a:pt x="166045" y="86487"/>
                  </a:cubicBezTo>
                  <a:cubicBezTo>
                    <a:pt x="166045" y="70485"/>
                    <a:pt x="160970" y="58169"/>
                    <a:pt x="150811" y="49530"/>
                  </a:cubicBezTo>
                  <a:cubicBezTo>
                    <a:pt x="140652" y="40891"/>
                    <a:pt x="125552" y="36576"/>
                    <a:pt x="105491" y="36576"/>
                  </a:cubicBezTo>
                  <a:lnTo>
                    <a:pt x="31228" y="36576"/>
                  </a:lnTo>
                  <a:lnTo>
                    <a:pt x="31228" y="136779"/>
                  </a:lnTo>
                  <a:close/>
                  <a:moveTo>
                    <a:pt x="244258" y="281940"/>
                  </a:moveTo>
                  <a:lnTo>
                    <a:pt x="244258" y="1524"/>
                  </a:lnTo>
                  <a:lnTo>
                    <a:pt x="275106" y="1524"/>
                  </a:lnTo>
                  <a:lnTo>
                    <a:pt x="275106" y="281940"/>
                  </a:lnTo>
                  <a:lnTo>
                    <a:pt x="244258" y="281940"/>
                  </a:lnTo>
                  <a:close/>
                  <a:moveTo>
                    <a:pt x="408503" y="284607"/>
                  </a:moveTo>
                  <a:cubicBezTo>
                    <a:pt x="391489" y="284607"/>
                    <a:pt x="376513" y="280673"/>
                    <a:pt x="363564" y="272796"/>
                  </a:cubicBezTo>
                  <a:cubicBezTo>
                    <a:pt x="350873" y="264671"/>
                    <a:pt x="340972" y="253241"/>
                    <a:pt x="333859" y="238506"/>
                  </a:cubicBezTo>
                  <a:cubicBezTo>
                    <a:pt x="327005" y="223523"/>
                    <a:pt x="323577" y="205997"/>
                    <a:pt x="323577" y="185928"/>
                  </a:cubicBezTo>
                  <a:cubicBezTo>
                    <a:pt x="323577" y="165859"/>
                    <a:pt x="327128" y="148333"/>
                    <a:pt x="334240" y="133350"/>
                  </a:cubicBezTo>
                  <a:cubicBezTo>
                    <a:pt x="341352" y="118367"/>
                    <a:pt x="351254" y="106680"/>
                    <a:pt x="363945" y="98298"/>
                  </a:cubicBezTo>
                  <a:cubicBezTo>
                    <a:pt x="376894" y="89916"/>
                    <a:pt x="391746" y="85725"/>
                    <a:pt x="408503" y="85725"/>
                  </a:cubicBezTo>
                  <a:cubicBezTo>
                    <a:pt x="426021" y="85725"/>
                    <a:pt x="440874" y="90040"/>
                    <a:pt x="453061" y="98679"/>
                  </a:cubicBezTo>
                  <a:cubicBezTo>
                    <a:pt x="465247" y="107318"/>
                    <a:pt x="473502" y="119634"/>
                    <a:pt x="477815" y="135636"/>
                  </a:cubicBezTo>
                  <a:lnTo>
                    <a:pt x="473245" y="138684"/>
                  </a:lnTo>
                  <a:lnTo>
                    <a:pt x="473245" y="90297"/>
                  </a:lnTo>
                  <a:lnTo>
                    <a:pt x="503712" y="90297"/>
                  </a:lnTo>
                  <a:lnTo>
                    <a:pt x="503712" y="281940"/>
                  </a:lnTo>
                  <a:lnTo>
                    <a:pt x="473245" y="281940"/>
                  </a:lnTo>
                  <a:lnTo>
                    <a:pt x="473245" y="232410"/>
                  </a:lnTo>
                  <a:lnTo>
                    <a:pt x="477815" y="234696"/>
                  </a:lnTo>
                  <a:cubicBezTo>
                    <a:pt x="473502" y="250698"/>
                    <a:pt x="465247" y="263014"/>
                    <a:pt x="453061" y="271653"/>
                  </a:cubicBezTo>
                  <a:cubicBezTo>
                    <a:pt x="440874" y="280292"/>
                    <a:pt x="426021" y="284607"/>
                    <a:pt x="408503" y="284607"/>
                  </a:cubicBezTo>
                  <a:close/>
                  <a:moveTo>
                    <a:pt x="414596" y="259080"/>
                  </a:moveTo>
                  <a:cubicBezTo>
                    <a:pt x="433381" y="259080"/>
                    <a:pt x="447853" y="252727"/>
                    <a:pt x="458011" y="240030"/>
                  </a:cubicBezTo>
                  <a:cubicBezTo>
                    <a:pt x="468170" y="227076"/>
                    <a:pt x="473245" y="208788"/>
                    <a:pt x="473245" y="185166"/>
                  </a:cubicBezTo>
                  <a:cubicBezTo>
                    <a:pt x="473245" y="161544"/>
                    <a:pt x="468037" y="143380"/>
                    <a:pt x="457631" y="130683"/>
                  </a:cubicBezTo>
                  <a:cubicBezTo>
                    <a:pt x="447472" y="117986"/>
                    <a:pt x="433134" y="111633"/>
                    <a:pt x="414596" y="111633"/>
                  </a:cubicBezTo>
                  <a:cubicBezTo>
                    <a:pt x="395812" y="111633"/>
                    <a:pt x="381083" y="118234"/>
                    <a:pt x="370420" y="131445"/>
                  </a:cubicBezTo>
                  <a:cubicBezTo>
                    <a:pt x="360013" y="144399"/>
                    <a:pt x="354805" y="162563"/>
                    <a:pt x="354805" y="185928"/>
                  </a:cubicBezTo>
                  <a:cubicBezTo>
                    <a:pt x="354805" y="209293"/>
                    <a:pt x="360013" y="227333"/>
                    <a:pt x="370420" y="240030"/>
                  </a:cubicBezTo>
                  <a:cubicBezTo>
                    <a:pt x="381083" y="252727"/>
                    <a:pt x="395812" y="259080"/>
                    <a:pt x="414596" y="259080"/>
                  </a:cubicBezTo>
                  <a:close/>
                  <a:moveTo>
                    <a:pt x="536311" y="114681"/>
                  </a:moveTo>
                  <a:lnTo>
                    <a:pt x="536311" y="90297"/>
                  </a:lnTo>
                  <a:lnTo>
                    <a:pt x="659321" y="90297"/>
                  </a:lnTo>
                  <a:lnTo>
                    <a:pt x="659321" y="114681"/>
                  </a:lnTo>
                  <a:lnTo>
                    <a:pt x="536311" y="114681"/>
                  </a:lnTo>
                  <a:close/>
                  <a:moveTo>
                    <a:pt x="658560" y="254508"/>
                  </a:moveTo>
                  <a:lnTo>
                    <a:pt x="658560" y="280797"/>
                  </a:lnTo>
                  <a:cubicBezTo>
                    <a:pt x="654247" y="282064"/>
                    <a:pt x="649934" y="282959"/>
                    <a:pt x="645611" y="283464"/>
                  </a:cubicBezTo>
                  <a:cubicBezTo>
                    <a:pt x="641555" y="284226"/>
                    <a:pt x="636985" y="284607"/>
                    <a:pt x="631901" y="284607"/>
                  </a:cubicBezTo>
                  <a:cubicBezTo>
                    <a:pt x="614135" y="284607"/>
                    <a:pt x="599911" y="279530"/>
                    <a:pt x="589247" y="269367"/>
                  </a:cubicBezTo>
                  <a:cubicBezTo>
                    <a:pt x="578841" y="259204"/>
                    <a:pt x="573633" y="243964"/>
                    <a:pt x="573633" y="223647"/>
                  </a:cubicBezTo>
                  <a:lnTo>
                    <a:pt x="573633" y="41148"/>
                  </a:lnTo>
                  <a:lnTo>
                    <a:pt x="604481" y="30099"/>
                  </a:lnTo>
                  <a:lnTo>
                    <a:pt x="604481" y="219456"/>
                  </a:lnTo>
                  <a:cubicBezTo>
                    <a:pt x="604481" y="229619"/>
                    <a:pt x="605880" y="237487"/>
                    <a:pt x="608670" y="243078"/>
                  </a:cubicBezTo>
                  <a:cubicBezTo>
                    <a:pt x="611717" y="248669"/>
                    <a:pt x="615782" y="252603"/>
                    <a:pt x="620857" y="254889"/>
                  </a:cubicBezTo>
                  <a:cubicBezTo>
                    <a:pt x="625941" y="256918"/>
                    <a:pt x="631654" y="257937"/>
                    <a:pt x="637995" y="257937"/>
                  </a:cubicBezTo>
                  <a:cubicBezTo>
                    <a:pt x="641803" y="257937"/>
                    <a:pt x="645230" y="257680"/>
                    <a:pt x="648277" y="257175"/>
                  </a:cubicBezTo>
                  <a:cubicBezTo>
                    <a:pt x="651324" y="256670"/>
                    <a:pt x="654751" y="255775"/>
                    <a:pt x="658560" y="254508"/>
                  </a:cubicBezTo>
                  <a:close/>
                  <a:moveTo>
                    <a:pt x="673545" y="114681"/>
                  </a:moveTo>
                  <a:lnTo>
                    <a:pt x="673545" y="90297"/>
                  </a:lnTo>
                  <a:lnTo>
                    <a:pt x="788558" y="90297"/>
                  </a:lnTo>
                  <a:lnTo>
                    <a:pt x="788558" y="114681"/>
                  </a:lnTo>
                  <a:lnTo>
                    <a:pt x="673545" y="114681"/>
                  </a:lnTo>
                  <a:close/>
                  <a:moveTo>
                    <a:pt x="793889" y="29718"/>
                  </a:moveTo>
                  <a:cubicBezTo>
                    <a:pt x="786787" y="27689"/>
                    <a:pt x="780179" y="26670"/>
                    <a:pt x="774086" y="26670"/>
                  </a:cubicBezTo>
                  <a:cubicBezTo>
                    <a:pt x="767993" y="26670"/>
                    <a:pt x="762414" y="27813"/>
                    <a:pt x="757329" y="30099"/>
                  </a:cubicBezTo>
                  <a:cubicBezTo>
                    <a:pt x="752511" y="32128"/>
                    <a:pt x="748703" y="35938"/>
                    <a:pt x="745904" y="41529"/>
                  </a:cubicBezTo>
                  <a:cubicBezTo>
                    <a:pt x="743114" y="47120"/>
                    <a:pt x="741715" y="54864"/>
                    <a:pt x="741715" y="64770"/>
                  </a:cubicBezTo>
                  <a:lnTo>
                    <a:pt x="741715" y="281940"/>
                  </a:lnTo>
                  <a:lnTo>
                    <a:pt x="710867" y="281940"/>
                  </a:lnTo>
                  <a:lnTo>
                    <a:pt x="710867" y="60960"/>
                  </a:lnTo>
                  <a:cubicBezTo>
                    <a:pt x="710867" y="40386"/>
                    <a:pt x="715952" y="25146"/>
                    <a:pt x="726101" y="15240"/>
                  </a:cubicBezTo>
                  <a:cubicBezTo>
                    <a:pt x="736260" y="5077"/>
                    <a:pt x="750227" y="0"/>
                    <a:pt x="767993" y="0"/>
                  </a:cubicBezTo>
                  <a:cubicBezTo>
                    <a:pt x="772315" y="0"/>
                    <a:pt x="776628" y="257"/>
                    <a:pt x="780941" y="762"/>
                  </a:cubicBezTo>
                  <a:cubicBezTo>
                    <a:pt x="785263" y="1267"/>
                    <a:pt x="789576" y="2162"/>
                    <a:pt x="793889" y="3429"/>
                  </a:cubicBezTo>
                  <a:lnTo>
                    <a:pt x="793889" y="29718"/>
                  </a:lnTo>
                  <a:close/>
                  <a:moveTo>
                    <a:pt x="906255" y="284607"/>
                  </a:moveTo>
                  <a:cubicBezTo>
                    <a:pt x="887975" y="284607"/>
                    <a:pt x="871980" y="280540"/>
                    <a:pt x="858270" y="272415"/>
                  </a:cubicBezTo>
                  <a:cubicBezTo>
                    <a:pt x="844807" y="264290"/>
                    <a:pt x="834277" y="252860"/>
                    <a:pt x="826660" y="238125"/>
                  </a:cubicBezTo>
                  <a:cubicBezTo>
                    <a:pt x="819291" y="223142"/>
                    <a:pt x="815616" y="205483"/>
                    <a:pt x="815616" y="185166"/>
                  </a:cubicBezTo>
                  <a:cubicBezTo>
                    <a:pt x="815616" y="165097"/>
                    <a:pt x="819291" y="147571"/>
                    <a:pt x="826660" y="132588"/>
                  </a:cubicBezTo>
                  <a:cubicBezTo>
                    <a:pt x="834277" y="117605"/>
                    <a:pt x="844807" y="106042"/>
                    <a:pt x="858270" y="97917"/>
                  </a:cubicBezTo>
                  <a:cubicBezTo>
                    <a:pt x="871980" y="89792"/>
                    <a:pt x="887975" y="85725"/>
                    <a:pt x="906255" y="85725"/>
                  </a:cubicBezTo>
                  <a:cubicBezTo>
                    <a:pt x="924535" y="85725"/>
                    <a:pt x="940397" y="89792"/>
                    <a:pt x="953859" y="97917"/>
                  </a:cubicBezTo>
                  <a:cubicBezTo>
                    <a:pt x="967569" y="106042"/>
                    <a:pt x="978100" y="117605"/>
                    <a:pt x="985469" y="132588"/>
                  </a:cubicBezTo>
                  <a:cubicBezTo>
                    <a:pt x="993085" y="147571"/>
                    <a:pt x="996894" y="165097"/>
                    <a:pt x="996894" y="185166"/>
                  </a:cubicBezTo>
                  <a:cubicBezTo>
                    <a:pt x="996894" y="205483"/>
                    <a:pt x="993085" y="223142"/>
                    <a:pt x="985469" y="238125"/>
                  </a:cubicBezTo>
                  <a:cubicBezTo>
                    <a:pt x="978100" y="252860"/>
                    <a:pt x="967569" y="264290"/>
                    <a:pt x="953859" y="272415"/>
                  </a:cubicBezTo>
                  <a:cubicBezTo>
                    <a:pt x="940397" y="280540"/>
                    <a:pt x="924535" y="284607"/>
                    <a:pt x="906255" y="284607"/>
                  </a:cubicBezTo>
                  <a:close/>
                  <a:moveTo>
                    <a:pt x="906255" y="259080"/>
                  </a:moveTo>
                  <a:cubicBezTo>
                    <a:pt x="925040" y="259080"/>
                    <a:pt x="939511" y="252860"/>
                    <a:pt x="949670" y="240411"/>
                  </a:cubicBezTo>
                  <a:cubicBezTo>
                    <a:pt x="960076" y="227714"/>
                    <a:pt x="965284" y="209293"/>
                    <a:pt x="965284" y="185166"/>
                  </a:cubicBezTo>
                  <a:cubicBezTo>
                    <a:pt x="965284" y="161544"/>
                    <a:pt x="960076" y="143380"/>
                    <a:pt x="949670" y="130683"/>
                  </a:cubicBezTo>
                  <a:cubicBezTo>
                    <a:pt x="939254" y="117986"/>
                    <a:pt x="924782" y="111633"/>
                    <a:pt x="906255" y="111633"/>
                  </a:cubicBezTo>
                  <a:cubicBezTo>
                    <a:pt x="887717" y="111633"/>
                    <a:pt x="873122" y="117986"/>
                    <a:pt x="862459" y="130683"/>
                  </a:cubicBezTo>
                  <a:cubicBezTo>
                    <a:pt x="852043" y="143380"/>
                    <a:pt x="846845" y="161544"/>
                    <a:pt x="846845" y="185166"/>
                  </a:cubicBezTo>
                  <a:cubicBezTo>
                    <a:pt x="846845" y="209293"/>
                    <a:pt x="851919" y="227714"/>
                    <a:pt x="862078" y="240411"/>
                  </a:cubicBezTo>
                  <a:cubicBezTo>
                    <a:pt x="872484" y="252860"/>
                    <a:pt x="887213" y="259080"/>
                    <a:pt x="906255" y="259080"/>
                  </a:cubicBezTo>
                  <a:close/>
                  <a:moveTo>
                    <a:pt x="1044974" y="281940"/>
                  </a:moveTo>
                  <a:lnTo>
                    <a:pt x="1044974" y="144018"/>
                  </a:lnTo>
                  <a:cubicBezTo>
                    <a:pt x="1044974" y="135131"/>
                    <a:pt x="1044727" y="126235"/>
                    <a:pt x="1044212" y="117348"/>
                  </a:cubicBezTo>
                  <a:cubicBezTo>
                    <a:pt x="1043965" y="108204"/>
                    <a:pt x="1043203" y="99184"/>
                    <a:pt x="1041927" y="90297"/>
                  </a:cubicBezTo>
                  <a:lnTo>
                    <a:pt x="1071252" y="90297"/>
                  </a:lnTo>
                  <a:lnTo>
                    <a:pt x="1075441" y="137541"/>
                  </a:lnTo>
                  <a:lnTo>
                    <a:pt x="1071252" y="136398"/>
                  </a:lnTo>
                  <a:cubicBezTo>
                    <a:pt x="1074812" y="119634"/>
                    <a:pt x="1082429" y="107061"/>
                    <a:pt x="1094102" y="98679"/>
                  </a:cubicBezTo>
                  <a:cubicBezTo>
                    <a:pt x="1106041" y="90040"/>
                    <a:pt x="1119371" y="85725"/>
                    <a:pt x="1134089" y="85725"/>
                  </a:cubicBezTo>
                  <a:cubicBezTo>
                    <a:pt x="1137393" y="85725"/>
                    <a:pt x="1140440" y="85982"/>
                    <a:pt x="1143230" y="86487"/>
                  </a:cubicBezTo>
                  <a:cubicBezTo>
                    <a:pt x="1146276" y="86744"/>
                    <a:pt x="1149076" y="87249"/>
                    <a:pt x="1151608" y="88011"/>
                  </a:cubicBezTo>
                  <a:lnTo>
                    <a:pt x="1150846" y="116205"/>
                  </a:lnTo>
                  <a:cubicBezTo>
                    <a:pt x="1145010" y="114176"/>
                    <a:pt x="1138279" y="113157"/>
                    <a:pt x="1130662" y="113157"/>
                  </a:cubicBezTo>
                  <a:cubicBezTo>
                    <a:pt x="1117466" y="113157"/>
                    <a:pt x="1106803" y="116081"/>
                    <a:pt x="1098672" y="121920"/>
                  </a:cubicBezTo>
                  <a:cubicBezTo>
                    <a:pt x="1090808" y="127759"/>
                    <a:pt x="1084962" y="135255"/>
                    <a:pt x="1081153" y="144399"/>
                  </a:cubicBezTo>
                  <a:cubicBezTo>
                    <a:pt x="1077602" y="153286"/>
                    <a:pt x="1075822" y="162687"/>
                    <a:pt x="1075822" y="172593"/>
                  </a:cubicBezTo>
                  <a:lnTo>
                    <a:pt x="1075822" y="281940"/>
                  </a:lnTo>
                  <a:lnTo>
                    <a:pt x="1044974" y="281940"/>
                  </a:lnTo>
                  <a:close/>
                  <a:moveTo>
                    <a:pt x="1182951" y="281940"/>
                  </a:moveTo>
                  <a:lnTo>
                    <a:pt x="1182951" y="144018"/>
                  </a:lnTo>
                  <a:cubicBezTo>
                    <a:pt x="1182951" y="135131"/>
                    <a:pt x="1182703" y="126235"/>
                    <a:pt x="1182189" y="117348"/>
                  </a:cubicBezTo>
                  <a:cubicBezTo>
                    <a:pt x="1181941" y="108204"/>
                    <a:pt x="1181180" y="99184"/>
                    <a:pt x="1179904" y="90297"/>
                  </a:cubicBezTo>
                  <a:lnTo>
                    <a:pt x="1209228" y="90297"/>
                  </a:lnTo>
                  <a:lnTo>
                    <a:pt x="1212656" y="129921"/>
                  </a:lnTo>
                  <a:lnTo>
                    <a:pt x="1208847" y="132588"/>
                  </a:lnTo>
                  <a:cubicBezTo>
                    <a:pt x="1213418" y="117605"/>
                    <a:pt x="1221291" y="106042"/>
                    <a:pt x="1232459" y="97917"/>
                  </a:cubicBezTo>
                  <a:cubicBezTo>
                    <a:pt x="1243885" y="89792"/>
                    <a:pt x="1257347" y="85725"/>
                    <a:pt x="1272828" y="85725"/>
                  </a:cubicBezTo>
                  <a:cubicBezTo>
                    <a:pt x="1291365" y="85725"/>
                    <a:pt x="1305713" y="90297"/>
                    <a:pt x="1315862" y="99441"/>
                  </a:cubicBezTo>
                  <a:cubicBezTo>
                    <a:pt x="1326278" y="108585"/>
                    <a:pt x="1332876" y="122558"/>
                    <a:pt x="1335665" y="141351"/>
                  </a:cubicBezTo>
                  <a:lnTo>
                    <a:pt x="1326526" y="136398"/>
                  </a:lnTo>
                  <a:cubicBezTo>
                    <a:pt x="1330591" y="120901"/>
                    <a:pt x="1338712" y="108585"/>
                    <a:pt x="1350899" y="99441"/>
                  </a:cubicBezTo>
                  <a:cubicBezTo>
                    <a:pt x="1363343" y="90297"/>
                    <a:pt x="1378196" y="85725"/>
                    <a:pt x="1395457" y="85725"/>
                  </a:cubicBezTo>
                  <a:cubicBezTo>
                    <a:pt x="1416536" y="85725"/>
                    <a:pt x="1432398" y="92078"/>
                    <a:pt x="1443061" y="104775"/>
                  </a:cubicBezTo>
                  <a:cubicBezTo>
                    <a:pt x="1453725" y="117224"/>
                    <a:pt x="1459056" y="136141"/>
                    <a:pt x="1459056" y="161544"/>
                  </a:cubicBezTo>
                  <a:lnTo>
                    <a:pt x="1459056" y="281940"/>
                  </a:lnTo>
                  <a:lnTo>
                    <a:pt x="1428209" y="281940"/>
                  </a:lnTo>
                  <a:lnTo>
                    <a:pt x="1428209" y="163068"/>
                  </a:lnTo>
                  <a:cubicBezTo>
                    <a:pt x="1428209" y="145285"/>
                    <a:pt x="1425038" y="132331"/>
                    <a:pt x="1418688" y="124206"/>
                  </a:cubicBezTo>
                  <a:cubicBezTo>
                    <a:pt x="1412347" y="115824"/>
                    <a:pt x="1402312" y="111633"/>
                    <a:pt x="1388602" y="111633"/>
                  </a:cubicBezTo>
                  <a:cubicBezTo>
                    <a:pt x="1372607" y="111633"/>
                    <a:pt x="1359915" y="117091"/>
                    <a:pt x="1350518" y="128016"/>
                  </a:cubicBezTo>
                  <a:cubicBezTo>
                    <a:pt x="1341378" y="138941"/>
                    <a:pt x="1336808" y="153800"/>
                    <a:pt x="1336808" y="172593"/>
                  </a:cubicBezTo>
                  <a:lnTo>
                    <a:pt x="1336808" y="281940"/>
                  </a:lnTo>
                  <a:lnTo>
                    <a:pt x="1305960" y="281940"/>
                  </a:lnTo>
                  <a:lnTo>
                    <a:pt x="1305960" y="163068"/>
                  </a:lnTo>
                  <a:cubicBezTo>
                    <a:pt x="1305960" y="145285"/>
                    <a:pt x="1302666" y="132331"/>
                    <a:pt x="1296059" y="124206"/>
                  </a:cubicBezTo>
                  <a:cubicBezTo>
                    <a:pt x="1289718" y="115824"/>
                    <a:pt x="1279683" y="111633"/>
                    <a:pt x="1265973" y="111633"/>
                  </a:cubicBezTo>
                  <a:cubicBezTo>
                    <a:pt x="1249730" y="111633"/>
                    <a:pt x="1236906" y="117091"/>
                    <a:pt x="1227508" y="128016"/>
                  </a:cubicBezTo>
                  <a:cubicBezTo>
                    <a:pt x="1218368" y="138941"/>
                    <a:pt x="1213798" y="153800"/>
                    <a:pt x="1213798" y="172593"/>
                  </a:cubicBezTo>
                  <a:lnTo>
                    <a:pt x="1213798" y="281940"/>
                  </a:lnTo>
                  <a:lnTo>
                    <a:pt x="1182951" y="2819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48"/>
            <p:cNvSpPr/>
            <p:nvPr/>
          </p:nvSpPr>
          <p:spPr>
            <a:xfrm>
              <a:off x="4527854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48"/>
            <p:cNvSpPr/>
            <p:nvPr/>
          </p:nvSpPr>
          <p:spPr>
            <a:xfrm>
              <a:off x="1919132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10" name="Google Shape;41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3593" y="1156890"/>
            <a:ext cx="5857288" cy="4922177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48"/>
          <p:cNvSpPr txBox="1"/>
          <p:nvPr>
            <p:ph idx="2" type="body"/>
          </p:nvPr>
        </p:nvSpPr>
        <p:spPr>
          <a:xfrm>
            <a:off x="155786" y="6472155"/>
            <a:ext cx="5940214" cy="258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412" name="Google Shape;412;p48"/>
          <p:cNvGrpSpPr/>
          <p:nvPr/>
        </p:nvGrpSpPr>
        <p:grpSpPr>
          <a:xfrm>
            <a:off x="270086" y="4540251"/>
            <a:ext cx="5332428" cy="1733254"/>
            <a:chOff x="155786" y="4540251"/>
            <a:chExt cx="5332428" cy="1733254"/>
          </a:xfrm>
        </p:grpSpPr>
        <p:sp>
          <p:nvSpPr>
            <p:cNvPr id="413" name="Google Shape;413;p48"/>
            <p:cNvSpPr txBox="1"/>
            <p:nvPr/>
          </p:nvSpPr>
          <p:spPr>
            <a:xfrm>
              <a:off x="1368637" y="4540251"/>
              <a:ext cx="4119577" cy="1733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Rokkitt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Rokkitt"/>
                  <a:ea typeface="Rokkitt"/>
                  <a:cs typeface="Rokkitt"/>
                  <a:sym typeface="Rokkitt"/>
                </a:rPr>
                <a:t>CÔNG TY CỔ PHẦN GIẢI PHÁP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Rokkitt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Rokkitt"/>
                  <a:ea typeface="Rokkitt"/>
                  <a:cs typeface="Rokkitt"/>
                  <a:sym typeface="Rokkitt"/>
                </a:rPr>
                <a:t>CHUỖI CUNG ỨNG SMARTLOG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215B37 Nguyễn Văn Hưởng, Phường Thảo Điền, Thành phố Thủ Đức, Thành Phố Hồ Chí Minh</a:t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6BB24"/>
                </a:buClr>
                <a:buSzPts val="800"/>
                <a:buFont typeface="Rokkitt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en-US" sz="1400" u="sng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www.gosmartlog.com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14" name="Google Shape;414;p4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55786" y="5026167"/>
              <a:ext cx="1111250" cy="1107054"/>
            </a:xfrm>
            <a:prstGeom prst="roundRect">
              <a:avLst>
                <a:gd fmla="val 3122" name="adj"/>
              </a:avLst>
            </a:prstGeom>
            <a:noFill/>
            <a:ln>
              <a:noFill/>
            </a:ln>
          </p:spPr>
        </p:pic>
      </p:grpSp>
      <p:sp>
        <p:nvSpPr>
          <p:cNvPr id="415" name="Google Shape;415;p48"/>
          <p:cNvSpPr txBox="1"/>
          <p:nvPr/>
        </p:nvSpPr>
        <p:spPr>
          <a:xfrm>
            <a:off x="153248" y="2976245"/>
            <a:ext cx="3558963" cy="496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Liên hệ: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48"/>
          <p:cNvSpPr txBox="1"/>
          <p:nvPr>
            <p:ph idx="3" type="body"/>
          </p:nvPr>
        </p:nvSpPr>
        <p:spPr>
          <a:xfrm>
            <a:off x="155786" y="3397250"/>
            <a:ext cx="3901864" cy="15176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ackground--ALL">
  <p:cSld name="1_Background--ALL">
    <p:bg>
      <p:bgPr>
        <a:solidFill>
          <a:schemeClr val="accent1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49"/>
          <p:cNvPicPr preferRelativeResize="0"/>
          <p:nvPr/>
        </p:nvPicPr>
        <p:blipFill rotWithShape="1">
          <a:blip r:embed="rId2">
            <a:alphaModFix amt="40000"/>
          </a:blip>
          <a:srcRect b="12063" l="0" r="52412" t="24766"/>
          <a:stretch/>
        </p:blipFill>
        <p:spPr>
          <a:xfrm>
            <a:off x="3007268" y="-1"/>
            <a:ext cx="9184732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49"/>
          <p:cNvSpPr txBox="1"/>
          <p:nvPr>
            <p:ph type="title"/>
          </p:nvPr>
        </p:nvSpPr>
        <p:spPr>
          <a:xfrm>
            <a:off x="155786" y="1191528"/>
            <a:ext cx="5054601" cy="4887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  <a:defRPr b="1" sz="32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20" name="Google Shape;420;p49"/>
          <p:cNvGrpSpPr/>
          <p:nvPr/>
        </p:nvGrpSpPr>
        <p:grpSpPr>
          <a:xfrm>
            <a:off x="300959" y="308426"/>
            <a:ext cx="2013104" cy="571854"/>
            <a:chOff x="338666" y="4303183"/>
            <a:chExt cx="7340599" cy="2085212"/>
          </a:xfrm>
        </p:grpSpPr>
        <p:sp>
          <p:nvSpPr>
            <p:cNvPr id="421" name="Google Shape;421;p49"/>
            <p:cNvSpPr/>
            <p:nvPr/>
          </p:nvSpPr>
          <p:spPr>
            <a:xfrm>
              <a:off x="338666" y="4817769"/>
              <a:ext cx="931067" cy="1085156"/>
            </a:xfrm>
            <a:custGeom>
              <a:rect b="b" l="l" r="r" t="t"/>
              <a:pathLst>
                <a:path extrusionOk="0" h="1085156" w="931067">
                  <a:moveTo>
                    <a:pt x="266668" y="724502"/>
                  </a:moveTo>
                  <a:lnTo>
                    <a:pt x="0" y="724502"/>
                  </a:lnTo>
                  <a:cubicBezTo>
                    <a:pt x="0" y="847803"/>
                    <a:pt x="39462" y="937691"/>
                    <a:pt x="117749" y="995117"/>
                  </a:cubicBezTo>
                  <a:cubicBezTo>
                    <a:pt x="188382" y="1054534"/>
                    <a:pt x="298318" y="1085157"/>
                    <a:pt x="451383" y="1085157"/>
                  </a:cubicBezTo>
                  <a:cubicBezTo>
                    <a:pt x="735511" y="1085157"/>
                    <a:pt x="931068" y="993278"/>
                    <a:pt x="931068" y="736551"/>
                  </a:cubicBezTo>
                  <a:cubicBezTo>
                    <a:pt x="931068" y="663885"/>
                    <a:pt x="908108" y="599124"/>
                    <a:pt x="860036" y="546727"/>
                  </a:cubicBezTo>
                  <a:cubicBezTo>
                    <a:pt x="804550" y="492016"/>
                    <a:pt x="691505" y="445600"/>
                    <a:pt x="507268" y="409227"/>
                  </a:cubicBezTo>
                  <a:cubicBezTo>
                    <a:pt x="364487" y="382909"/>
                    <a:pt x="294252" y="340558"/>
                    <a:pt x="294252" y="285925"/>
                  </a:cubicBezTo>
                  <a:cubicBezTo>
                    <a:pt x="294252" y="231452"/>
                    <a:pt x="348064" y="203059"/>
                    <a:pt x="455529" y="203059"/>
                  </a:cubicBezTo>
                  <a:cubicBezTo>
                    <a:pt x="546571" y="203059"/>
                    <a:pt x="602376" y="229378"/>
                    <a:pt x="621111" y="275875"/>
                  </a:cubicBezTo>
                  <a:cubicBezTo>
                    <a:pt x="637534" y="318386"/>
                    <a:pt x="678032" y="340558"/>
                    <a:pt x="737424" y="342631"/>
                  </a:cubicBezTo>
                  <a:lnTo>
                    <a:pt x="898542" y="342631"/>
                  </a:lnTo>
                  <a:cubicBezTo>
                    <a:pt x="892802" y="231452"/>
                    <a:pt x="852463" y="146910"/>
                    <a:pt x="777764" y="86934"/>
                  </a:cubicBezTo>
                  <a:cubicBezTo>
                    <a:pt x="701151" y="28951"/>
                    <a:pt x="592251" y="0"/>
                    <a:pt x="451543" y="0"/>
                  </a:cubicBezTo>
                  <a:cubicBezTo>
                    <a:pt x="206080" y="3908"/>
                    <a:pt x="29577" y="108388"/>
                    <a:pt x="29577" y="334417"/>
                  </a:cubicBezTo>
                  <a:cubicBezTo>
                    <a:pt x="31649" y="502141"/>
                    <a:pt x="149159" y="607421"/>
                    <a:pt x="383141" y="649693"/>
                  </a:cubicBezTo>
                  <a:cubicBezTo>
                    <a:pt x="571284" y="682230"/>
                    <a:pt x="666472" y="726578"/>
                    <a:pt x="666472" y="781214"/>
                  </a:cubicBezTo>
                  <a:cubicBezTo>
                    <a:pt x="666472" y="849880"/>
                    <a:pt x="608515" y="882103"/>
                    <a:pt x="492679" y="882103"/>
                  </a:cubicBezTo>
                  <a:cubicBezTo>
                    <a:pt x="358348" y="882103"/>
                    <a:pt x="272648" y="841907"/>
                    <a:pt x="266668" y="7245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49"/>
            <p:cNvSpPr/>
            <p:nvPr/>
          </p:nvSpPr>
          <p:spPr>
            <a:xfrm>
              <a:off x="1374890" y="4819443"/>
              <a:ext cx="1517750" cy="1067689"/>
            </a:xfrm>
            <a:custGeom>
              <a:rect b="b" l="l" r="r" t="t"/>
              <a:pathLst>
                <a:path extrusionOk="0" h="1067689" w="1517750">
                  <a:moveTo>
                    <a:pt x="448672" y="223396"/>
                  </a:moveTo>
                  <a:cubicBezTo>
                    <a:pt x="569444" y="223396"/>
                    <a:pt x="630673" y="277471"/>
                    <a:pt x="636890" y="387375"/>
                  </a:cubicBezTo>
                  <a:lnTo>
                    <a:pt x="636890" y="1063784"/>
                  </a:lnTo>
                  <a:lnTo>
                    <a:pt x="880920" y="1063784"/>
                  </a:lnTo>
                  <a:lnTo>
                    <a:pt x="880920" y="391522"/>
                  </a:lnTo>
                  <a:cubicBezTo>
                    <a:pt x="882995" y="281379"/>
                    <a:pt x="944138" y="227305"/>
                    <a:pt x="1064996" y="227305"/>
                  </a:cubicBezTo>
                  <a:cubicBezTo>
                    <a:pt x="1185778" y="227305"/>
                    <a:pt x="1246998" y="281379"/>
                    <a:pt x="1253139" y="391522"/>
                  </a:cubicBezTo>
                  <a:lnTo>
                    <a:pt x="1253139" y="935778"/>
                  </a:lnTo>
                  <a:cubicBezTo>
                    <a:pt x="1253139" y="1019760"/>
                    <a:pt x="1296268" y="1061794"/>
                    <a:pt x="1382527" y="1067690"/>
                  </a:cubicBezTo>
                  <a:lnTo>
                    <a:pt x="1517733" y="1067690"/>
                  </a:lnTo>
                  <a:lnTo>
                    <a:pt x="1517733" y="445517"/>
                  </a:lnTo>
                  <a:cubicBezTo>
                    <a:pt x="1519571" y="146911"/>
                    <a:pt x="1372645" y="3669"/>
                    <a:pt x="1069062" y="3669"/>
                  </a:cubicBezTo>
                  <a:cubicBezTo>
                    <a:pt x="930028" y="3669"/>
                    <a:pt x="829973" y="30387"/>
                    <a:pt x="760699" y="85897"/>
                  </a:cubicBezTo>
                  <a:cubicBezTo>
                    <a:pt x="691502" y="28553"/>
                    <a:pt x="591847" y="0"/>
                    <a:pt x="452737" y="0"/>
                  </a:cubicBezTo>
                  <a:cubicBezTo>
                    <a:pt x="148992" y="0"/>
                    <a:pt x="0" y="143242"/>
                    <a:pt x="0" y="441449"/>
                  </a:cubicBezTo>
                  <a:lnTo>
                    <a:pt x="0" y="1063784"/>
                  </a:lnTo>
                  <a:lnTo>
                    <a:pt x="264509" y="1063784"/>
                  </a:lnTo>
                  <a:lnTo>
                    <a:pt x="264509" y="387375"/>
                  </a:lnTo>
                  <a:cubicBezTo>
                    <a:pt x="266747" y="277471"/>
                    <a:pt x="327890" y="223396"/>
                    <a:pt x="448672" y="2233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49"/>
            <p:cNvSpPr/>
            <p:nvPr/>
          </p:nvSpPr>
          <p:spPr>
            <a:xfrm>
              <a:off x="3018422" y="4817769"/>
              <a:ext cx="880929" cy="1069283"/>
            </a:xfrm>
            <a:custGeom>
              <a:rect b="b" l="l" r="r" t="t"/>
              <a:pathLst>
                <a:path extrusionOk="0" h="1069283" w="880929">
                  <a:moveTo>
                    <a:pt x="450909" y="203059"/>
                  </a:moveTo>
                  <a:cubicBezTo>
                    <a:pt x="567140" y="203059"/>
                    <a:pt x="626293" y="232648"/>
                    <a:pt x="632672" y="291907"/>
                  </a:cubicBezTo>
                  <a:cubicBezTo>
                    <a:pt x="632672" y="349012"/>
                    <a:pt x="571443" y="382510"/>
                    <a:pt x="450909" y="396308"/>
                  </a:cubicBezTo>
                  <a:cubicBezTo>
                    <a:pt x="176822" y="421989"/>
                    <a:pt x="5503" y="489301"/>
                    <a:pt x="0" y="739732"/>
                  </a:cubicBezTo>
                  <a:cubicBezTo>
                    <a:pt x="0" y="970552"/>
                    <a:pt x="163912" y="1086833"/>
                    <a:pt x="421566" y="1067135"/>
                  </a:cubicBezTo>
                  <a:cubicBezTo>
                    <a:pt x="714466" y="1047438"/>
                    <a:pt x="880929" y="919183"/>
                    <a:pt x="880929" y="631186"/>
                  </a:cubicBezTo>
                  <a:lnTo>
                    <a:pt x="880929" y="276035"/>
                  </a:lnTo>
                  <a:cubicBezTo>
                    <a:pt x="875188" y="89406"/>
                    <a:pt x="735279" y="0"/>
                    <a:pt x="438475" y="0"/>
                  </a:cubicBezTo>
                  <a:cubicBezTo>
                    <a:pt x="188228" y="0"/>
                    <a:pt x="59639" y="89406"/>
                    <a:pt x="29819" y="276035"/>
                  </a:cubicBezTo>
                  <a:lnTo>
                    <a:pt x="282056" y="276035"/>
                  </a:lnTo>
                  <a:cubicBezTo>
                    <a:pt x="296804" y="226746"/>
                    <a:pt x="351730" y="203059"/>
                    <a:pt x="450909" y="203059"/>
                  </a:cubicBezTo>
                  <a:close/>
                  <a:moveTo>
                    <a:pt x="385615" y="854023"/>
                  </a:moveTo>
                  <a:cubicBezTo>
                    <a:pt x="296804" y="854023"/>
                    <a:pt x="250409" y="814551"/>
                    <a:pt x="244030" y="731760"/>
                  </a:cubicBezTo>
                  <a:cubicBezTo>
                    <a:pt x="244030" y="654874"/>
                    <a:pt x="300955" y="605582"/>
                    <a:pt x="412959" y="585808"/>
                  </a:cubicBezTo>
                  <a:cubicBezTo>
                    <a:pt x="495314" y="570016"/>
                    <a:pt x="571529" y="548404"/>
                    <a:pt x="636899" y="522724"/>
                  </a:cubicBezTo>
                  <a:lnTo>
                    <a:pt x="636899" y="619308"/>
                  </a:lnTo>
                  <a:cubicBezTo>
                    <a:pt x="636814" y="767250"/>
                    <a:pt x="541872" y="854023"/>
                    <a:pt x="385615" y="8540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49"/>
            <p:cNvSpPr/>
            <p:nvPr/>
          </p:nvSpPr>
          <p:spPr>
            <a:xfrm>
              <a:off x="5216460" y="4303183"/>
              <a:ext cx="408455" cy="1583837"/>
            </a:xfrm>
            <a:custGeom>
              <a:rect b="b" l="l" r="r" t="t"/>
              <a:pathLst>
                <a:path extrusionOk="0" h="1583837" w="408455">
                  <a:moveTo>
                    <a:pt x="244078" y="292465"/>
                  </a:moveTo>
                  <a:lnTo>
                    <a:pt x="244078" y="129683"/>
                  </a:lnTo>
                  <a:cubicBezTo>
                    <a:pt x="244078" y="62050"/>
                    <a:pt x="190904" y="0"/>
                    <a:pt x="126647" y="0"/>
                  </a:cubicBezTo>
                  <a:lnTo>
                    <a:pt x="48" y="0"/>
                  </a:lnTo>
                  <a:lnTo>
                    <a:pt x="48" y="1388707"/>
                  </a:lnTo>
                  <a:cubicBezTo>
                    <a:pt x="-1704" y="1505236"/>
                    <a:pt x="44215" y="1566253"/>
                    <a:pt x="139958" y="1576140"/>
                  </a:cubicBezTo>
                  <a:cubicBezTo>
                    <a:pt x="235938" y="1586027"/>
                    <a:pt x="325872" y="1586027"/>
                    <a:pt x="408456" y="1578216"/>
                  </a:cubicBezTo>
                  <a:lnTo>
                    <a:pt x="408456" y="1378820"/>
                  </a:lnTo>
                  <a:lnTo>
                    <a:pt x="329776" y="1378820"/>
                  </a:lnTo>
                  <a:cubicBezTo>
                    <a:pt x="269747" y="1378820"/>
                    <a:pt x="244078" y="1354017"/>
                    <a:pt x="244078" y="1308402"/>
                  </a:cubicBezTo>
                  <a:lnTo>
                    <a:pt x="244078" y="700816"/>
                  </a:lnTo>
                  <a:lnTo>
                    <a:pt x="244078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49"/>
            <p:cNvSpPr/>
            <p:nvPr/>
          </p:nvSpPr>
          <p:spPr>
            <a:xfrm>
              <a:off x="5647957" y="4819443"/>
              <a:ext cx="942548" cy="1081815"/>
            </a:xfrm>
            <a:custGeom>
              <a:rect b="b" l="l" r="r" t="t"/>
              <a:pathLst>
                <a:path extrusionOk="0" h="1081815" w="942548">
                  <a:moveTo>
                    <a:pt x="474350" y="223396"/>
                  </a:moveTo>
                  <a:cubicBezTo>
                    <a:pt x="610108" y="223396"/>
                    <a:pt x="677954" y="326920"/>
                    <a:pt x="677954" y="535718"/>
                  </a:cubicBezTo>
                  <a:cubicBezTo>
                    <a:pt x="676040" y="748907"/>
                    <a:pt x="608042" y="858416"/>
                    <a:pt x="472274" y="858416"/>
                  </a:cubicBezTo>
                  <a:cubicBezTo>
                    <a:pt x="336507" y="858416"/>
                    <a:pt x="266432" y="752822"/>
                    <a:pt x="264595" y="544015"/>
                  </a:cubicBezTo>
                  <a:cubicBezTo>
                    <a:pt x="264681" y="330908"/>
                    <a:pt x="334431" y="223396"/>
                    <a:pt x="474350" y="223396"/>
                  </a:cubicBezTo>
                  <a:close/>
                  <a:moveTo>
                    <a:pt x="474350" y="0"/>
                  </a:moveTo>
                  <a:cubicBezTo>
                    <a:pt x="156733" y="0"/>
                    <a:pt x="0" y="173868"/>
                    <a:pt x="0" y="544015"/>
                  </a:cubicBezTo>
                  <a:cubicBezTo>
                    <a:pt x="0" y="908984"/>
                    <a:pt x="156733" y="1081815"/>
                    <a:pt x="474350" y="1081815"/>
                  </a:cubicBezTo>
                  <a:cubicBezTo>
                    <a:pt x="788206" y="1081815"/>
                    <a:pt x="942549" y="908898"/>
                    <a:pt x="942549" y="544015"/>
                  </a:cubicBezTo>
                  <a:cubicBezTo>
                    <a:pt x="942549" y="173947"/>
                    <a:pt x="788206" y="0"/>
                    <a:pt x="474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49"/>
            <p:cNvSpPr/>
            <p:nvPr/>
          </p:nvSpPr>
          <p:spPr>
            <a:xfrm>
              <a:off x="6716152" y="4817830"/>
              <a:ext cx="963113" cy="1497041"/>
            </a:xfrm>
            <a:custGeom>
              <a:rect b="b" l="l" r="r" t="t"/>
              <a:pathLst>
                <a:path extrusionOk="0" h="1497041" w="963113">
                  <a:moveTo>
                    <a:pt x="414073" y="1083504"/>
                  </a:moveTo>
                  <a:cubicBezTo>
                    <a:pt x="547365" y="1083504"/>
                    <a:pt x="650524" y="1033974"/>
                    <a:pt x="719084" y="934438"/>
                  </a:cubicBezTo>
                  <a:lnTo>
                    <a:pt x="719084" y="1037641"/>
                  </a:lnTo>
                  <a:cubicBezTo>
                    <a:pt x="719084" y="1206805"/>
                    <a:pt x="646382" y="1293978"/>
                    <a:pt x="505036" y="1293978"/>
                  </a:cubicBezTo>
                  <a:cubicBezTo>
                    <a:pt x="393898" y="1293978"/>
                    <a:pt x="331156" y="1255697"/>
                    <a:pt x="313142" y="1174983"/>
                  </a:cubicBezTo>
                  <a:lnTo>
                    <a:pt x="27183" y="1174983"/>
                  </a:lnTo>
                  <a:cubicBezTo>
                    <a:pt x="86973" y="1395505"/>
                    <a:pt x="233585" y="1497042"/>
                    <a:pt x="474578" y="1497042"/>
                  </a:cubicBezTo>
                  <a:cubicBezTo>
                    <a:pt x="807733" y="1491536"/>
                    <a:pt x="963114" y="1370226"/>
                    <a:pt x="963114" y="1100649"/>
                  </a:cubicBezTo>
                  <a:lnTo>
                    <a:pt x="963114" y="465398"/>
                  </a:lnTo>
                  <a:cubicBezTo>
                    <a:pt x="963114" y="140866"/>
                    <a:pt x="809732" y="-1817"/>
                    <a:pt x="484861" y="17"/>
                  </a:cubicBezTo>
                  <a:cubicBezTo>
                    <a:pt x="158485" y="5601"/>
                    <a:pt x="0" y="166548"/>
                    <a:pt x="0" y="530559"/>
                  </a:cubicBezTo>
                  <a:cubicBezTo>
                    <a:pt x="76" y="907720"/>
                    <a:pt x="135283" y="1083504"/>
                    <a:pt x="414073" y="1083504"/>
                  </a:cubicBezTo>
                  <a:close/>
                  <a:moveTo>
                    <a:pt x="488850" y="860105"/>
                  </a:moveTo>
                  <a:cubicBezTo>
                    <a:pt x="343437" y="860105"/>
                    <a:pt x="270650" y="753073"/>
                    <a:pt x="264671" y="538846"/>
                  </a:cubicBezTo>
                  <a:cubicBezTo>
                    <a:pt x="264671" y="314177"/>
                    <a:pt x="339448" y="202997"/>
                    <a:pt x="492915" y="202997"/>
                  </a:cubicBezTo>
                  <a:cubicBezTo>
                    <a:pt x="646382" y="202997"/>
                    <a:pt x="720922" y="314177"/>
                    <a:pt x="719084" y="538846"/>
                  </a:cubicBezTo>
                  <a:cubicBezTo>
                    <a:pt x="711115" y="753073"/>
                    <a:pt x="634263" y="860105"/>
                    <a:pt x="488850" y="8601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49"/>
            <p:cNvSpPr/>
            <p:nvPr/>
          </p:nvSpPr>
          <p:spPr>
            <a:xfrm>
              <a:off x="4661889" y="4843290"/>
              <a:ext cx="419889" cy="1039937"/>
            </a:xfrm>
            <a:custGeom>
              <a:rect b="b" l="l" r="r" t="t"/>
              <a:pathLst>
                <a:path extrusionOk="0" h="1039937" w="419889">
                  <a:moveTo>
                    <a:pt x="0" y="1039938"/>
                  </a:moveTo>
                  <a:lnTo>
                    <a:pt x="264595" y="1039938"/>
                  </a:lnTo>
                  <a:lnTo>
                    <a:pt x="264595" y="492412"/>
                  </a:lnTo>
                  <a:cubicBezTo>
                    <a:pt x="264595" y="363368"/>
                    <a:pt x="316331" y="20497"/>
                    <a:pt x="419890" y="0"/>
                  </a:cubicBezTo>
                  <a:cubicBezTo>
                    <a:pt x="146841" y="33737"/>
                    <a:pt x="6931" y="198992"/>
                    <a:pt x="0" y="496403"/>
                  </a:cubicBezTo>
                  <a:lnTo>
                    <a:pt x="0" y="10399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49"/>
            <p:cNvSpPr/>
            <p:nvPr/>
          </p:nvSpPr>
          <p:spPr>
            <a:xfrm>
              <a:off x="4661889" y="4488137"/>
              <a:ext cx="244020" cy="471437"/>
            </a:xfrm>
            <a:custGeom>
              <a:rect b="b" l="l" r="r" t="t"/>
              <a:pathLst>
                <a:path extrusionOk="0" h="471437" w="244020">
                  <a:moveTo>
                    <a:pt x="244020" y="292465"/>
                  </a:moveTo>
                  <a:lnTo>
                    <a:pt x="244020" y="129683"/>
                  </a:lnTo>
                  <a:cubicBezTo>
                    <a:pt x="244020" y="62050"/>
                    <a:pt x="190846" y="0"/>
                    <a:pt x="126513" y="0"/>
                  </a:cubicBezTo>
                  <a:lnTo>
                    <a:pt x="0" y="0"/>
                  </a:lnTo>
                  <a:lnTo>
                    <a:pt x="152" y="471438"/>
                  </a:lnTo>
                  <a:lnTo>
                    <a:pt x="244020" y="471438"/>
                  </a:lnTo>
                  <a:lnTo>
                    <a:pt x="244020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49"/>
            <p:cNvSpPr/>
            <p:nvPr/>
          </p:nvSpPr>
          <p:spPr>
            <a:xfrm>
              <a:off x="4025065" y="4842652"/>
              <a:ext cx="522658" cy="1040575"/>
            </a:xfrm>
            <a:custGeom>
              <a:rect b="b" l="l" r="r" t="t"/>
              <a:pathLst>
                <a:path extrusionOk="0" h="1040575" w="522658">
                  <a:moveTo>
                    <a:pt x="0" y="1040576"/>
                  </a:moveTo>
                  <a:lnTo>
                    <a:pt x="264604" y="1040576"/>
                  </a:lnTo>
                  <a:lnTo>
                    <a:pt x="264604" y="493050"/>
                  </a:lnTo>
                  <a:cubicBezTo>
                    <a:pt x="264604" y="339762"/>
                    <a:pt x="337544" y="262078"/>
                    <a:pt x="483356" y="262078"/>
                  </a:cubicBezTo>
                  <a:lnTo>
                    <a:pt x="522658" y="262078"/>
                  </a:lnTo>
                  <a:lnTo>
                    <a:pt x="522658" y="0"/>
                  </a:lnTo>
                  <a:cubicBezTo>
                    <a:pt x="214534" y="21774"/>
                    <a:pt x="7417" y="184795"/>
                    <a:pt x="86" y="496955"/>
                  </a:cubicBezTo>
                  <a:lnTo>
                    <a:pt x="86" y="1040576"/>
                  </a:lnTo>
                  <a:lnTo>
                    <a:pt x="0" y="10405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49"/>
            <p:cNvSpPr/>
            <p:nvPr/>
          </p:nvSpPr>
          <p:spPr>
            <a:xfrm>
              <a:off x="356946" y="6029112"/>
              <a:ext cx="1060969" cy="277368"/>
            </a:xfrm>
            <a:custGeom>
              <a:rect b="b" l="l" r="r" t="t"/>
              <a:pathLst>
                <a:path extrusionOk="0" h="277368" w="1060969">
                  <a:moveTo>
                    <a:pt x="101302" y="277368"/>
                  </a:moveTo>
                  <a:cubicBezTo>
                    <a:pt x="87338" y="277368"/>
                    <a:pt x="74263" y="276225"/>
                    <a:pt x="62076" y="273939"/>
                  </a:cubicBezTo>
                  <a:cubicBezTo>
                    <a:pt x="49889" y="271396"/>
                    <a:pt x="38591" y="267586"/>
                    <a:pt x="28182" y="262509"/>
                  </a:cubicBezTo>
                  <a:cubicBezTo>
                    <a:pt x="17772" y="257175"/>
                    <a:pt x="8378" y="250698"/>
                    <a:pt x="0" y="243078"/>
                  </a:cubicBezTo>
                  <a:lnTo>
                    <a:pt x="11806" y="219075"/>
                  </a:lnTo>
                  <a:cubicBezTo>
                    <a:pt x="25516" y="230505"/>
                    <a:pt x="39226" y="238630"/>
                    <a:pt x="52936" y="243459"/>
                  </a:cubicBezTo>
                  <a:cubicBezTo>
                    <a:pt x="66900" y="248288"/>
                    <a:pt x="83149" y="250698"/>
                    <a:pt x="101683" y="250698"/>
                  </a:cubicBezTo>
                  <a:cubicBezTo>
                    <a:pt x="123264" y="250698"/>
                    <a:pt x="140021" y="246507"/>
                    <a:pt x="151953" y="238125"/>
                  </a:cubicBezTo>
                  <a:cubicBezTo>
                    <a:pt x="163886" y="229486"/>
                    <a:pt x="169853" y="217427"/>
                    <a:pt x="169853" y="201930"/>
                  </a:cubicBezTo>
                  <a:cubicBezTo>
                    <a:pt x="169853" y="192529"/>
                    <a:pt x="166806" y="185042"/>
                    <a:pt x="160712" y="179451"/>
                  </a:cubicBezTo>
                  <a:cubicBezTo>
                    <a:pt x="154873" y="173612"/>
                    <a:pt x="146748" y="169040"/>
                    <a:pt x="136339" y="165735"/>
                  </a:cubicBezTo>
                  <a:cubicBezTo>
                    <a:pt x="126183" y="162182"/>
                    <a:pt x="114631" y="158877"/>
                    <a:pt x="101683" y="155829"/>
                  </a:cubicBezTo>
                  <a:cubicBezTo>
                    <a:pt x="88735" y="153038"/>
                    <a:pt x="76421" y="149857"/>
                    <a:pt x="64742" y="146304"/>
                  </a:cubicBezTo>
                  <a:cubicBezTo>
                    <a:pt x="53063" y="142494"/>
                    <a:pt x="42654" y="137798"/>
                    <a:pt x="33514" y="132207"/>
                  </a:cubicBezTo>
                  <a:cubicBezTo>
                    <a:pt x="24627" y="126616"/>
                    <a:pt x="17645" y="119510"/>
                    <a:pt x="12568" y="110871"/>
                  </a:cubicBezTo>
                  <a:cubicBezTo>
                    <a:pt x="7490" y="102232"/>
                    <a:pt x="4951" y="91440"/>
                    <a:pt x="4951" y="78486"/>
                  </a:cubicBezTo>
                  <a:cubicBezTo>
                    <a:pt x="4951" y="62989"/>
                    <a:pt x="9013" y="49406"/>
                    <a:pt x="17138" y="37719"/>
                  </a:cubicBezTo>
                  <a:cubicBezTo>
                    <a:pt x="25262" y="25784"/>
                    <a:pt x="36687" y="16507"/>
                    <a:pt x="51413" y="9906"/>
                  </a:cubicBezTo>
                  <a:cubicBezTo>
                    <a:pt x="66138" y="3305"/>
                    <a:pt x="83530" y="0"/>
                    <a:pt x="103587" y="0"/>
                  </a:cubicBezTo>
                  <a:cubicBezTo>
                    <a:pt x="116028" y="0"/>
                    <a:pt x="127961" y="1400"/>
                    <a:pt x="139386" y="4191"/>
                  </a:cubicBezTo>
                  <a:cubicBezTo>
                    <a:pt x="150811" y="6734"/>
                    <a:pt x="161348" y="10544"/>
                    <a:pt x="170995" y="15621"/>
                  </a:cubicBezTo>
                  <a:cubicBezTo>
                    <a:pt x="180897" y="20698"/>
                    <a:pt x="189656" y="26927"/>
                    <a:pt x="197273" y="34290"/>
                  </a:cubicBezTo>
                  <a:lnTo>
                    <a:pt x="185086" y="58293"/>
                  </a:lnTo>
                  <a:cubicBezTo>
                    <a:pt x="172645" y="47368"/>
                    <a:pt x="159824" y="39367"/>
                    <a:pt x="146622" y="34290"/>
                  </a:cubicBezTo>
                  <a:cubicBezTo>
                    <a:pt x="133419" y="29213"/>
                    <a:pt x="119075" y="26670"/>
                    <a:pt x="103587" y="26670"/>
                  </a:cubicBezTo>
                  <a:cubicBezTo>
                    <a:pt x="82515" y="26670"/>
                    <a:pt x="66011" y="31118"/>
                    <a:pt x="54079" y="40005"/>
                  </a:cubicBezTo>
                  <a:cubicBezTo>
                    <a:pt x="42146" y="48892"/>
                    <a:pt x="36179" y="61341"/>
                    <a:pt x="36179" y="77343"/>
                  </a:cubicBezTo>
                  <a:cubicBezTo>
                    <a:pt x="36179" y="87249"/>
                    <a:pt x="38845" y="95250"/>
                    <a:pt x="44177" y="101346"/>
                  </a:cubicBezTo>
                  <a:cubicBezTo>
                    <a:pt x="49509" y="107442"/>
                    <a:pt x="56998" y="112395"/>
                    <a:pt x="66646" y="116205"/>
                  </a:cubicBezTo>
                  <a:cubicBezTo>
                    <a:pt x="76294" y="119758"/>
                    <a:pt x="87338" y="123063"/>
                    <a:pt x="99779" y="126111"/>
                  </a:cubicBezTo>
                  <a:cubicBezTo>
                    <a:pt x="112981" y="129159"/>
                    <a:pt x="125676" y="132464"/>
                    <a:pt x="137862" y="136017"/>
                  </a:cubicBezTo>
                  <a:cubicBezTo>
                    <a:pt x="150049" y="139570"/>
                    <a:pt x="160839" y="144018"/>
                    <a:pt x="170233" y="149352"/>
                  </a:cubicBezTo>
                  <a:cubicBezTo>
                    <a:pt x="179881" y="154429"/>
                    <a:pt x="187498" y="161163"/>
                    <a:pt x="193084" y="169545"/>
                  </a:cubicBezTo>
                  <a:cubicBezTo>
                    <a:pt x="198669" y="177670"/>
                    <a:pt x="201462" y="188090"/>
                    <a:pt x="201462" y="200787"/>
                  </a:cubicBezTo>
                  <a:cubicBezTo>
                    <a:pt x="201462" y="216284"/>
                    <a:pt x="197399" y="229743"/>
                    <a:pt x="189275" y="241173"/>
                  </a:cubicBezTo>
                  <a:cubicBezTo>
                    <a:pt x="181151" y="252603"/>
                    <a:pt x="169598" y="261490"/>
                    <a:pt x="154619" y="267843"/>
                  </a:cubicBezTo>
                  <a:cubicBezTo>
                    <a:pt x="139640" y="274196"/>
                    <a:pt x="121867" y="277368"/>
                    <a:pt x="101302" y="277368"/>
                  </a:cubicBezTo>
                  <a:close/>
                  <a:moveTo>
                    <a:pt x="248704" y="274320"/>
                  </a:moveTo>
                  <a:lnTo>
                    <a:pt x="248704" y="136398"/>
                  </a:lnTo>
                  <a:cubicBezTo>
                    <a:pt x="248704" y="127511"/>
                    <a:pt x="248449" y="118615"/>
                    <a:pt x="247942" y="109728"/>
                  </a:cubicBezTo>
                  <a:cubicBezTo>
                    <a:pt x="247688" y="100584"/>
                    <a:pt x="246926" y="91564"/>
                    <a:pt x="245657" y="82677"/>
                  </a:cubicBezTo>
                  <a:lnTo>
                    <a:pt x="274981" y="82677"/>
                  </a:lnTo>
                  <a:lnTo>
                    <a:pt x="278409" y="122301"/>
                  </a:lnTo>
                  <a:lnTo>
                    <a:pt x="274600" y="124968"/>
                  </a:lnTo>
                  <a:cubicBezTo>
                    <a:pt x="279170" y="109985"/>
                    <a:pt x="287040" y="98422"/>
                    <a:pt x="298212" y="90297"/>
                  </a:cubicBezTo>
                  <a:cubicBezTo>
                    <a:pt x="309637" y="82172"/>
                    <a:pt x="323093" y="78105"/>
                    <a:pt x="338581" y="78105"/>
                  </a:cubicBezTo>
                  <a:cubicBezTo>
                    <a:pt x="357114" y="78105"/>
                    <a:pt x="371459" y="82677"/>
                    <a:pt x="381615" y="91821"/>
                  </a:cubicBezTo>
                  <a:cubicBezTo>
                    <a:pt x="392024" y="100965"/>
                    <a:pt x="398625" y="114938"/>
                    <a:pt x="401419" y="133731"/>
                  </a:cubicBezTo>
                  <a:lnTo>
                    <a:pt x="392278" y="128778"/>
                  </a:lnTo>
                  <a:cubicBezTo>
                    <a:pt x="396340" y="113281"/>
                    <a:pt x="404465" y="100965"/>
                    <a:pt x="416652" y="91821"/>
                  </a:cubicBezTo>
                  <a:cubicBezTo>
                    <a:pt x="429092" y="82677"/>
                    <a:pt x="443944" y="78105"/>
                    <a:pt x="461210" y="78105"/>
                  </a:cubicBezTo>
                  <a:cubicBezTo>
                    <a:pt x="482282" y="78105"/>
                    <a:pt x="498151" y="84458"/>
                    <a:pt x="508814" y="97155"/>
                  </a:cubicBezTo>
                  <a:cubicBezTo>
                    <a:pt x="519477" y="109604"/>
                    <a:pt x="524809" y="128521"/>
                    <a:pt x="524809" y="153924"/>
                  </a:cubicBezTo>
                  <a:lnTo>
                    <a:pt x="524809" y="274320"/>
                  </a:lnTo>
                  <a:lnTo>
                    <a:pt x="493961" y="274320"/>
                  </a:lnTo>
                  <a:lnTo>
                    <a:pt x="493961" y="155448"/>
                  </a:lnTo>
                  <a:cubicBezTo>
                    <a:pt x="493961" y="137665"/>
                    <a:pt x="490787" y="124711"/>
                    <a:pt x="484441" y="116586"/>
                  </a:cubicBezTo>
                  <a:cubicBezTo>
                    <a:pt x="478093" y="108204"/>
                    <a:pt x="468065" y="104013"/>
                    <a:pt x="454355" y="104013"/>
                  </a:cubicBezTo>
                  <a:cubicBezTo>
                    <a:pt x="438360" y="104013"/>
                    <a:pt x="425664" y="109471"/>
                    <a:pt x="416271" y="120396"/>
                  </a:cubicBezTo>
                  <a:cubicBezTo>
                    <a:pt x="407131" y="131321"/>
                    <a:pt x="402561" y="146180"/>
                    <a:pt x="402561" y="164973"/>
                  </a:cubicBezTo>
                  <a:lnTo>
                    <a:pt x="402561" y="274320"/>
                  </a:lnTo>
                  <a:lnTo>
                    <a:pt x="371713" y="274320"/>
                  </a:lnTo>
                  <a:lnTo>
                    <a:pt x="371713" y="155448"/>
                  </a:lnTo>
                  <a:cubicBezTo>
                    <a:pt x="371713" y="137665"/>
                    <a:pt x="368412" y="124711"/>
                    <a:pt x="361812" y="116586"/>
                  </a:cubicBezTo>
                  <a:cubicBezTo>
                    <a:pt x="355464" y="108204"/>
                    <a:pt x="345436" y="104013"/>
                    <a:pt x="331726" y="104013"/>
                  </a:cubicBezTo>
                  <a:cubicBezTo>
                    <a:pt x="315476" y="104013"/>
                    <a:pt x="302655" y="109471"/>
                    <a:pt x="293261" y="120396"/>
                  </a:cubicBezTo>
                  <a:cubicBezTo>
                    <a:pt x="284121" y="131321"/>
                    <a:pt x="279551" y="146180"/>
                    <a:pt x="279551" y="164973"/>
                  </a:cubicBezTo>
                  <a:lnTo>
                    <a:pt x="279551" y="274320"/>
                  </a:lnTo>
                  <a:lnTo>
                    <a:pt x="248704" y="274320"/>
                  </a:lnTo>
                  <a:close/>
                  <a:moveTo>
                    <a:pt x="656923" y="276987"/>
                  </a:moveTo>
                  <a:cubicBezTo>
                    <a:pt x="639913" y="276987"/>
                    <a:pt x="624933" y="273053"/>
                    <a:pt x="611984" y="265176"/>
                  </a:cubicBezTo>
                  <a:cubicBezTo>
                    <a:pt x="599290" y="257051"/>
                    <a:pt x="589388" y="245621"/>
                    <a:pt x="582279" y="230886"/>
                  </a:cubicBezTo>
                  <a:cubicBezTo>
                    <a:pt x="575424" y="215903"/>
                    <a:pt x="571997" y="198377"/>
                    <a:pt x="571997" y="178308"/>
                  </a:cubicBezTo>
                  <a:cubicBezTo>
                    <a:pt x="571997" y="158239"/>
                    <a:pt x="575552" y="140713"/>
                    <a:pt x="582660" y="125730"/>
                  </a:cubicBezTo>
                  <a:cubicBezTo>
                    <a:pt x="589769" y="110747"/>
                    <a:pt x="599671" y="99060"/>
                    <a:pt x="612365" y="90678"/>
                  </a:cubicBezTo>
                  <a:cubicBezTo>
                    <a:pt x="625313" y="82296"/>
                    <a:pt x="640166" y="78105"/>
                    <a:pt x="656923" y="78105"/>
                  </a:cubicBezTo>
                  <a:cubicBezTo>
                    <a:pt x="674441" y="78105"/>
                    <a:pt x="689294" y="82420"/>
                    <a:pt x="701481" y="91059"/>
                  </a:cubicBezTo>
                  <a:cubicBezTo>
                    <a:pt x="713667" y="99698"/>
                    <a:pt x="721919" y="112014"/>
                    <a:pt x="726235" y="128016"/>
                  </a:cubicBezTo>
                  <a:lnTo>
                    <a:pt x="721665" y="131064"/>
                  </a:lnTo>
                  <a:lnTo>
                    <a:pt x="721665" y="82677"/>
                  </a:lnTo>
                  <a:lnTo>
                    <a:pt x="752132" y="82677"/>
                  </a:lnTo>
                  <a:lnTo>
                    <a:pt x="752132" y="274320"/>
                  </a:lnTo>
                  <a:lnTo>
                    <a:pt x="721665" y="274320"/>
                  </a:lnTo>
                  <a:lnTo>
                    <a:pt x="721665" y="224790"/>
                  </a:lnTo>
                  <a:lnTo>
                    <a:pt x="726235" y="227076"/>
                  </a:lnTo>
                  <a:cubicBezTo>
                    <a:pt x="721919" y="243078"/>
                    <a:pt x="713667" y="255394"/>
                    <a:pt x="701481" y="264033"/>
                  </a:cubicBezTo>
                  <a:cubicBezTo>
                    <a:pt x="689294" y="272672"/>
                    <a:pt x="674441" y="276987"/>
                    <a:pt x="656923" y="276987"/>
                  </a:cubicBezTo>
                  <a:close/>
                  <a:moveTo>
                    <a:pt x="663016" y="251460"/>
                  </a:moveTo>
                  <a:cubicBezTo>
                    <a:pt x="681805" y="251460"/>
                    <a:pt x="696276" y="245107"/>
                    <a:pt x="706431" y="232410"/>
                  </a:cubicBezTo>
                  <a:cubicBezTo>
                    <a:pt x="716587" y="219456"/>
                    <a:pt x="721665" y="201168"/>
                    <a:pt x="721665" y="177546"/>
                  </a:cubicBezTo>
                  <a:cubicBezTo>
                    <a:pt x="721665" y="153924"/>
                    <a:pt x="716461" y="135760"/>
                    <a:pt x="706051" y="123063"/>
                  </a:cubicBezTo>
                  <a:cubicBezTo>
                    <a:pt x="695896" y="110366"/>
                    <a:pt x="681550" y="104013"/>
                    <a:pt x="663016" y="104013"/>
                  </a:cubicBezTo>
                  <a:cubicBezTo>
                    <a:pt x="644229" y="104013"/>
                    <a:pt x="629503" y="110614"/>
                    <a:pt x="618839" y="123825"/>
                  </a:cubicBezTo>
                  <a:cubicBezTo>
                    <a:pt x="608430" y="136779"/>
                    <a:pt x="603225" y="154943"/>
                    <a:pt x="603225" y="178308"/>
                  </a:cubicBezTo>
                  <a:cubicBezTo>
                    <a:pt x="603225" y="201673"/>
                    <a:pt x="608430" y="219713"/>
                    <a:pt x="618839" y="232410"/>
                  </a:cubicBezTo>
                  <a:cubicBezTo>
                    <a:pt x="629503" y="245107"/>
                    <a:pt x="644229" y="251460"/>
                    <a:pt x="663016" y="251460"/>
                  </a:cubicBezTo>
                  <a:close/>
                  <a:moveTo>
                    <a:pt x="811774" y="274320"/>
                  </a:moveTo>
                  <a:lnTo>
                    <a:pt x="811774" y="136398"/>
                  </a:lnTo>
                  <a:cubicBezTo>
                    <a:pt x="811774" y="127511"/>
                    <a:pt x="811520" y="118615"/>
                    <a:pt x="811013" y="109728"/>
                  </a:cubicBezTo>
                  <a:cubicBezTo>
                    <a:pt x="810758" y="100584"/>
                    <a:pt x="809997" y="91564"/>
                    <a:pt x="808728" y="82677"/>
                  </a:cubicBezTo>
                  <a:lnTo>
                    <a:pt x="838052" y="82677"/>
                  </a:lnTo>
                  <a:lnTo>
                    <a:pt x="842241" y="129921"/>
                  </a:lnTo>
                  <a:lnTo>
                    <a:pt x="838052" y="128778"/>
                  </a:lnTo>
                  <a:cubicBezTo>
                    <a:pt x="841606" y="112014"/>
                    <a:pt x="849223" y="99441"/>
                    <a:pt x="860902" y="91059"/>
                  </a:cubicBezTo>
                  <a:cubicBezTo>
                    <a:pt x="872835" y="82420"/>
                    <a:pt x="886164" y="78105"/>
                    <a:pt x="900890" y="78105"/>
                  </a:cubicBezTo>
                  <a:cubicBezTo>
                    <a:pt x="904191" y="78105"/>
                    <a:pt x="907237" y="78362"/>
                    <a:pt x="910030" y="78867"/>
                  </a:cubicBezTo>
                  <a:cubicBezTo>
                    <a:pt x="913076" y="79124"/>
                    <a:pt x="915869" y="79629"/>
                    <a:pt x="918408" y="80391"/>
                  </a:cubicBezTo>
                  <a:lnTo>
                    <a:pt x="917646" y="108585"/>
                  </a:lnTo>
                  <a:cubicBezTo>
                    <a:pt x="911807" y="106556"/>
                    <a:pt x="905079" y="105537"/>
                    <a:pt x="897462" y="105537"/>
                  </a:cubicBezTo>
                  <a:cubicBezTo>
                    <a:pt x="884260" y="105537"/>
                    <a:pt x="873596" y="108461"/>
                    <a:pt x="865472" y="114300"/>
                  </a:cubicBezTo>
                  <a:cubicBezTo>
                    <a:pt x="857601" y="120139"/>
                    <a:pt x="851762" y="127635"/>
                    <a:pt x="847954" y="136779"/>
                  </a:cubicBezTo>
                  <a:cubicBezTo>
                    <a:pt x="844399" y="145666"/>
                    <a:pt x="842622" y="155067"/>
                    <a:pt x="842622" y="164973"/>
                  </a:cubicBezTo>
                  <a:lnTo>
                    <a:pt x="842622" y="274320"/>
                  </a:lnTo>
                  <a:lnTo>
                    <a:pt x="811774" y="274320"/>
                  </a:lnTo>
                  <a:close/>
                  <a:moveTo>
                    <a:pt x="937959" y="107061"/>
                  </a:moveTo>
                  <a:lnTo>
                    <a:pt x="937959" y="82677"/>
                  </a:lnTo>
                  <a:lnTo>
                    <a:pt x="1060969" y="82677"/>
                  </a:lnTo>
                  <a:lnTo>
                    <a:pt x="1060969" y="107061"/>
                  </a:lnTo>
                  <a:lnTo>
                    <a:pt x="937959" y="107061"/>
                  </a:lnTo>
                  <a:close/>
                  <a:moveTo>
                    <a:pt x="1060207" y="246888"/>
                  </a:moveTo>
                  <a:lnTo>
                    <a:pt x="1060207" y="273177"/>
                  </a:lnTo>
                  <a:cubicBezTo>
                    <a:pt x="1055894" y="274444"/>
                    <a:pt x="1051582" y="275339"/>
                    <a:pt x="1047259" y="275844"/>
                  </a:cubicBezTo>
                  <a:cubicBezTo>
                    <a:pt x="1043203" y="276606"/>
                    <a:pt x="1038633" y="276987"/>
                    <a:pt x="1033549" y="276987"/>
                  </a:cubicBezTo>
                  <a:cubicBezTo>
                    <a:pt x="1015783" y="276987"/>
                    <a:pt x="1001559" y="271910"/>
                    <a:pt x="990895" y="261747"/>
                  </a:cubicBezTo>
                  <a:cubicBezTo>
                    <a:pt x="980489" y="251584"/>
                    <a:pt x="975281" y="236344"/>
                    <a:pt x="975281" y="216027"/>
                  </a:cubicBezTo>
                  <a:lnTo>
                    <a:pt x="975281" y="33528"/>
                  </a:lnTo>
                  <a:lnTo>
                    <a:pt x="1006129" y="22479"/>
                  </a:lnTo>
                  <a:lnTo>
                    <a:pt x="1006129" y="211836"/>
                  </a:lnTo>
                  <a:cubicBezTo>
                    <a:pt x="1006129" y="221999"/>
                    <a:pt x="1007528" y="229867"/>
                    <a:pt x="1010318" y="235458"/>
                  </a:cubicBezTo>
                  <a:cubicBezTo>
                    <a:pt x="1013365" y="241049"/>
                    <a:pt x="1017430" y="244983"/>
                    <a:pt x="1022505" y="247269"/>
                  </a:cubicBezTo>
                  <a:cubicBezTo>
                    <a:pt x="1027589" y="249298"/>
                    <a:pt x="1033301" y="250317"/>
                    <a:pt x="1039642" y="250317"/>
                  </a:cubicBezTo>
                  <a:cubicBezTo>
                    <a:pt x="1043451" y="250317"/>
                    <a:pt x="1046878" y="250060"/>
                    <a:pt x="1049925" y="249555"/>
                  </a:cubicBezTo>
                  <a:cubicBezTo>
                    <a:pt x="1052972" y="249050"/>
                    <a:pt x="1056399" y="248155"/>
                    <a:pt x="1060207" y="2468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49"/>
            <p:cNvSpPr/>
            <p:nvPr/>
          </p:nvSpPr>
          <p:spPr>
            <a:xfrm>
              <a:off x="2533419" y="6030637"/>
              <a:ext cx="1481153" cy="357758"/>
            </a:xfrm>
            <a:custGeom>
              <a:rect b="b" l="l" r="r" t="t"/>
              <a:pathLst>
                <a:path extrusionOk="0" h="357758" w="1481153">
                  <a:moveTo>
                    <a:pt x="0" y="272796"/>
                  </a:moveTo>
                  <a:lnTo>
                    <a:pt x="0" y="1524"/>
                  </a:lnTo>
                  <a:lnTo>
                    <a:pt x="31228" y="1524"/>
                  </a:lnTo>
                  <a:lnTo>
                    <a:pt x="31228" y="246126"/>
                  </a:lnTo>
                  <a:lnTo>
                    <a:pt x="167187" y="246126"/>
                  </a:lnTo>
                  <a:lnTo>
                    <a:pt x="167187" y="272796"/>
                  </a:lnTo>
                  <a:lnTo>
                    <a:pt x="0" y="272796"/>
                  </a:lnTo>
                  <a:close/>
                  <a:moveTo>
                    <a:pt x="282561" y="275463"/>
                  </a:moveTo>
                  <a:cubicBezTo>
                    <a:pt x="264281" y="275463"/>
                    <a:pt x="248285" y="271396"/>
                    <a:pt x="234576" y="263271"/>
                  </a:cubicBezTo>
                  <a:cubicBezTo>
                    <a:pt x="221113" y="255146"/>
                    <a:pt x="210583" y="243716"/>
                    <a:pt x="202966" y="228981"/>
                  </a:cubicBezTo>
                  <a:cubicBezTo>
                    <a:pt x="195597" y="213998"/>
                    <a:pt x="191922" y="196339"/>
                    <a:pt x="191922" y="176022"/>
                  </a:cubicBezTo>
                  <a:cubicBezTo>
                    <a:pt x="191922" y="155953"/>
                    <a:pt x="195597" y="138427"/>
                    <a:pt x="202966" y="123444"/>
                  </a:cubicBezTo>
                  <a:cubicBezTo>
                    <a:pt x="210583" y="108461"/>
                    <a:pt x="221113" y="96898"/>
                    <a:pt x="234576" y="88773"/>
                  </a:cubicBezTo>
                  <a:cubicBezTo>
                    <a:pt x="248285" y="80648"/>
                    <a:pt x="264281" y="76581"/>
                    <a:pt x="282561" y="76581"/>
                  </a:cubicBezTo>
                  <a:cubicBezTo>
                    <a:pt x="300841" y="76581"/>
                    <a:pt x="316703" y="80648"/>
                    <a:pt x="330165" y="88773"/>
                  </a:cubicBezTo>
                  <a:cubicBezTo>
                    <a:pt x="343875" y="96898"/>
                    <a:pt x="354405" y="108461"/>
                    <a:pt x="361774" y="123444"/>
                  </a:cubicBezTo>
                  <a:cubicBezTo>
                    <a:pt x="369391" y="138427"/>
                    <a:pt x="373199" y="155953"/>
                    <a:pt x="373199" y="176022"/>
                  </a:cubicBezTo>
                  <a:cubicBezTo>
                    <a:pt x="373199" y="196339"/>
                    <a:pt x="369391" y="213998"/>
                    <a:pt x="361774" y="228981"/>
                  </a:cubicBezTo>
                  <a:cubicBezTo>
                    <a:pt x="354405" y="243716"/>
                    <a:pt x="343875" y="255146"/>
                    <a:pt x="330165" y="263271"/>
                  </a:cubicBezTo>
                  <a:cubicBezTo>
                    <a:pt x="316703" y="271396"/>
                    <a:pt x="300841" y="275463"/>
                    <a:pt x="282561" y="275463"/>
                  </a:cubicBezTo>
                  <a:close/>
                  <a:moveTo>
                    <a:pt x="282561" y="249936"/>
                  </a:moveTo>
                  <a:cubicBezTo>
                    <a:pt x="301345" y="249936"/>
                    <a:pt x="315817" y="243716"/>
                    <a:pt x="325976" y="231267"/>
                  </a:cubicBezTo>
                  <a:cubicBezTo>
                    <a:pt x="336382" y="218570"/>
                    <a:pt x="341590" y="200149"/>
                    <a:pt x="341590" y="176022"/>
                  </a:cubicBezTo>
                  <a:cubicBezTo>
                    <a:pt x="341590" y="152400"/>
                    <a:pt x="336382" y="134236"/>
                    <a:pt x="325976" y="121539"/>
                  </a:cubicBezTo>
                  <a:cubicBezTo>
                    <a:pt x="315560" y="108842"/>
                    <a:pt x="301088" y="102489"/>
                    <a:pt x="282561" y="102489"/>
                  </a:cubicBezTo>
                  <a:cubicBezTo>
                    <a:pt x="264024" y="102489"/>
                    <a:pt x="249428" y="108842"/>
                    <a:pt x="238765" y="121539"/>
                  </a:cubicBezTo>
                  <a:cubicBezTo>
                    <a:pt x="228349" y="134236"/>
                    <a:pt x="223150" y="152400"/>
                    <a:pt x="223150" y="176022"/>
                  </a:cubicBezTo>
                  <a:cubicBezTo>
                    <a:pt x="223150" y="200149"/>
                    <a:pt x="228225" y="218570"/>
                    <a:pt x="238384" y="231267"/>
                  </a:cubicBezTo>
                  <a:cubicBezTo>
                    <a:pt x="248790" y="243716"/>
                    <a:pt x="263519" y="249936"/>
                    <a:pt x="282561" y="249936"/>
                  </a:cubicBezTo>
                  <a:close/>
                  <a:moveTo>
                    <a:pt x="505445" y="357759"/>
                  </a:moveTo>
                  <a:cubicBezTo>
                    <a:pt x="476501" y="357759"/>
                    <a:pt x="451366" y="351158"/>
                    <a:pt x="430039" y="337947"/>
                  </a:cubicBezTo>
                  <a:lnTo>
                    <a:pt x="435371" y="312801"/>
                  </a:lnTo>
                  <a:cubicBezTo>
                    <a:pt x="447310" y="319659"/>
                    <a:pt x="458602" y="324612"/>
                    <a:pt x="469265" y="327660"/>
                  </a:cubicBezTo>
                  <a:cubicBezTo>
                    <a:pt x="479929" y="330708"/>
                    <a:pt x="491992" y="332232"/>
                    <a:pt x="505445" y="332232"/>
                  </a:cubicBezTo>
                  <a:cubicBezTo>
                    <a:pt x="523725" y="332232"/>
                    <a:pt x="537568" y="327279"/>
                    <a:pt x="546955" y="317373"/>
                  </a:cubicBezTo>
                  <a:cubicBezTo>
                    <a:pt x="556610" y="307724"/>
                    <a:pt x="561427" y="293246"/>
                    <a:pt x="561427" y="273939"/>
                  </a:cubicBezTo>
                  <a:lnTo>
                    <a:pt x="561427" y="222123"/>
                  </a:lnTo>
                  <a:lnTo>
                    <a:pt x="565617" y="217170"/>
                  </a:lnTo>
                  <a:cubicBezTo>
                    <a:pt x="562570" y="227333"/>
                    <a:pt x="557752" y="236220"/>
                    <a:pt x="551145" y="243840"/>
                  </a:cubicBezTo>
                  <a:cubicBezTo>
                    <a:pt x="544804" y="251203"/>
                    <a:pt x="536930" y="256918"/>
                    <a:pt x="527533" y="260985"/>
                  </a:cubicBezTo>
                  <a:cubicBezTo>
                    <a:pt x="518145" y="265052"/>
                    <a:pt x="507482" y="267081"/>
                    <a:pt x="495543" y="267081"/>
                  </a:cubicBezTo>
                  <a:cubicBezTo>
                    <a:pt x="478539" y="267081"/>
                    <a:pt x="463553" y="263147"/>
                    <a:pt x="450604" y="255270"/>
                  </a:cubicBezTo>
                  <a:cubicBezTo>
                    <a:pt x="437913" y="247145"/>
                    <a:pt x="427888" y="235963"/>
                    <a:pt x="420518" y="221742"/>
                  </a:cubicBezTo>
                  <a:cubicBezTo>
                    <a:pt x="413416" y="207521"/>
                    <a:pt x="409855" y="190881"/>
                    <a:pt x="409855" y="171831"/>
                  </a:cubicBezTo>
                  <a:cubicBezTo>
                    <a:pt x="409855" y="152781"/>
                    <a:pt x="413416" y="136141"/>
                    <a:pt x="420518" y="121920"/>
                  </a:cubicBezTo>
                  <a:cubicBezTo>
                    <a:pt x="427888" y="107699"/>
                    <a:pt x="437913" y="96650"/>
                    <a:pt x="450604" y="88773"/>
                  </a:cubicBezTo>
                  <a:cubicBezTo>
                    <a:pt x="463553" y="80648"/>
                    <a:pt x="478539" y="76581"/>
                    <a:pt x="495543" y="76581"/>
                  </a:cubicBezTo>
                  <a:cubicBezTo>
                    <a:pt x="513318" y="76581"/>
                    <a:pt x="528295" y="81029"/>
                    <a:pt x="540481" y="89916"/>
                  </a:cubicBezTo>
                  <a:cubicBezTo>
                    <a:pt x="552925" y="98555"/>
                    <a:pt x="561304" y="110747"/>
                    <a:pt x="565617" y="126492"/>
                  </a:cubicBezTo>
                  <a:lnTo>
                    <a:pt x="561047" y="122301"/>
                  </a:lnTo>
                  <a:lnTo>
                    <a:pt x="561047" y="81153"/>
                  </a:lnTo>
                  <a:lnTo>
                    <a:pt x="591894" y="81153"/>
                  </a:lnTo>
                  <a:lnTo>
                    <a:pt x="591894" y="271272"/>
                  </a:lnTo>
                  <a:cubicBezTo>
                    <a:pt x="591894" y="299971"/>
                    <a:pt x="584535" y="321564"/>
                    <a:pt x="569806" y="336042"/>
                  </a:cubicBezTo>
                  <a:cubicBezTo>
                    <a:pt x="555334" y="350520"/>
                    <a:pt x="533883" y="357759"/>
                    <a:pt x="505445" y="357759"/>
                  </a:cubicBezTo>
                  <a:close/>
                  <a:moveTo>
                    <a:pt x="501636" y="241173"/>
                  </a:moveTo>
                  <a:cubicBezTo>
                    <a:pt x="520173" y="241173"/>
                    <a:pt x="534645" y="235077"/>
                    <a:pt x="545051" y="222885"/>
                  </a:cubicBezTo>
                  <a:cubicBezTo>
                    <a:pt x="555715" y="210436"/>
                    <a:pt x="561047" y="193424"/>
                    <a:pt x="561047" y="171831"/>
                  </a:cubicBezTo>
                  <a:cubicBezTo>
                    <a:pt x="561047" y="150238"/>
                    <a:pt x="555715" y="133350"/>
                    <a:pt x="545051" y="121158"/>
                  </a:cubicBezTo>
                  <a:cubicBezTo>
                    <a:pt x="534645" y="108709"/>
                    <a:pt x="520173" y="102489"/>
                    <a:pt x="501636" y="102489"/>
                  </a:cubicBezTo>
                  <a:cubicBezTo>
                    <a:pt x="482851" y="102489"/>
                    <a:pt x="467999" y="108709"/>
                    <a:pt x="457079" y="121158"/>
                  </a:cubicBezTo>
                  <a:cubicBezTo>
                    <a:pt x="446415" y="133350"/>
                    <a:pt x="441083" y="150238"/>
                    <a:pt x="441083" y="171831"/>
                  </a:cubicBezTo>
                  <a:cubicBezTo>
                    <a:pt x="441083" y="193672"/>
                    <a:pt x="446415" y="210693"/>
                    <a:pt x="457079" y="222885"/>
                  </a:cubicBezTo>
                  <a:cubicBezTo>
                    <a:pt x="467999" y="235077"/>
                    <a:pt x="482851" y="241173"/>
                    <a:pt x="501636" y="241173"/>
                  </a:cubicBezTo>
                  <a:close/>
                  <a:moveTo>
                    <a:pt x="651124" y="272796"/>
                  </a:moveTo>
                  <a:lnTo>
                    <a:pt x="651124" y="81153"/>
                  </a:lnTo>
                  <a:lnTo>
                    <a:pt x="681971" y="81153"/>
                  </a:lnTo>
                  <a:lnTo>
                    <a:pt x="681971" y="272796"/>
                  </a:lnTo>
                  <a:lnTo>
                    <a:pt x="651124" y="272796"/>
                  </a:lnTo>
                  <a:close/>
                  <a:moveTo>
                    <a:pt x="648077" y="0"/>
                  </a:moveTo>
                  <a:lnTo>
                    <a:pt x="685780" y="0"/>
                  </a:lnTo>
                  <a:lnTo>
                    <a:pt x="685780" y="35052"/>
                  </a:lnTo>
                  <a:lnTo>
                    <a:pt x="648077" y="35052"/>
                  </a:lnTo>
                  <a:lnTo>
                    <a:pt x="648077" y="0"/>
                  </a:lnTo>
                  <a:close/>
                  <a:moveTo>
                    <a:pt x="806609" y="275463"/>
                  </a:moveTo>
                  <a:cubicBezTo>
                    <a:pt x="774371" y="275463"/>
                    <a:pt x="748856" y="267205"/>
                    <a:pt x="730061" y="250698"/>
                  </a:cubicBezTo>
                  <a:lnTo>
                    <a:pt x="740344" y="227838"/>
                  </a:lnTo>
                  <a:cubicBezTo>
                    <a:pt x="750502" y="235715"/>
                    <a:pt x="760909" y="241554"/>
                    <a:pt x="771572" y="245364"/>
                  </a:cubicBezTo>
                  <a:cubicBezTo>
                    <a:pt x="782493" y="248917"/>
                    <a:pt x="794556" y="250698"/>
                    <a:pt x="807751" y="250698"/>
                  </a:cubicBezTo>
                  <a:cubicBezTo>
                    <a:pt x="822223" y="250698"/>
                    <a:pt x="833144" y="248288"/>
                    <a:pt x="840503" y="243459"/>
                  </a:cubicBezTo>
                  <a:cubicBezTo>
                    <a:pt x="848120" y="238382"/>
                    <a:pt x="851929" y="231143"/>
                    <a:pt x="851929" y="221742"/>
                  </a:cubicBezTo>
                  <a:cubicBezTo>
                    <a:pt x="851929" y="214122"/>
                    <a:pt x="849396" y="208150"/>
                    <a:pt x="844312" y="203835"/>
                  </a:cubicBezTo>
                  <a:cubicBezTo>
                    <a:pt x="839237" y="199263"/>
                    <a:pt x="830859" y="195577"/>
                    <a:pt x="819177" y="192786"/>
                  </a:cubicBezTo>
                  <a:lnTo>
                    <a:pt x="786806" y="185166"/>
                  </a:lnTo>
                  <a:cubicBezTo>
                    <a:pt x="770811" y="181613"/>
                    <a:pt x="758376" y="175260"/>
                    <a:pt x="749484" y="166116"/>
                  </a:cubicBezTo>
                  <a:cubicBezTo>
                    <a:pt x="740858" y="156972"/>
                    <a:pt x="736535" y="146047"/>
                    <a:pt x="736535" y="133350"/>
                  </a:cubicBezTo>
                  <a:cubicBezTo>
                    <a:pt x="736535" y="122177"/>
                    <a:pt x="739582" y="112395"/>
                    <a:pt x="745675" y="104013"/>
                  </a:cubicBezTo>
                  <a:cubicBezTo>
                    <a:pt x="751769" y="95374"/>
                    <a:pt x="760280" y="88649"/>
                    <a:pt x="771191" y="83820"/>
                  </a:cubicBezTo>
                  <a:cubicBezTo>
                    <a:pt x="782112" y="78991"/>
                    <a:pt x="795060" y="76581"/>
                    <a:pt x="810037" y="76581"/>
                  </a:cubicBezTo>
                  <a:cubicBezTo>
                    <a:pt x="823499" y="76581"/>
                    <a:pt x="836190" y="78743"/>
                    <a:pt x="848120" y="83058"/>
                  </a:cubicBezTo>
                  <a:cubicBezTo>
                    <a:pt x="860059" y="87373"/>
                    <a:pt x="870085" y="93602"/>
                    <a:pt x="878206" y="101727"/>
                  </a:cubicBezTo>
                  <a:lnTo>
                    <a:pt x="867924" y="124206"/>
                  </a:lnTo>
                  <a:cubicBezTo>
                    <a:pt x="858784" y="116586"/>
                    <a:pt x="849396" y="110995"/>
                    <a:pt x="839742" y="107442"/>
                  </a:cubicBezTo>
                  <a:cubicBezTo>
                    <a:pt x="830354" y="103632"/>
                    <a:pt x="820452" y="101727"/>
                    <a:pt x="810037" y="101727"/>
                  </a:cubicBezTo>
                  <a:cubicBezTo>
                    <a:pt x="796327" y="101727"/>
                    <a:pt x="785663" y="104394"/>
                    <a:pt x="778046" y="109728"/>
                  </a:cubicBezTo>
                  <a:cubicBezTo>
                    <a:pt x="770687" y="115062"/>
                    <a:pt x="767002" y="122301"/>
                    <a:pt x="767002" y="131445"/>
                  </a:cubicBezTo>
                  <a:cubicBezTo>
                    <a:pt x="767002" y="139322"/>
                    <a:pt x="769287" y="145542"/>
                    <a:pt x="773857" y="150114"/>
                  </a:cubicBezTo>
                  <a:cubicBezTo>
                    <a:pt x="778684" y="154686"/>
                    <a:pt x="786301" y="158239"/>
                    <a:pt x="796708" y="160782"/>
                  </a:cubicBezTo>
                  <a:lnTo>
                    <a:pt x="829078" y="168783"/>
                  </a:lnTo>
                  <a:cubicBezTo>
                    <a:pt x="847111" y="172593"/>
                    <a:pt x="860307" y="178946"/>
                    <a:pt x="868685" y="187833"/>
                  </a:cubicBezTo>
                  <a:cubicBezTo>
                    <a:pt x="877321" y="196472"/>
                    <a:pt x="881634" y="207521"/>
                    <a:pt x="881634" y="220980"/>
                  </a:cubicBezTo>
                  <a:cubicBezTo>
                    <a:pt x="881634" y="237487"/>
                    <a:pt x="874912" y="250698"/>
                    <a:pt x="861449" y="260604"/>
                  </a:cubicBezTo>
                  <a:cubicBezTo>
                    <a:pt x="847996" y="270510"/>
                    <a:pt x="829716" y="275463"/>
                    <a:pt x="806609" y="275463"/>
                  </a:cubicBezTo>
                  <a:close/>
                  <a:moveTo>
                    <a:pt x="901904" y="105537"/>
                  </a:moveTo>
                  <a:lnTo>
                    <a:pt x="901904" y="81153"/>
                  </a:lnTo>
                  <a:lnTo>
                    <a:pt x="1024913" y="81153"/>
                  </a:lnTo>
                  <a:lnTo>
                    <a:pt x="1024913" y="105537"/>
                  </a:lnTo>
                  <a:lnTo>
                    <a:pt x="901904" y="105537"/>
                  </a:lnTo>
                  <a:close/>
                  <a:moveTo>
                    <a:pt x="1024152" y="245364"/>
                  </a:moveTo>
                  <a:lnTo>
                    <a:pt x="1024152" y="271653"/>
                  </a:lnTo>
                  <a:cubicBezTo>
                    <a:pt x="1019829" y="272920"/>
                    <a:pt x="1015516" y="273815"/>
                    <a:pt x="1011203" y="274320"/>
                  </a:cubicBezTo>
                  <a:cubicBezTo>
                    <a:pt x="1007138" y="275082"/>
                    <a:pt x="1002568" y="275463"/>
                    <a:pt x="997493" y="275463"/>
                  </a:cubicBezTo>
                  <a:cubicBezTo>
                    <a:pt x="979718" y="275463"/>
                    <a:pt x="965503" y="270386"/>
                    <a:pt x="954840" y="260223"/>
                  </a:cubicBezTo>
                  <a:cubicBezTo>
                    <a:pt x="944424" y="250060"/>
                    <a:pt x="939226" y="234820"/>
                    <a:pt x="939226" y="214503"/>
                  </a:cubicBezTo>
                  <a:lnTo>
                    <a:pt x="939226" y="32004"/>
                  </a:lnTo>
                  <a:lnTo>
                    <a:pt x="970073" y="20955"/>
                  </a:lnTo>
                  <a:lnTo>
                    <a:pt x="970073" y="210312"/>
                  </a:lnTo>
                  <a:cubicBezTo>
                    <a:pt x="970073" y="220475"/>
                    <a:pt x="971463" y="228343"/>
                    <a:pt x="974262" y="233934"/>
                  </a:cubicBezTo>
                  <a:cubicBezTo>
                    <a:pt x="977309" y="239525"/>
                    <a:pt x="981365" y="243459"/>
                    <a:pt x="986449" y="245745"/>
                  </a:cubicBezTo>
                  <a:cubicBezTo>
                    <a:pt x="991524" y="247774"/>
                    <a:pt x="997236" y="248793"/>
                    <a:pt x="1003587" y="248793"/>
                  </a:cubicBezTo>
                  <a:cubicBezTo>
                    <a:pt x="1007395" y="248793"/>
                    <a:pt x="1010822" y="248536"/>
                    <a:pt x="1013869" y="248031"/>
                  </a:cubicBezTo>
                  <a:cubicBezTo>
                    <a:pt x="1016916" y="247526"/>
                    <a:pt x="1020343" y="246631"/>
                    <a:pt x="1024152" y="245364"/>
                  </a:cubicBezTo>
                  <a:close/>
                  <a:moveTo>
                    <a:pt x="1062083" y="272796"/>
                  </a:moveTo>
                  <a:lnTo>
                    <a:pt x="1062083" y="81153"/>
                  </a:lnTo>
                  <a:lnTo>
                    <a:pt x="1092931" y="81153"/>
                  </a:lnTo>
                  <a:lnTo>
                    <a:pt x="1092931" y="272796"/>
                  </a:lnTo>
                  <a:lnTo>
                    <a:pt x="1062083" y="272796"/>
                  </a:lnTo>
                  <a:close/>
                  <a:moveTo>
                    <a:pt x="1059036" y="0"/>
                  </a:moveTo>
                  <a:lnTo>
                    <a:pt x="1096739" y="0"/>
                  </a:lnTo>
                  <a:lnTo>
                    <a:pt x="1096739" y="35052"/>
                  </a:lnTo>
                  <a:lnTo>
                    <a:pt x="1059036" y="35052"/>
                  </a:lnTo>
                  <a:lnTo>
                    <a:pt x="1059036" y="0"/>
                  </a:lnTo>
                  <a:close/>
                  <a:moveTo>
                    <a:pt x="1233183" y="275463"/>
                  </a:moveTo>
                  <a:cubicBezTo>
                    <a:pt x="1214398" y="275463"/>
                    <a:pt x="1198146" y="271396"/>
                    <a:pt x="1184436" y="263271"/>
                  </a:cubicBezTo>
                  <a:cubicBezTo>
                    <a:pt x="1170726" y="255146"/>
                    <a:pt x="1160062" y="243716"/>
                    <a:pt x="1152446" y="228981"/>
                  </a:cubicBezTo>
                  <a:cubicBezTo>
                    <a:pt x="1145086" y="214246"/>
                    <a:pt x="1141401" y="196853"/>
                    <a:pt x="1141401" y="176784"/>
                  </a:cubicBezTo>
                  <a:cubicBezTo>
                    <a:pt x="1141401" y="156972"/>
                    <a:pt x="1145210" y="139570"/>
                    <a:pt x="1152827" y="124587"/>
                  </a:cubicBezTo>
                  <a:cubicBezTo>
                    <a:pt x="1160443" y="109347"/>
                    <a:pt x="1171240" y="97536"/>
                    <a:pt x="1185197" y="89154"/>
                  </a:cubicBezTo>
                  <a:cubicBezTo>
                    <a:pt x="1199165" y="80772"/>
                    <a:pt x="1215664" y="76581"/>
                    <a:pt x="1234706" y="76581"/>
                  </a:cubicBezTo>
                  <a:cubicBezTo>
                    <a:pt x="1247654" y="76581"/>
                    <a:pt x="1260098" y="78867"/>
                    <a:pt x="1272028" y="83439"/>
                  </a:cubicBezTo>
                  <a:cubicBezTo>
                    <a:pt x="1284215" y="87754"/>
                    <a:pt x="1294250" y="93850"/>
                    <a:pt x="1302114" y="101727"/>
                  </a:cubicBezTo>
                  <a:lnTo>
                    <a:pt x="1291831" y="124587"/>
                  </a:lnTo>
                  <a:cubicBezTo>
                    <a:pt x="1282444" y="117224"/>
                    <a:pt x="1273170" y="111757"/>
                    <a:pt x="1264030" y="108204"/>
                  </a:cubicBezTo>
                  <a:cubicBezTo>
                    <a:pt x="1255148" y="104394"/>
                    <a:pt x="1245884" y="102489"/>
                    <a:pt x="1236230" y="102489"/>
                  </a:cubicBezTo>
                  <a:cubicBezTo>
                    <a:pt x="1216940" y="102489"/>
                    <a:pt x="1201573" y="108966"/>
                    <a:pt x="1190148" y="121920"/>
                  </a:cubicBezTo>
                  <a:cubicBezTo>
                    <a:pt x="1178980" y="134874"/>
                    <a:pt x="1173392" y="153162"/>
                    <a:pt x="1173392" y="176784"/>
                  </a:cubicBezTo>
                  <a:cubicBezTo>
                    <a:pt x="1173392" y="200149"/>
                    <a:pt x="1178980" y="218189"/>
                    <a:pt x="1190148" y="230886"/>
                  </a:cubicBezTo>
                  <a:cubicBezTo>
                    <a:pt x="1201326" y="243583"/>
                    <a:pt x="1216683" y="249936"/>
                    <a:pt x="1236230" y="249936"/>
                  </a:cubicBezTo>
                  <a:cubicBezTo>
                    <a:pt x="1245627" y="249936"/>
                    <a:pt x="1254890" y="248155"/>
                    <a:pt x="1264030" y="244602"/>
                  </a:cubicBezTo>
                  <a:cubicBezTo>
                    <a:pt x="1273170" y="240792"/>
                    <a:pt x="1282444" y="235201"/>
                    <a:pt x="1291831" y="227838"/>
                  </a:cubicBezTo>
                  <a:lnTo>
                    <a:pt x="1302114" y="250698"/>
                  </a:lnTo>
                  <a:cubicBezTo>
                    <a:pt x="1293993" y="258318"/>
                    <a:pt x="1283710" y="264414"/>
                    <a:pt x="1271266" y="268986"/>
                  </a:cubicBezTo>
                  <a:cubicBezTo>
                    <a:pt x="1259080" y="273301"/>
                    <a:pt x="1246388" y="275463"/>
                    <a:pt x="1233183" y="275463"/>
                  </a:cubicBezTo>
                  <a:close/>
                  <a:moveTo>
                    <a:pt x="1406130" y="275463"/>
                  </a:moveTo>
                  <a:cubicBezTo>
                    <a:pt x="1373882" y="275463"/>
                    <a:pt x="1348366" y="267205"/>
                    <a:pt x="1329582" y="250698"/>
                  </a:cubicBezTo>
                  <a:lnTo>
                    <a:pt x="1339864" y="227838"/>
                  </a:lnTo>
                  <a:cubicBezTo>
                    <a:pt x="1350023" y="235715"/>
                    <a:pt x="1360429" y="241554"/>
                    <a:pt x="1371093" y="245364"/>
                  </a:cubicBezTo>
                  <a:cubicBezTo>
                    <a:pt x="1382013" y="248917"/>
                    <a:pt x="1394066" y="250698"/>
                    <a:pt x="1407272" y="250698"/>
                  </a:cubicBezTo>
                  <a:cubicBezTo>
                    <a:pt x="1421744" y="250698"/>
                    <a:pt x="1432664" y="248288"/>
                    <a:pt x="1440024" y="243459"/>
                  </a:cubicBezTo>
                  <a:cubicBezTo>
                    <a:pt x="1447641" y="238382"/>
                    <a:pt x="1451449" y="231143"/>
                    <a:pt x="1451449" y="221742"/>
                  </a:cubicBezTo>
                  <a:cubicBezTo>
                    <a:pt x="1451449" y="214122"/>
                    <a:pt x="1448907" y="208150"/>
                    <a:pt x="1443832" y="203835"/>
                  </a:cubicBezTo>
                  <a:cubicBezTo>
                    <a:pt x="1438757" y="199263"/>
                    <a:pt x="1430379" y="195577"/>
                    <a:pt x="1418697" y="192786"/>
                  </a:cubicBezTo>
                  <a:lnTo>
                    <a:pt x="1386326" y="185166"/>
                  </a:lnTo>
                  <a:cubicBezTo>
                    <a:pt x="1370331" y="181613"/>
                    <a:pt x="1357887" y="175260"/>
                    <a:pt x="1349004" y="166116"/>
                  </a:cubicBezTo>
                  <a:cubicBezTo>
                    <a:pt x="1340369" y="156972"/>
                    <a:pt x="1336056" y="146047"/>
                    <a:pt x="1336056" y="133350"/>
                  </a:cubicBezTo>
                  <a:cubicBezTo>
                    <a:pt x="1336056" y="122177"/>
                    <a:pt x="1339103" y="112395"/>
                    <a:pt x="1345196" y="104013"/>
                  </a:cubicBezTo>
                  <a:cubicBezTo>
                    <a:pt x="1351289" y="95374"/>
                    <a:pt x="1359792" y="88649"/>
                    <a:pt x="1370712" y="83820"/>
                  </a:cubicBezTo>
                  <a:cubicBezTo>
                    <a:pt x="1381632" y="78991"/>
                    <a:pt x="1394581" y="76581"/>
                    <a:pt x="1409557" y="76581"/>
                  </a:cubicBezTo>
                  <a:cubicBezTo>
                    <a:pt x="1423010" y="76581"/>
                    <a:pt x="1435711" y="78743"/>
                    <a:pt x="1447641" y="83058"/>
                  </a:cubicBezTo>
                  <a:cubicBezTo>
                    <a:pt x="1459570" y="87373"/>
                    <a:pt x="1469605" y="93602"/>
                    <a:pt x="1477727" y="101727"/>
                  </a:cubicBezTo>
                  <a:lnTo>
                    <a:pt x="1467444" y="124206"/>
                  </a:lnTo>
                  <a:cubicBezTo>
                    <a:pt x="1458304" y="116586"/>
                    <a:pt x="1448907" y="110995"/>
                    <a:pt x="1439262" y="107442"/>
                  </a:cubicBezTo>
                  <a:cubicBezTo>
                    <a:pt x="1429865" y="103632"/>
                    <a:pt x="1419963" y="101727"/>
                    <a:pt x="1409557" y="101727"/>
                  </a:cubicBezTo>
                  <a:cubicBezTo>
                    <a:pt x="1395847" y="101727"/>
                    <a:pt x="1385184" y="104394"/>
                    <a:pt x="1377567" y="109728"/>
                  </a:cubicBezTo>
                  <a:cubicBezTo>
                    <a:pt x="1370207" y="115062"/>
                    <a:pt x="1366523" y="122301"/>
                    <a:pt x="1366523" y="131445"/>
                  </a:cubicBezTo>
                  <a:cubicBezTo>
                    <a:pt x="1366523" y="139322"/>
                    <a:pt x="1368808" y="145542"/>
                    <a:pt x="1373378" y="150114"/>
                  </a:cubicBezTo>
                  <a:cubicBezTo>
                    <a:pt x="1378205" y="154686"/>
                    <a:pt x="1385821" y="158239"/>
                    <a:pt x="1396228" y="160782"/>
                  </a:cubicBezTo>
                  <a:lnTo>
                    <a:pt x="1428599" y="168783"/>
                  </a:lnTo>
                  <a:cubicBezTo>
                    <a:pt x="1446622" y="172593"/>
                    <a:pt x="1459827" y="178946"/>
                    <a:pt x="1468206" y="187833"/>
                  </a:cubicBezTo>
                  <a:cubicBezTo>
                    <a:pt x="1476841" y="196472"/>
                    <a:pt x="1481154" y="207521"/>
                    <a:pt x="1481154" y="220980"/>
                  </a:cubicBezTo>
                  <a:cubicBezTo>
                    <a:pt x="1481154" y="237487"/>
                    <a:pt x="1474423" y="250698"/>
                    <a:pt x="1460970" y="260604"/>
                  </a:cubicBezTo>
                  <a:cubicBezTo>
                    <a:pt x="1447517" y="270510"/>
                    <a:pt x="1429237" y="275463"/>
                    <a:pt x="1406130" y="2754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49"/>
            <p:cNvSpPr/>
            <p:nvPr/>
          </p:nvSpPr>
          <p:spPr>
            <a:xfrm>
              <a:off x="5142141" y="6021492"/>
              <a:ext cx="1459056" cy="284607"/>
            </a:xfrm>
            <a:custGeom>
              <a:rect b="b" l="l" r="r" t="t"/>
              <a:pathLst>
                <a:path extrusionOk="0" h="284607" w="1459056">
                  <a:moveTo>
                    <a:pt x="0" y="281940"/>
                  </a:moveTo>
                  <a:lnTo>
                    <a:pt x="0" y="10668"/>
                  </a:lnTo>
                  <a:lnTo>
                    <a:pt x="108157" y="10668"/>
                  </a:lnTo>
                  <a:cubicBezTo>
                    <a:pt x="136082" y="10668"/>
                    <a:pt x="157790" y="17402"/>
                    <a:pt x="173280" y="30861"/>
                  </a:cubicBezTo>
                  <a:cubicBezTo>
                    <a:pt x="189018" y="44320"/>
                    <a:pt x="196892" y="62865"/>
                    <a:pt x="196892" y="86487"/>
                  </a:cubicBezTo>
                  <a:cubicBezTo>
                    <a:pt x="196892" y="109852"/>
                    <a:pt x="189018" y="128397"/>
                    <a:pt x="173280" y="142113"/>
                  </a:cubicBezTo>
                  <a:cubicBezTo>
                    <a:pt x="157542" y="155829"/>
                    <a:pt x="135834" y="162687"/>
                    <a:pt x="108157" y="162687"/>
                  </a:cubicBezTo>
                  <a:lnTo>
                    <a:pt x="31228" y="162687"/>
                  </a:lnTo>
                  <a:lnTo>
                    <a:pt x="31228" y="281940"/>
                  </a:lnTo>
                  <a:lnTo>
                    <a:pt x="0" y="281940"/>
                  </a:lnTo>
                  <a:close/>
                  <a:moveTo>
                    <a:pt x="31228" y="136779"/>
                  </a:moveTo>
                  <a:lnTo>
                    <a:pt x="105491" y="136779"/>
                  </a:lnTo>
                  <a:cubicBezTo>
                    <a:pt x="125552" y="136779"/>
                    <a:pt x="140652" y="132464"/>
                    <a:pt x="150811" y="123825"/>
                  </a:cubicBezTo>
                  <a:cubicBezTo>
                    <a:pt x="160970" y="114938"/>
                    <a:pt x="166045" y="102489"/>
                    <a:pt x="166045" y="86487"/>
                  </a:cubicBezTo>
                  <a:cubicBezTo>
                    <a:pt x="166045" y="70485"/>
                    <a:pt x="160970" y="58169"/>
                    <a:pt x="150811" y="49530"/>
                  </a:cubicBezTo>
                  <a:cubicBezTo>
                    <a:pt x="140652" y="40891"/>
                    <a:pt x="125552" y="36576"/>
                    <a:pt x="105491" y="36576"/>
                  </a:cubicBezTo>
                  <a:lnTo>
                    <a:pt x="31228" y="36576"/>
                  </a:lnTo>
                  <a:lnTo>
                    <a:pt x="31228" y="136779"/>
                  </a:lnTo>
                  <a:close/>
                  <a:moveTo>
                    <a:pt x="244258" y="281940"/>
                  </a:moveTo>
                  <a:lnTo>
                    <a:pt x="244258" y="1524"/>
                  </a:lnTo>
                  <a:lnTo>
                    <a:pt x="275106" y="1524"/>
                  </a:lnTo>
                  <a:lnTo>
                    <a:pt x="275106" y="281940"/>
                  </a:lnTo>
                  <a:lnTo>
                    <a:pt x="244258" y="281940"/>
                  </a:lnTo>
                  <a:close/>
                  <a:moveTo>
                    <a:pt x="408503" y="284607"/>
                  </a:moveTo>
                  <a:cubicBezTo>
                    <a:pt x="391489" y="284607"/>
                    <a:pt x="376513" y="280673"/>
                    <a:pt x="363564" y="272796"/>
                  </a:cubicBezTo>
                  <a:cubicBezTo>
                    <a:pt x="350873" y="264671"/>
                    <a:pt x="340972" y="253241"/>
                    <a:pt x="333859" y="238506"/>
                  </a:cubicBezTo>
                  <a:cubicBezTo>
                    <a:pt x="327005" y="223523"/>
                    <a:pt x="323577" y="205997"/>
                    <a:pt x="323577" y="185928"/>
                  </a:cubicBezTo>
                  <a:cubicBezTo>
                    <a:pt x="323577" y="165859"/>
                    <a:pt x="327128" y="148333"/>
                    <a:pt x="334240" y="133350"/>
                  </a:cubicBezTo>
                  <a:cubicBezTo>
                    <a:pt x="341352" y="118367"/>
                    <a:pt x="351254" y="106680"/>
                    <a:pt x="363945" y="98298"/>
                  </a:cubicBezTo>
                  <a:cubicBezTo>
                    <a:pt x="376894" y="89916"/>
                    <a:pt x="391746" y="85725"/>
                    <a:pt x="408503" y="85725"/>
                  </a:cubicBezTo>
                  <a:cubicBezTo>
                    <a:pt x="426021" y="85725"/>
                    <a:pt x="440874" y="90040"/>
                    <a:pt x="453061" y="98679"/>
                  </a:cubicBezTo>
                  <a:cubicBezTo>
                    <a:pt x="465247" y="107318"/>
                    <a:pt x="473502" y="119634"/>
                    <a:pt x="477815" y="135636"/>
                  </a:cubicBezTo>
                  <a:lnTo>
                    <a:pt x="473245" y="138684"/>
                  </a:lnTo>
                  <a:lnTo>
                    <a:pt x="473245" y="90297"/>
                  </a:lnTo>
                  <a:lnTo>
                    <a:pt x="503712" y="90297"/>
                  </a:lnTo>
                  <a:lnTo>
                    <a:pt x="503712" y="281940"/>
                  </a:lnTo>
                  <a:lnTo>
                    <a:pt x="473245" y="281940"/>
                  </a:lnTo>
                  <a:lnTo>
                    <a:pt x="473245" y="232410"/>
                  </a:lnTo>
                  <a:lnTo>
                    <a:pt x="477815" y="234696"/>
                  </a:lnTo>
                  <a:cubicBezTo>
                    <a:pt x="473502" y="250698"/>
                    <a:pt x="465247" y="263014"/>
                    <a:pt x="453061" y="271653"/>
                  </a:cubicBezTo>
                  <a:cubicBezTo>
                    <a:pt x="440874" y="280292"/>
                    <a:pt x="426021" y="284607"/>
                    <a:pt x="408503" y="284607"/>
                  </a:cubicBezTo>
                  <a:close/>
                  <a:moveTo>
                    <a:pt x="414596" y="259080"/>
                  </a:moveTo>
                  <a:cubicBezTo>
                    <a:pt x="433381" y="259080"/>
                    <a:pt x="447853" y="252727"/>
                    <a:pt x="458011" y="240030"/>
                  </a:cubicBezTo>
                  <a:cubicBezTo>
                    <a:pt x="468170" y="227076"/>
                    <a:pt x="473245" y="208788"/>
                    <a:pt x="473245" y="185166"/>
                  </a:cubicBezTo>
                  <a:cubicBezTo>
                    <a:pt x="473245" y="161544"/>
                    <a:pt x="468037" y="143380"/>
                    <a:pt x="457631" y="130683"/>
                  </a:cubicBezTo>
                  <a:cubicBezTo>
                    <a:pt x="447472" y="117986"/>
                    <a:pt x="433134" y="111633"/>
                    <a:pt x="414596" y="111633"/>
                  </a:cubicBezTo>
                  <a:cubicBezTo>
                    <a:pt x="395812" y="111633"/>
                    <a:pt x="381083" y="118234"/>
                    <a:pt x="370420" y="131445"/>
                  </a:cubicBezTo>
                  <a:cubicBezTo>
                    <a:pt x="360013" y="144399"/>
                    <a:pt x="354805" y="162563"/>
                    <a:pt x="354805" y="185928"/>
                  </a:cubicBezTo>
                  <a:cubicBezTo>
                    <a:pt x="354805" y="209293"/>
                    <a:pt x="360013" y="227333"/>
                    <a:pt x="370420" y="240030"/>
                  </a:cubicBezTo>
                  <a:cubicBezTo>
                    <a:pt x="381083" y="252727"/>
                    <a:pt x="395812" y="259080"/>
                    <a:pt x="414596" y="259080"/>
                  </a:cubicBezTo>
                  <a:close/>
                  <a:moveTo>
                    <a:pt x="536311" y="114681"/>
                  </a:moveTo>
                  <a:lnTo>
                    <a:pt x="536311" y="90297"/>
                  </a:lnTo>
                  <a:lnTo>
                    <a:pt x="659321" y="90297"/>
                  </a:lnTo>
                  <a:lnTo>
                    <a:pt x="659321" y="114681"/>
                  </a:lnTo>
                  <a:lnTo>
                    <a:pt x="536311" y="114681"/>
                  </a:lnTo>
                  <a:close/>
                  <a:moveTo>
                    <a:pt x="658560" y="254508"/>
                  </a:moveTo>
                  <a:lnTo>
                    <a:pt x="658560" y="280797"/>
                  </a:lnTo>
                  <a:cubicBezTo>
                    <a:pt x="654247" y="282064"/>
                    <a:pt x="649934" y="282959"/>
                    <a:pt x="645611" y="283464"/>
                  </a:cubicBezTo>
                  <a:cubicBezTo>
                    <a:pt x="641555" y="284226"/>
                    <a:pt x="636985" y="284607"/>
                    <a:pt x="631901" y="284607"/>
                  </a:cubicBezTo>
                  <a:cubicBezTo>
                    <a:pt x="614135" y="284607"/>
                    <a:pt x="599911" y="279530"/>
                    <a:pt x="589247" y="269367"/>
                  </a:cubicBezTo>
                  <a:cubicBezTo>
                    <a:pt x="578841" y="259204"/>
                    <a:pt x="573633" y="243964"/>
                    <a:pt x="573633" y="223647"/>
                  </a:cubicBezTo>
                  <a:lnTo>
                    <a:pt x="573633" y="41148"/>
                  </a:lnTo>
                  <a:lnTo>
                    <a:pt x="604481" y="30099"/>
                  </a:lnTo>
                  <a:lnTo>
                    <a:pt x="604481" y="219456"/>
                  </a:lnTo>
                  <a:cubicBezTo>
                    <a:pt x="604481" y="229619"/>
                    <a:pt x="605880" y="237487"/>
                    <a:pt x="608670" y="243078"/>
                  </a:cubicBezTo>
                  <a:cubicBezTo>
                    <a:pt x="611717" y="248669"/>
                    <a:pt x="615782" y="252603"/>
                    <a:pt x="620857" y="254889"/>
                  </a:cubicBezTo>
                  <a:cubicBezTo>
                    <a:pt x="625941" y="256918"/>
                    <a:pt x="631654" y="257937"/>
                    <a:pt x="637995" y="257937"/>
                  </a:cubicBezTo>
                  <a:cubicBezTo>
                    <a:pt x="641803" y="257937"/>
                    <a:pt x="645230" y="257680"/>
                    <a:pt x="648277" y="257175"/>
                  </a:cubicBezTo>
                  <a:cubicBezTo>
                    <a:pt x="651324" y="256670"/>
                    <a:pt x="654751" y="255775"/>
                    <a:pt x="658560" y="254508"/>
                  </a:cubicBezTo>
                  <a:close/>
                  <a:moveTo>
                    <a:pt x="673545" y="114681"/>
                  </a:moveTo>
                  <a:lnTo>
                    <a:pt x="673545" y="90297"/>
                  </a:lnTo>
                  <a:lnTo>
                    <a:pt x="788558" y="90297"/>
                  </a:lnTo>
                  <a:lnTo>
                    <a:pt x="788558" y="114681"/>
                  </a:lnTo>
                  <a:lnTo>
                    <a:pt x="673545" y="114681"/>
                  </a:lnTo>
                  <a:close/>
                  <a:moveTo>
                    <a:pt x="793889" y="29718"/>
                  </a:moveTo>
                  <a:cubicBezTo>
                    <a:pt x="786787" y="27689"/>
                    <a:pt x="780179" y="26670"/>
                    <a:pt x="774086" y="26670"/>
                  </a:cubicBezTo>
                  <a:cubicBezTo>
                    <a:pt x="767993" y="26670"/>
                    <a:pt x="762414" y="27813"/>
                    <a:pt x="757329" y="30099"/>
                  </a:cubicBezTo>
                  <a:cubicBezTo>
                    <a:pt x="752511" y="32128"/>
                    <a:pt x="748703" y="35938"/>
                    <a:pt x="745904" y="41529"/>
                  </a:cubicBezTo>
                  <a:cubicBezTo>
                    <a:pt x="743114" y="47120"/>
                    <a:pt x="741715" y="54864"/>
                    <a:pt x="741715" y="64770"/>
                  </a:cubicBezTo>
                  <a:lnTo>
                    <a:pt x="741715" y="281940"/>
                  </a:lnTo>
                  <a:lnTo>
                    <a:pt x="710867" y="281940"/>
                  </a:lnTo>
                  <a:lnTo>
                    <a:pt x="710867" y="60960"/>
                  </a:lnTo>
                  <a:cubicBezTo>
                    <a:pt x="710867" y="40386"/>
                    <a:pt x="715952" y="25146"/>
                    <a:pt x="726101" y="15240"/>
                  </a:cubicBezTo>
                  <a:cubicBezTo>
                    <a:pt x="736260" y="5077"/>
                    <a:pt x="750227" y="0"/>
                    <a:pt x="767993" y="0"/>
                  </a:cubicBezTo>
                  <a:cubicBezTo>
                    <a:pt x="772315" y="0"/>
                    <a:pt x="776628" y="257"/>
                    <a:pt x="780941" y="762"/>
                  </a:cubicBezTo>
                  <a:cubicBezTo>
                    <a:pt x="785263" y="1267"/>
                    <a:pt x="789576" y="2162"/>
                    <a:pt x="793889" y="3429"/>
                  </a:cubicBezTo>
                  <a:lnTo>
                    <a:pt x="793889" y="29718"/>
                  </a:lnTo>
                  <a:close/>
                  <a:moveTo>
                    <a:pt x="906255" y="284607"/>
                  </a:moveTo>
                  <a:cubicBezTo>
                    <a:pt x="887975" y="284607"/>
                    <a:pt x="871980" y="280540"/>
                    <a:pt x="858270" y="272415"/>
                  </a:cubicBezTo>
                  <a:cubicBezTo>
                    <a:pt x="844807" y="264290"/>
                    <a:pt x="834277" y="252860"/>
                    <a:pt x="826660" y="238125"/>
                  </a:cubicBezTo>
                  <a:cubicBezTo>
                    <a:pt x="819291" y="223142"/>
                    <a:pt x="815616" y="205483"/>
                    <a:pt x="815616" y="185166"/>
                  </a:cubicBezTo>
                  <a:cubicBezTo>
                    <a:pt x="815616" y="165097"/>
                    <a:pt x="819291" y="147571"/>
                    <a:pt x="826660" y="132588"/>
                  </a:cubicBezTo>
                  <a:cubicBezTo>
                    <a:pt x="834277" y="117605"/>
                    <a:pt x="844807" y="106042"/>
                    <a:pt x="858270" y="97917"/>
                  </a:cubicBezTo>
                  <a:cubicBezTo>
                    <a:pt x="871980" y="89792"/>
                    <a:pt x="887975" y="85725"/>
                    <a:pt x="906255" y="85725"/>
                  </a:cubicBezTo>
                  <a:cubicBezTo>
                    <a:pt x="924535" y="85725"/>
                    <a:pt x="940397" y="89792"/>
                    <a:pt x="953859" y="97917"/>
                  </a:cubicBezTo>
                  <a:cubicBezTo>
                    <a:pt x="967569" y="106042"/>
                    <a:pt x="978100" y="117605"/>
                    <a:pt x="985469" y="132588"/>
                  </a:cubicBezTo>
                  <a:cubicBezTo>
                    <a:pt x="993085" y="147571"/>
                    <a:pt x="996894" y="165097"/>
                    <a:pt x="996894" y="185166"/>
                  </a:cubicBezTo>
                  <a:cubicBezTo>
                    <a:pt x="996894" y="205483"/>
                    <a:pt x="993085" y="223142"/>
                    <a:pt x="985469" y="238125"/>
                  </a:cubicBezTo>
                  <a:cubicBezTo>
                    <a:pt x="978100" y="252860"/>
                    <a:pt x="967569" y="264290"/>
                    <a:pt x="953859" y="272415"/>
                  </a:cubicBezTo>
                  <a:cubicBezTo>
                    <a:pt x="940397" y="280540"/>
                    <a:pt x="924535" y="284607"/>
                    <a:pt x="906255" y="284607"/>
                  </a:cubicBezTo>
                  <a:close/>
                  <a:moveTo>
                    <a:pt x="906255" y="259080"/>
                  </a:moveTo>
                  <a:cubicBezTo>
                    <a:pt x="925040" y="259080"/>
                    <a:pt x="939511" y="252860"/>
                    <a:pt x="949670" y="240411"/>
                  </a:cubicBezTo>
                  <a:cubicBezTo>
                    <a:pt x="960076" y="227714"/>
                    <a:pt x="965284" y="209293"/>
                    <a:pt x="965284" y="185166"/>
                  </a:cubicBezTo>
                  <a:cubicBezTo>
                    <a:pt x="965284" y="161544"/>
                    <a:pt x="960076" y="143380"/>
                    <a:pt x="949670" y="130683"/>
                  </a:cubicBezTo>
                  <a:cubicBezTo>
                    <a:pt x="939254" y="117986"/>
                    <a:pt x="924782" y="111633"/>
                    <a:pt x="906255" y="111633"/>
                  </a:cubicBezTo>
                  <a:cubicBezTo>
                    <a:pt x="887717" y="111633"/>
                    <a:pt x="873122" y="117986"/>
                    <a:pt x="862459" y="130683"/>
                  </a:cubicBezTo>
                  <a:cubicBezTo>
                    <a:pt x="852043" y="143380"/>
                    <a:pt x="846845" y="161544"/>
                    <a:pt x="846845" y="185166"/>
                  </a:cubicBezTo>
                  <a:cubicBezTo>
                    <a:pt x="846845" y="209293"/>
                    <a:pt x="851919" y="227714"/>
                    <a:pt x="862078" y="240411"/>
                  </a:cubicBezTo>
                  <a:cubicBezTo>
                    <a:pt x="872484" y="252860"/>
                    <a:pt x="887213" y="259080"/>
                    <a:pt x="906255" y="259080"/>
                  </a:cubicBezTo>
                  <a:close/>
                  <a:moveTo>
                    <a:pt x="1044974" y="281940"/>
                  </a:moveTo>
                  <a:lnTo>
                    <a:pt x="1044974" y="144018"/>
                  </a:lnTo>
                  <a:cubicBezTo>
                    <a:pt x="1044974" y="135131"/>
                    <a:pt x="1044727" y="126235"/>
                    <a:pt x="1044212" y="117348"/>
                  </a:cubicBezTo>
                  <a:cubicBezTo>
                    <a:pt x="1043965" y="108204"/>
                    <a:pt x="1043203" y="99184"/>
                    <a:pt x="1041927" y="90297"/>
                  </a:cubicBezTo>
                  <a:lnTo>
                    <a:pt x="1071252" y="90297"/>
                  </a:lnTo>
                  <a:lnTo>
                    <a:pt x="1075441" y="137541"/>
                  </a:lnTo>
                  <a:lnTo>
                    <a:pt x="1071252" y="136398"/>
                  </a:lnTo>
                  <a:cubicBezTo>
                    <a:pt x="1074812" y="119634"/>
                    <a:pt x="1082429" y="107061"/>
                    <a:pt x="1094102" y="98679"/>
                  </a:cubicBezTo>
                  <a:cubicBezTo>
                    <a:pt x="1106041" y="90040"/>
                    <a:pt x="1119371" y="85725"/>
                    <a:pt x="1134089" y="85725"/>
                  </a:cubicBezTo>
                  <a:cubicBezTo>
                    <a:pt x="1137393" y="85725"/>
                    <a:pt x="1140440" y="85982"/>
                    <a:pt x="1143230" y="86487"/>
                  </a:cubicBezTo>
                  <a:cubicBezTo>
                    <a:pt x="1146276" y="86744"/>
                    <a:pt x="1149076" y="87249"/>
                    <a:pt x="1151608" y="88011"/>
                  </a:cubicBezTo>
                  <a:lnTo>
                    <a:pt x="1150846" y="116205"/>
                  </a:lnTo>
                  <a:cubicBezTo>
                    <a:pt x="1145010" y="114176"/>
                    <a:pt x="1138279" y="113157"/>
                    <a:pt x="1130662" y="113157"/>
                  </a:cubicBezTo>
                  <a:cubicBezTo>
                    <a:pt x="1117466" y="113157"/>
                    <a:pt x="1106803" y="116081"/>
                    <a:pt x="1098672" y="121920"/>
                  </a:cubicBezTo>
                  <a:cubicBezTo>
                    <a:pt x="1090808" y="127759"/>
                    <a:pt x="1084962" y="135255"/>
                    <a:pt x="1081153" y="144399"/>
                  </a:cubicBezTo>
                  <a:cubicBezTo>
                    <a:pt x="1077602" y="153286"/>
                    <a:pt x="1075822" y="162687"/>
                    <a:pt x="1075822" y="172593"/>
                  </a:cubicBezTo>
                  <a:lnTo>
                    <a:pt x="1075822" y="281940"/>
                  </a:lnTo>
                  <a:lnTo>
                    <a:pt x="1044974" y="281940"/>
                  </a:lnTo>
                  <a:close/>
                  <a:moveTo>
                    <a:pt x="1182951" y="281940"/>
                  </a:moveTo>
                  <a:lnTo>
                    <a:pt x="1182951" y="144018"/>
                  </a:lnTo>
                  <a:cubicBezTo>
                    <a:pt x="1182951" y="135131"/>
                    <a:pt x="1182703" y="126235"/>
                    <a:pt x="1182189" y="117348"/>
                  </a:cubicBezTo>
                  <a:cubicBezTo>
                    <a:pt x="1181941" y="108204"/>
                    <a:pt x="1181180" y="99184"/>
                    <a:pt x="1179904" y="90297"/>
                  </a:cubicBezTo>
                  <a:lnTo>
                    <a:pt x="1209228" y="90297"/>
                  </a:lnTo>
                  <a:lnTo>
                    <a:pt x="1212656" y="129921"/>
                  </a:lnTo>
                  <a:lnTo>
                    <a:pt x="1208847" y="132588"/>
                  </a:lnTo>
                  <a:cubicBezTo>
                    <a:pt x="1213418" y="117605"/>
                    <a:pt x="1221291" y="106042"/>
                    <a:pt x="1232459" y="97917"/>
                  </a:cubicBezTo>
                  <a:cubicBezTo>
                    <a:pt x="1243885" y="89792"/>
                    <a:pt x="1257347" y="85725"/>
                    <a:pt x="1272828" y="85725"/>
                  </a:cubicBezTo>
                  <a:cubicBezTo>
                    <a:pt x="1291365" y="85725"/>
                    <a:pt x="1305713" y="90297"/>
                    <a:pt x="1315862" y="99441"/>
                  </a:cubicBezTo>
                  <a:cubicBezTo>
                    <a:pt x="1326278" y="108585"/>
                    <a:pt x="1332876" y="122558"/>
                    <a:pt x="1335665" y="141351"/>
                  </a:cubicBezTo>
                  <a:lnTo>
                    <a:pt x="1326526" y="136398"/>
                  </a:lnTo>
                  <a:cubicBezTo>
                    <a:pt x="1330591" y="120901"/>
                    <a:pt x="1338712" y="108585"/>
                    <a:pt x="1350899" y="99441"/>
                  </a:cubicBezTo>
                  <a:cubicBezTo>
                    <a:pt x="1363343" y="90297"/>
                    <a:pt x="1378196" y="85725"/>
                    <a:pt x="1395457" y="85725"/>
                  </a:cubicBezTo>
                  <a:cubicBezTo>
                    <a:pt x="1416536" y="85725"/>
                    <a:pt x="1432398" y="92078"/>
                    <a:pt x="1443061" y="104775"/>
                  </a:cubicBezTo>
                  <a:cubicBezTo>
                    <a:pt x="1453725" y="117224"/>
                    <a:pt x="1459056" y="136141"/>
                    <a:pt x="1459056" y="161544"/>
                  </a:cubicBezTo>
                  <a:lnTo>
                    <a:pt x="1459056" y="281940"/>
                  </a:lnTo>
                  <a:lnTo>
                    <a:pt x="1428209" y="281940"/>
                  </a:lnTo>
                  <a:lnTo>
                    <a:pt x="1428209" y="163068"/>
                  </a:lnTo>
                  <a:cubicBezTo>
                    <a:pt x="1428209" y="145285"/>
                    <a:pt x="1425038" y="132331"/>
                    <a:pt x="1418688" y="124206"/>
                  </a:cubicBezTo>
                  <a:cubicBezTo>
                    <a:pt x="1412347" y="115824"/>
                    <a:pt x="1402312" y="111633"/>
                    <a:pt x="1388602" y="111633"/>
                  </a:cubicBezTo>
                  <a:cubicBezTo>
                    <a:pt x="1372607" y="111633"/>
                    <a:pt x="1359915" y="117091"/>
                    <a:pt x="1350518" y="128016"/>
                  </a:cubicBezTo>
                  <a:cubicBezTo>
                    <a:pt x="1341378" y="138941"/>
                    <a:pt x="1336808" y="153800"/>
                    <a:pt x="1336808" y="172593"/>
                  </a:cubicBezTo>
                  <a:lnTo>
                    <a:pt x="1336808" y="281940"/>
                  </a:lnTo>
                  <a:lnTo>
                    <a:pt x="1305960" y="281940"/>
                  </a:lnTo>
                  <a:lnTo>
                    <a:pt x="1305960" y="163068"/>
                  </a:lnTo>
                  <a:cubicBezTo>
                    <a:pt x="1305960" y="145285"/>
                    <a:pt x="1302666" y="132331"/>
                    <a:pt x="1296059" y="124206"/>
                  </a:cubicBezTo>
                  <a:cubicBezTo>
                    <a:pt x="1289718" y="115824"/>
                    <a:pt x="1279683" y="111633"/>
                    <a:pt x="1265973" y="111633"/>
                  </a:cubicBezTo>
                  <a:cubicBezTo>
                    <a:pt x="1249730" y="111633"/>
                    <a:pt x="1236906" y="117091"/>
                    <a:pt x="1227508" y="128016"/>
                  </a:cubicBezTo>
                  <a:cubicBezTo>
                    <a:pt x="1218368" y="138941"/>
                    <a:pt x="1213798" y="153800"/>
                    <a:pt x="1213798" y="172593"/>
                  </a:cubicBezTo>
                  <a:lnTo>
                    <a:pt x="1213798" y="281940"/>
                  </a:lnTo>
                  <a:lnTo>
                    <a:pt x="1182951" y="2819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49"/>
            <p:cNvSpPr/>
            <p:nvPr/>
          </p:nvSpPr>
          <p:spPr>
            <a:xfrm>
              <a:off x="4527854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49"/>
            <p:cNvSpPr/>
            <p:nvPr/>
          </p:nvSpPr>
          <p:spPr>
            <a:xfrm>
              <a:off x="1919132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35" name="Google Shape;43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3593" y="1156890"/>
            <a:ext cx="5857288" cy="4922177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49"/>
          <p:cNvSpPr txBox="1"/>
          <p:nvPr>
            <p:ph idx="1" type="body"/>
          </p:nvPr>
        </p:nvSpPr>
        <p:spPr>
          <a:xfrm>
            <a:off x="155786" y="6472155"/>
            <a:ext cx="5940214" cy="258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--ALL">
  <p:cSld name="Background--ALL">
    <p:bg>
      <p:bgPr>
        <a:solidFill>
          <a:srgbClr val="1E4B7E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g12709bdffa8_0_2868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3007268" y="-1"/>
            <a:ext cx="9184731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5" name="Google Shape;445;g12709bdffa8_0_2868"/>
          <p:cNvGrpSpPr/>
          <p:nvPr/>
        </p:nvGrpSpPr>
        <p:grpSpPr>
          <a:xfrm>
            <a:off x="300945" y="308243"/>
            <a:ext cx="2012792" cy="571765"/>
            <a:chOff x="338666" y="4303183"/>
            <a:chExt cx="7340599" cy="2085212"/>
          </a:xfrm>
        </p:grpSpPr>
        <p:sp>
          <p:nvSpPr>
            <p:cNvPr id="446" name="Google Shape;446;g12709bdffa8_0_2868"/>
            <p:cNvSpPr/>
            <p:nvPr/>
          </p:nvSpPr>
          <p:spPr>
            <a:xfrm>
              <a:off x="338666" y="4817769"/>
              <a:ext cx="931067" cy="1085156"/>
            </a:xfrm>
            <a:custGeom>
              <a:rect b="b" l="l" r="r" t="t"/>
              <a:pathLst>
                <a:path extrusionOk="0" h="1085156" w="931067">
                  <a:moveTo>
                    <a:pt x="266668" y="724502"/>
                  </a:moveTo>
                  <a:lnTo>
                    <a:pt x="0" y="724502"/>
                  </a:lnTo>
                  <a:cubicBezTo>
                    <a:pt x="0" y="847803"/>
                    <a:pt x="39462" y="937691"/>
                    <a:pt x="117749" y="995117"/>
                  </a:cubicBezTo>
                  <a:cubicBezTo>
                    <a:pt x="188382" y="1054534"/>
                    <a:pt x="298318" y="1085157"/>
                    <a:pt x="451383" y="1085157"/>
                  </a:cubicBezTo>
                  <a:cubicBezTo>
                    <a:pt x="735511" y="1085157"/>
                    <a:pt x="931068" y="993278"/>
                    <a:pt x="931068" y="736551"/>
                  </a:cubicBezTo>
                  <a:cubicBezTo>
                    <a:pt x="931068" y="663885"/>
                    <a:pt x="908108" y="599124"/>
                    <a:pt x="860036" y="546727"/>
                  </a:cubicBezTo>
                  <a:cubicBezTo>
                    <a:pt x="804550" y="492016"/>
                    <a:pt x="691505" y="445600"/>
                    <a:pt x="507268" y="409227"/>
                  </a:cubicBezTo>
                  <a:cubicBezTo>
                    <a:pt x="364487" y="382909"/>
                    <a:pt x="294252" y="340558"/>
                    <a:pt x="294252" y="285925"/>
                  </a:cubicBezTo>
                  <a:cubicBezTo>
                    <a:pt x="294252" y="231452"/>
                    <a:pt x="348064" y="203059"/>
                    <a:pt x="455529" y="203059"/>
                  </a:cubicBezTo>
                  <a:cubicBezTo>
                    <a:pt x="546571" y="203059"/>
                    <a:pt x="602376" y="229378"/>
                    <a:pt x="621111" y="275875"/>
                  </a:cubicBezTo>
                  <a:cubicBezTo>
                    <a:pt x="637534" y="318386"/>
                    <a:pt x="678032" y="340558"/>
                    <a:pt x="737424" y="342631"/>
                  </a:cubicBezTo>
                  <a:lnTo>
                    <a:pt x="898542" y="342631"/>
                  </a:lnTo>
                  <a:cubicBezTo>
                    <a:pt x="892802" y="231452"/>
                    <a:pt x="852463" y="146910"/>
                    <a:pt x="777764" y="86934"/>
                  </a:cubicBezTo>
                  <a:cubicBezTo>
                    <a:pt x="701151" y="28951"/>
                    <a:pt x="592251" y="0"/>
                    <a:pt x="451543" y="0"/>
                  </a:cubicBezTo>
                  <a:cubicBezTo>
                    <a:pt x="206080" y="3908"/>
                    <a:pt x="29577" y="108388"/>
                    <a:pt x="29577" y="334417"/>
                  </a:cubicBezTo>
                  <a:cubicBezTo>
                    <a:pt x="31649" y="502141"/>
                    <a:pt x="149159" y="607421"/>
                    <a:pt x="383141" y="649693"/>
                  </a:cubicBezTo>
                  <a:cubicBezTo>
                    <a:pt x="571284" y="682230"/>
                    <a:pt x="666472" y="726578"/>
                    <a:pt x="666472" y="781214"/>
                  </a:cubicBezTo>
                  <a:cubicBezTo>
                    <a:pt x="666472" y="849880"/>
                    <a:pt x="608515" y="882103"/>
                    <a:pt x="492679" y="882103"/>
                  </a:cubicBezTo>
                  <a:cubicBezTo>
                    <a:pt x="358348" y="882103"/>
                    <a:pt x="272648" y="841907"/>
                    <a:pt x="266668" y="7245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g12709bdffa8_0_2868"/>
            <p:cNvSpPr/>
            <p:nvPr/>
          </p:nvSpPr>
          <p:spPr>
            <a:xfrm>
              <a:off x="1374890" y="4819443"/>
              <a:ext cx="1517750" cy="1067689"/>
            </a:xfrm>
            <a:custGeom>
              <a:rect b="b" l="l" r="r" t="t"/>
              <a:pathLst>
                <a:path extrusionOk="0" h="1067689" w="1517750">
                  <a:moveTo>
                    <a:pt x="448672" y="223396"/>
                  </a:moveTo>
                  <a:cubicBezTo>
                    <a:pt x="569444" y="223396"/>
                    <a:pt x="630673" y="277471"/>
                    <a:pt x="636890" y="387375"/>
                  </a:cubicBezTo>
                  <a:lnTo>
                    <a:pt x="636890" y="1063784"/>
                  </a:lnTo>
                  <a:lnTo>
                    <a:pt x="880920" y="1063784"/>
                  </a:lnTo>
                  <a:lnTo>
                    <a:pt x="880920" y="391522"/>
                  </a:lnTo>
                  <a:cubicBezTo>
                    <a:pt x="882995" y="281379"/>
                    <a:pt x="944138" y="227305"/>
                    <a:pt x="1064996" y="227305"/>
                  </a:cubicBezTo>
                  <a:cubicBezTo>
                    <a:pt x="1185778" y="227305"/>
                    <a:pt x="1246998" y="281379"/>
                    <a:pt x="1253139" y="391522"/>
                  </a:cubicBezTo>
                  <a:lnTo>
                    <a:pt x="1253139" y="935778"/>
                  </a:lnTo>
                  <a:cubicBezTo>
                    <a:pt x="1253139" y="1019760"/>
                    <a:pt x="1296268" y="1061794"/>
                    <a:pt x="1382527" y="1067690"/>
                  </a:cubicBezTo>
                  <a:lnTo>
                    <a:pt x="1517733" y="1067690"/>
                  </a:lnTo>
                  <a:lnTo>
                    <a:pt x="1517733" y="445517"/>
                  </a:lnTo>
                  <a:cubicBezTo>
                    <a:pt x="1519571" y="146911"/>
                    <a:pt x="1372645" y="3669"/>
                    <a:pt x="1069062" y="3669"/>
                  </a:cubicBezTo>
                  <a:cubicBezTo>
                    <a:pt x="930028" y="3669"/>
                    <a:pt x="829973" y="30387"/>
                    <a:pt x="760699" y="85897"/>
                  </a:cubicBezTo>
                  <a:cubicBezTo>
                    <a:pt x="691502" y="28553"/>
                    <a:pt x="591847" y="0"/>
                    <a:pt x="452737" y="0"/>
                  </a:cubicBezTo>
                  <a:cubicBezTo>
                    <a:pt x="148992" y="0"/>
                    <a:pt x="0" y="143242"/>
                    <a:pt x="0" y="441449"/>
                  </a:cubicBezTo>
                  <a:lnTo>
                    <a:pt x="0" y="1063784"/>
                  </a:lnTo>
                  <a:lnTo>
                    <a:pt x="264509" y="1063784"/>
                  </a:lnTo>
                  <a:lnTo>
                    <a:pt x="264509" y="387375"/>
                  </a:lnTo>
                  <a:cubicBezTo>
                    <a:pt x="266747" y="277471"/>
                    <a:pt x="327890" y="223396"/>
                    <a:pt x="448672" y="2233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g12709bdffa8_0_2868"/>
            <p:cNvSpPr/>
            <p:nvPr/>
          </p:nvSpPr>
          <p:spPr>
            <a:xfrm>
              <a:off x="3018422" y="4817769"/>
              <a:ext cx="880929" cy="1069283"/>
            </a:xfrm>
            <a:custGeom>
              <a:rect b="b" l="l" r="r" t="t"/>
              <a:pathLst>
                <a:path extrusionOk="0" h="1069283" w="880929">
                  <a:moveTo>
                    <a:pt x="450909" y="203059"/>
                  </a:moveTo>
                  <a:cubicBezTo>
                    <a:pt x="567140" y="203059"/>
                    <a:pt x="626293" y="232648"/>
                    <a:pt x="632672" y="291907"/>
                  </a:cubicBezTo>
                  <a:cubicBezTo>
                    <a:pt x="632672" y="349012"/>
                    <a:pt x="571443" y="382510"/>
                    <a:pt x="450909" y="396308"/>
                  </a:cubicBezTo>
                  <a:cubicBezTo>
                    <a:pt x="176822" y="421989"/>
                    <a:pt x="5503" y="489301"/>
                    <a:pt x="0" y="739732"/>
                  </a:cubicBezTo>
                  <a:cubicBezTo>
                    <a:pt x="0" y="970552"/>
                    <a:pt x="163912" y="1086833"/>
                    <a:pt x="421566" y="1067135"/>
                  </a:cubicBezTo>
                  <a:cubicBezTo>
                    <a:pt x="714466" y="1047438"/>
                    <a:pt x="880929" y="919183"/>
                    <a:pt x="880929" y="631186"/>
                  </a:cubicBezTo>
                  <a:lnTo>
                    <a:pt x="880929" y="276035"/>
                  </a:lnTo>
                  <a:cubicBezTo>
                    <a:pt x="875188" y="89406"/>
                    <a:pt x="735279" y="0"/>
                    <a:pt x="438475" y="0"/>
                  </a:cubicBezTo>
                  <a:cubicBezTo>
                    <a:pt x="188228" y="0"/>
                    <a:pt x="59639" y="89406"/>
                    <a:pt x="29819" y="276035"/>
                  </a:cubicBezTo>
                  <a:lnTo>
                    <a:pt x="282056" y="276035"/>
                  </a:lnTo>
                  <a:cubicBezTo>
                    <a:pt x="296804" y="226746"/>
                    <a:pt x="351730" y="203059"/>
                    <a:pt x="450909" y="203059"/>
                  </a:cubicBezTo>
                  <a:close/>
                  <a:moveTo>
                    <a:pt x="385615" y="854023"/>
                  </a:moveTo>
                  <a:cubicBezTo>
                    <a:pt x="296804" y="854023"/>
                    <a:pt x="250409" y="814551"/>
                    <a:pt x="244030" y="731760"/>
                  </a:cubicBezTo>
                  <a:cubicBezTo>
                    <a:pt x="244030" y="654874"/>
                    <a:pt x="300955" y="605582"/>
                    <a:pt x="412959" y="585808"/>
                  </a:cubicBezTo>
                  <a:cubicBezTo>
                    <a:pt x="495314" y="570016"/>
                    <a:pt x="571529" y="548404"/>
                    <a:pt x="636899" y="522724"/>
                  </a:cubicBezTo>
                  <a:lnTo>
                    <a:pt x="636899" y="619308"/>
                  </a:lnTo>
                  <a:cubicBezTo>
                    <a:pt x="636814" y="767250"/>
                    <a:pt x="541872" y="854023"/>
                    <a:pt x="385615" y="8540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g12709bdffa8_0_2868"/>
            <p:cNvSpPr/>
            <p:nvPr/>
          </p:nvSpPr>
          <p:spPr>
            <a:xfrm>
              <a:off x="5216460" y="4303183"/>
              <a:ext cx="408455" cy="1583837"/>
            </a:xfrm>
            <a:custGeom>
              <a:rect b="b" l="l" r="r" t="t"/>
              <a:pathLst>
                <a:path extrusionOk="0" h="1583837" w="408455">
                  <a:moveTo>
                    <a:pt x="244078" y="292465"/>
                  </a:moveTo>
                  <a:lnTo>
                    <a:pt x="244078" y="129683"/>
                  </a:lnTo>
                  <a:cubicBezTo>
                    <a:pt x="244078" y="62050"/>
                    <a:pt x="190904" y="0"/>
                    <a:pt x="126647" y="0"/>
                  </a:cubicBezTo>
                  <a:lnTo>
                    <a:pt x="48" y="0"/>
                  </a:lnTo>
                  <a:lnTo>
                    <a:pt x="48" y="1388707"/>
                  </a:lnTo>
                  <a:cubicBezTo>
                    <a:pt x="-1704" y="1505236"/>
                    <a:pt x="44215" y="1566253"/>
                    <a:pt x="139958" y="1576140"/>
                  </a:cubicBezTo>
                  <a:cubicBezTo>
                    <a:pt x="235938" y="1586027"/>
                    <a:pt x="325872" y="1586027"/>
                    <a:pt x="408456" y="1578216"/>
                  </a:cubicBezTo>
                  <a:lnTo>
                    <a:pt x="408456" y="1378820"/>
                  </a:lnTo>
                  <a:lnTo>
                    <a:pt x="329776" y="1378820"/>
                  </a:lnTo>
                  <a:cubicBezTo>
                    <a:pt x="269747" y="1378820"/>
                    <a:pt x="244078" y="1354017"/>
                    <a:pt x="244078" y="1308402"/>
                  </a:cubicBezTo>
                  <a:lnTo>
                    <a:pt x="244078" y="700816"/>
                  </a:lnTo>
                  <a:lnTo>
                    <a:pt x="244078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g12709bdffa8_0_2868"/>
            <p:cNvSpPr/>
            <p:nvPr/>
          </p:nvSpPr>
          <p:spPr>
            <a:xfrm>
              <a:off x="5647957" y="4819443"/>
              <a:ext cx="942548" cy="1081815"/>
            </a:xfrm>
            <a:custGeom>
              <a:rect b="b" l="l" r="r" t="t"/>
              <a:pathLst>
                <a:path extrusionOk="0" h="1081815" w="942548">
                  <a:moveTo>
                    <a:pt x="474350" y="223396"/>
                  </a:moveTo>
                  <a:cubicBezTo>
                    <a:pt x="610108" y="223396"/>
                    <a:pt x="677954" y="326920"/>
                    <a:pt x="677954" y="535718"/>
                  </a:cubicBezTo>
                  <a:cubicBezTo>
                    <a:pt x="676040" y="748907"/>
                    <a:pt x="608042" y="858416"/>
                    <a:pt x="472274" y="858416"/>
                  </a:cubicBezTo>
                  <a:cubicBezTo>
                    <a:pt x="336507" y="858416"/>
                    <a:pt x="266432" y="752822"/>
                    <a:pt x="264595" y="544015"/>
                  </a:cubicBezTo>
                  <a:cubicBezTo>
                    <a:pt x="264681" y="330908"/>
                    <a:pt x="334431" y="223396"/>
                    <a:pt x="474350" y="223396"/>
                  </a:cubicBezTo>
                  <a:close/>
                  <a:moveTo>
                    <a:pt x="474350" y="0"/>
                  </a:moveTo>
                  <a:cubicBezTo>
                    <a:pt x="156733" y="0"/>
                    <a:pt x="0" y="173868"/>
                    <a:pt x="0" y="544015"/>
                  </a:cubicBezTo>
                  <a:cubicBezTo>
                    <a:pt x="0" y="908984"/>
                    <a:pt x="156733" y="1081815"/>
                    <a:pt x="474350" y="1081815"/>
                  </a:cubicBezTo>
                  <a:cubicBezTo>
                    <a:pt x="788206" y="1081815"/>
                    <a:pt x="942549" y="908898"/>
                    <a:pt x="942549" y="544015"/>
                  </a:cubicBezTo>
                  <a:cubicBezTo>
                    <a:pt x="942549" y="173947"/>
                    <a:pt x="788206" y="0"/>
                    <a:pt x="474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g12709bdffa8_0_2868"/>
            <p:cNvSpPr/>
            <p:nvPr/>
          </p:nvSpPr>
          <p:spPr>
            <a:xfrm>
              <a:off x="6716152" y="4817830"/>
              <a:ext cx="963113" cy="1497041"/>
            </a:xfrm>
            <a:custGeom>
              <a:rect b="b" l="l" r="r" t="t"/>
              <a:pathLst>
                <a:path extrusionOk="0" h="1497041" w="963113">
                  <a:moveTo>
                    <a:pt x="414073" y="1083504"/>
                  </a:moveTo>
                  <a:cubicBezTo>
                    <a:pt x="547365" y="1083504"/>
                    <a:pt x="650524" y="1033974"/>
                    <a:pt x="719084" y="934438"/>
                  </a:cubicBezTo>
                  <a:lnTo>
                    <a:pt x="719084" y="1037641"/>
                  </a:lnTo>
                  <a:cubicBezTo>
                    <a:pt x="719084" y="1206805"/>
                    <a:pt x="646382" y="1293978"/>
                    <a:pt x="505036" y="1293978"/>
                  </a:cubicBezTo>
                  <a:cubicBezTo>
                    <a:pt x="393898" y="1293978"/>
                    <a:pt x="331156" y="1255697"/>
                    <a:pt x="313142" y="1174983"/>
                  </a:cubicBezTo>
                  <a:lnTo>
                    <a:pt x="27183" y="1174983"/>
                  </a:lnTo>
                  <a:cubicBezTo>
                    <a:pt x="86973" y="1395505"/>
                    <a:pt x="233585" y="1497042"/>
                    <a:pt x="474578" y="1497042"/>
                  </a:cubicBezTo>
                  <a:cubicBezTo>
                    <a:pt x="807733" y="1491536"/>
                    <a:pt x="963114" y="1370226"/>
                    <a:pt x="963114" y="1100649"/>
                  </a:cubicBezTo>
                  <a:lnTo>
                    <a:pt x="963114" y="465398"/>
                  </a:lnTo>
                  <a:cubicBezTo>
                    <a:pt x="963114" y="140866"/>
                    <a:pt x="809732" y="-1817"/>
                    <a:pt x="484861" y="17"/>
                  </a:cubicBezTo>
                  <a:cubicBezTo>
                    <a:pt x="158485" y="5601"/>
                    <a:pt x="0" y="166548"/>
                    <a:pt x="0" y="530559"/>
                  </a:cubicBezTo>
                  <a:cubicBezTo>
                    <a:pt x="76" y="907720"/>
                    <a:pt x="135283" y="1083504"/>
                    <a:pt x="414073" y="1083504"/>
                  </a:cubicBezTo>
                  <a:close/>
                  <a:moveTo>
                    <a:pt x="488850" y="860105"/>
                  </a:moveTo>
                  <a:cubicBezTo>
                    <a:pt x="343437" y="860105"/>
                    <a:pt x="270650" y="753073"/>
                    <a:pt x="264671" y="538846"/>
                  </a:cubicBezTo>
                  <a:cubicBezTo>
                    <a:pt x="264671" y="314177"/>
                    <a:pt x="339448" y="202997"/>
                    <a:pt x="492915" y="202997"/>
                  </a:cubicBezTo>
                  <a:cubicBezTo>
                    <a:pt x="646382" y="202997"/>
                    <a:pt x="720922" y="314177"/>
                    <a:pt x="719084" y="538846"/>
                  </a:cubicBezTo>
                  <a:cubicBezTo>
                    <a:pt x="711115" y="753073"/>
                    <a:pt x="634263" y="860105"/>
                    <a:pt x="488850" y="8601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g12709bdffa8_0_2868"/>
            <p:cNvSpPr/>
            <p:nvPr/>
          </p:nvSpPr>
          <p:spPr>
            <a:xfrm>
              <a:off x="4661889" y="4843290"/>
              <a:ext cx="419889" cy="1039937"/>
            </a:xfrm>
            <a:custGeom>
              <a:rect b="b" l="l" r="r" t="t"/>
              <a:pathLst>
                <a:path extrusionOk="0" h="1039937" w="419889">
                  <a:moveTo>
                    <a:pt x="0" y="1039938"/>
                  </a:moveTo>
                  <a:lnTo>
                    <a:pt x="264595" y="1039938"/>
                  </a:lnTo>
                  <a:lnTo>
                    <a:pt x="264595" y="492412"/>
                  </a:lnTo>
                  <a:cubicBezTo>
                    <a:pt x="264595" y="363368"/>
                    <a:pt x="316331" y="20497"/>
                    <a:pt x="419890" y="0"/>
                  </a:cubicBezTo>
                  <a:cubicBezTo>
                    <a:pt x="146841" y="33737"/>
                    <a:pt x="6931" y="198992"/>
                    <a:pt x="0" y="496403"/>
                  </a:cubicBezTo>
                  <a:lnTo>
                    <a:pt x="0" y="10399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g12709bdffa8_0_2868"/>
            <p:cNvSpPr/>
            <p:nvPr/>
          </p:nvSpPr>
          <p:spPr>
            <a:xfrm>
              <a:off x="4661889" y="4488137"/>
              <a:ext cx="244020" cy="471437"/>
            </a:xfrm>
            <a:custGeom>
              <a:rect b="b" l="l" r="r" t="t"/>
              <a:pathLst>
                <a:path extrusionOk="0" h="471437" w="244020">
                  <a:moveTo>
                    <a:pt x="244020" y="292465"/>
                  </a:moveTo>
                  <a:lnTo>
                    <a:pt x="244020" y="129683"/>
                  </a:lnTo>
                  <a:cubicBezTo>
                    <a:pt x="244020" y="62050"/>
                    <a:pt x="190846" y="0"/>
                    <a:pt x="126513" y="0"/>
                  </a:cubicBezTo>
                  <a:lnTo>
                    <a:pt x="0" y="0"/>
                  </a:lnTo>
                  <a:lnTo>
                    <a:pt x="152" y="471438"/>
                  </a:lnTo>
                  <a:lnTo>
                    <a:pt x="244020" y="471438"/>
                  </a:lnTo>
                  <a:lnTo>
                    <a:pt x="244020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g12709bdffa8_0_2868"/>
            <p:cNvSpPr/>
            <p:nvPr/>
          </p:nvSpPr>
          <p:spPr>
            <a:xfrm>
              <a:off x="4025065" y="4842652"/>
              <a:ext cx="522658" cy="1040575"/>
            </a:xfrm>
            <a:custGeom>
              <a:rect b="b" l="l" r="r" t="t"/>
              <a:pathLst>
                <a:path extrusionOk="0" h="1040575" w="522658">
                  <a:moveTo>
                    <a:pt x="0" y="1040576"/>
                  </a:moveTo>
                  <a:lnTo>
                    <a:pt x="264604" y="1040576"/>
                  </a:lnTo>
                  <a:lnTo>
                    <a:pt x="264604" y="493050"/>
                  </a:lnTo>
                  <a:cubicBezTo>
                    <a:pt x="264604" y="339762"/>
                    <a:pt x="337544" y="262078"/>
                    <a:pt x="483356" y="262078"/>
                  </a:cubicBezTo>
                  <a:lnTo>
                    <a:pt x="522658" y="262078"/>
                  </a:lnTo>
                  <a:lnTo>
                    <a:pt x="522658" y="0"/>
                  </a:lnTo>
                  <a:cubicBezTo>
                    <a:pt x="214534" y="21774"/>
                    <a:pt x="7417" y="184795"/>
                    <a:pt x="86" y="496955"/>
                  </a:cubicBezTo>
                  <a:lnTo>
                    <a:pt x="86" y="1040576"/>
                  </a:lnTo>
                  <a:lnTo>
                    <a:pt x="0" y="10405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g12709bdffa8_0_2868"/>
            <p:cNvSpPr/>
            <p:nvPr/>
          </p:nvSpPr>
          <p:spPr>
            <a:xfrm>
              <a:off x="356946" y="6029112"/>
              <a:ext cx="1060969" cy="277368"/>
            </a:xfrm>
            <a:custGeom>
              <a:rect b="b" l="l" r="r" t="t"/>
              <a:pathLst>
                <a:path extrusionOk="0" h="277368" w="1060969">
                  <a:moveTo>
                    <a:pt x="101302" y="277368"/>
                  </a:moveTo>
                  <a:cubicBezTo>
                    <a:pt x="87338" y="277368"/>
                    <a:pt x="74263" y="276225"/>
                    <a:pt x="62076" y="273939"/>
                  </a:cubicBezTo>
                  <a:cubicBezTo>
                    <a:pt x="49889" y="271396"/>
                    <a:pt x="38591" y="267586"/>
                    <a:pt x="28182" y="262509"/>
                  </a:cubicBezTo>
                  <a:cubicBezTo>
                    <a:pt x="17772" y="257175"/>
                    <a:pt x="8378" y="250698"/>
                    <a:pt x="0" y="243078"/>
                  </a:cubicBezTo>
                  <a:lnTo>
                    <a:pt x="11806" y="219075"/>
                  </a:lnTo>
                  <a:cubicBezTo>
                    <a:pt x="25516" y="230505"/>
                    <a:pt x="39226" y="238630"/>
                    <a:pt x="52936" y="243459"/>
                  </a:cubicBezTo>
                  <a:cubicBezTo>
                    <a:pt x="66900" y="248288"/>
                    <a:pt x="83149" y="250698"/>
                    <a:pt x="101683" y="250698"/>
                  </a:cubicBezTo>
                  <a:cubicBezTo>
                    <a:pt x="123264" y="250698"/>
                    <a:pt x="140021" y="246507"/>
                    <a:pt x="151953" y="238125"/>
                  </a:cubicBezTo>
                  <a:cubicBezTo>
                    <a:pt x="163886" y="229486"/>
                    <a:pt x="169853" y="217427"/>
                    <a:pt x="169853" y="201930"/>
                  </a:cubicBezTo>
                  <a:cubicBezTo>
                    <a:pt x="169853" y="192529"/>
                    <a:pt x="166806" y="185042"/>
                    <a:pt x="160712" y="179451"/>
                  </a:cubicBezTo>
                  <a:cubicBezTo>
                    <a:pt x="154873" y="173612"/>
                    <a:pt x="146748" y="169040"/>
                    <a:pt x="136339" y="165735"/>
                  </a:cubicBezTo>
                  <a:cubicBezTo>
                    <a:pt x="126183" y="162182"/>
                    <a:pt x="114631" y="158877"/>
                    <a:pt x="101683" y="155829"/>
                  </a:cubicBezTo>
                  <a:cubicBezTo>
                    <a:pt x="88735" y="153038"/>
                    <a:pt x="76421" y="149857"/>
                    <a:pt x="64742" y="146304"/>
                  </a:cubicBezTo>
                  <a:cubicBezTo>
                    <a:pt x="53063" y="142494"/>
                    <a:pt x="42654" y="137798"/>
                    <a:pt x="33514" y="132207"/>
                  </a:cubicBezTo>
                  <a:cubicBezTo>
                    <a:pt x="24627" y="126616"/>
                    <a:pt x="17645" y="119510"/>
                    <a:pt x="12568" y="110871"/>
                  </a:cubicBezTo>
                  <a:cubicBezTo>
                    <a:pt x="7490" y="102232"/>
                    <a:pt x="4951" y="91440"/>
                    <a:pt x="4951" y="78486"/>
                  </a:cubicBezTo>
                  <a:cubicBezTo>
                    <a:pt x="4951" y="62989"/>
                    <a:pt x="9013" y="49406"/>
                    <a:pt x="17138" y="37719"/>
                  </a:cubicBezTo>
                  <a:cubicBezTo>
                    <a:pt x="25262" y="25784"/>
                    <a:pt x="36687" y="16507"/>
                    <a:pt x="51413" y="9906"/>
                  </a:cubicBezTo>
                  <a:cubicBezTo>
                    <a:pt x="66138" y="3305"/>
                    <a:pt x="83530" y="0"/>
                    <a:pt x="103587" y="0"/>
                  </a:cubicBezTo>
                  <a:cubicBezTo>
                    <a:pt x="116028" y="0"/>
                    <a:pt x="127961" y="1400"/>
                    <a:pt x="139386" y="4191"/>
                  </a:cubicBezTo>
                  <a:cubicBezTo>
                    <a:pt x="150811" y="6734"/>
                    <a:pt x="161348" y="10544"/>
                    <a:pt x="170995" y="15621"/>
                  </a:cubicBezTo>
                  <a:cubicBezTo>
                    <a:pt x="180897" y="20698"/>
                    <a:pt x="189656" y="26927"/>
                    <a:pt x="197273" y="34290"/>
                  </a:cubicBezTo>
                  <a:lnTo>
                    <a:pt x="185086" y="58293"/>
                  </a:lnTo>
                  <a:cubicBezTo>
                    <a:pt x="172645" y="47368"/>
                    <a:pt x="159824" y="39367"/>
                    <a:pt x="146622" y="34290"/>
                  </a:cubicBezTo>
                  <a:cubicBezTo>
                    <a:pt x="133419" y="29213"/>
                    <a:pt x="119075" y="26670"/>
                    <a:pt x="103587" y="26670"/>
                  </a:cubicBezTo>
                  <a:cubicBezTo>
                    <a:pt x="82515" y="26670"/>
                    <a:pt x="66011" y="31118"/>
                    <a:pt x="54079" y="40005"/>
                  </a:cubicBezTo>
                  <a:cubicBezTo>
                    <a:pt x="42146" y="48892"/>
                    <a:pt x="36179" y="61341"/>
                    <a:pt x="36179" y="77343"/>
                  </a:cubicBezTo>
                  <a:cubicBezTo>
                    <a:pt x="36179" y="87249"/>
                    <a:pt x="38845" y="95250"/>
                    <a:pt x="44177" y="101346"/>
                  </a:cubicBezTo>
                  <a:cubicBezTo>
                    <a:pt x="49509" y="107442"/>
                    <a:pt x="56998" y="112395"/>
                    <a:pt x="66646" y="116205"/>
                  </a:cubicBezTo>
                  <a:cubicBezTo>
                    <a:pt x="76294" y="119758"/>
                    <a:pt x="87338" y="123063"/>
                    <a:pt x="99779" y="126111"/>
                  </a:cubicBezTo>
                  <a:cubicBezTo>
                    <a:pt x="112981" y="129159"/>
                    <a:pt x="125676" y="132464"/>
                    <a:pt x="137862" y="136017"/>
                  </a:cubicBezTo>
                  <a:cubicBezTo>
                    <a:pt x="150049" y="139570"/>
                    <a:pt x="160839" y="144018"/>
                    <a:pt x="170233" y="149352"/>
                  </a:cubicBezTo>
                  <a:cubicBezTo>
                    <a:pt x="179881" y="154429"/>
                    <a:pt x="187498" y="161163"/>
                    <a:pt x="193084" y="169545"/>
                  </a:cubicBezTo>
                  <a:cubicBezTo>
                    <a:pt x="198669" y="177670"/>
                    <a:pt x="201462" y="188090"/>
                    <a:pt x="201462" y="200787"/>
                  </a:cubicBezTo>
                  <a:cubicBezTo>
                    <a:pt x="201462" y="216284"/>
                    <a:pt x="197399" y="229743"/>
                    <a:pt x="189275" y="241173"/>
                  </a:cubicBezTo>
                  <a:cubicBezTo>
                    <a:pt x="181151" y="252603"/>
                    <a:pt x="169598" y="261490"/>
                    <a:pt x="154619" y="267843"/>
                  </a:cubicBezTo>
                  <a:cubicBezTo>
                    <a:pt x="139640" y="274196"/>
                    <a:pt x="121867" y="277368"/>
                    <a:pt x="101302" y="277368"/>
                  </a:cubicBezTo>
                  <a:close/>
                  <a:moveTo>
                    <a:pt x="248704" y="274320"/>
                  </a:moveTo>
                  <a:lnTo>
                    <a:pt x="248704" y="136398"/>
                  </a:lnTo>
                  <a:cubicBezTo>
                    <a:pt x="248704" y="127511"/>
                    <a:pt x="248449" y="118615"/>
                    <a:pt x="247942" y="109728"/>
                  </a:cubicBezTo>
                  <a:cubicBezTo>
                    <a:pt x="247688" y="100584"/>
                    <a:pt x="246926" y="91564"/>
                    <a:pt x="245657" y="82677"/>
                  </a:cubicBezTo>
                  <a:lnTo>
                    <a:pt x="274981" y="82677"/>
                  </a:lnTo>
                  <a:lnTo>
                    <a:pt x="278409" y="122301"/>
                  </a:lnTo>
                  <a:lnTo>
                    <a:pt x="274600" y="124968"/>
                  </a:lnTo>
                  <a:cubicBezTo>
                    <a:pt x="279170" y="109985"/>
                    <a:pt x="287040" y="98422"/>
                    <a:pt x="298212" y="90297"/>
                  </a:cubicBezTo>
                  <a:cubicBezTo>
                    <a:pt x="309637" y="82172"/>
                    <a:pt x="323093" y="78105"/>
                    <a:pt x="338581" y="78105"/>
                  </a:cubicBezTo>
                  <a:cubicBezTo>
                    <a:pt x="357114" y="78105"/>
                    <a:pt x="371459" y="82677"/>
                    <a:pt x="381615" y="91821"/>
                  </a:cubicBezTo>
                  <a:cubicBezTo>
                    <a:pt x="392024" y="100965"/>
                    <a:pt x="398625" y="114938"/>
                    <a:pt x="401419" y="133731"/>
                  </a:cubicBezTo>
                  <a:lnTo>
                    <a:pt x="392278" y="128778"/>
                  </a:lnTo>
                  <a:cubicBezTo>
                    <a:pt x="396340" y="113281"/>
                    <a:pt x="404465" y="100965"/>
                    <a:pt x="416652" y="91821"/>
                  </a:cubicBezTo>
                  <a:cubicBezTo>
                    <a:pt x="429092" y="82677"/>
                    <a:pt x="443944" y="78105"/>
                    <a:pt x="461210" y="78105"/>
                  </a:cubicBezTo>
                  <a:cubicBezTo>
                    <a:pt x="482282" y="78105"/>
                    <a:pt x="498151" y="84458"/>
                    <a:pt x="508814" y="97155"/>
                  </a:cubicBezTo>
                  <a:cubicBezTo>
                    <a:pt x="519477" y="109604"/>
                    <a:pt x="524809" y="128521"/>
                    <a:pt x="524809" y="153924"/>
                  </a:cubicBezTo>
                  <a:lnTo>
                    <a:pt x="524809" y="274320"/>
                  </a:lnTo>
                  <a:lnTo>
                    <a:pt x="493961" y="274320"/>
                  </a:lnTo>
                  <a:lnTo>
                    <a:pt x="493961" y="155448"/>
                  </a:lnTo>
                  <a:cubicBezTo>
                    <a:pt x="493961" y="137665"/>
                    <a:pt x="490787" y="124711"/>
                    <a:pt x="484441" y="116586"/>
                  </a:cubicBezTo>
                  <a:cubicBezTo>
                    <a:pt x="478093" y="108204"/>
                    <a:pt x="468065" y="104013"/>
                    <a:pt x="454355" y="104013"/>
                  </a:cubicBezTo>
                  <a:cubicBezTo>
                    <a:pt x="438360" y="104013"/>
                    <a:pt x="425664" y="109471"/>
                    <a:pt x="416271" y="120396"/>
                  </a:cubicBezTo>
                  <a:cubicBezTo>
                    <a:pt x="407131" y="131321"/>
                    <a:pt x="402561" y="146180"/>
                    <a:pt x="402561" y="164973"/>
                  </a:cubicBezTo>
                  <a:lnTo>
                    <a:pt x="402561" y="274320"/>
                  </a:lnTo>
                  <a:lnTo>
                    <a:pt x="371713" y="274320"/>
                  </a:lnTo>
                  <a:lnTo>
                    <a:pt x="371713" y="155448"/>
                  </a:lnTo>
                  <a:cubicBezTo>
                    <a:pt x="371713" y="137665"/>
                    <a:pt x="368412" y="124711"/>
                    <a:pt x="361812" y="116586"/>
                  </a:cubicBezTo>
                  <a:cubicBezTo>
                    <a:pt x="355464" y="108204"/>
                    <a:pt x="345436" y="104013"/>
                    <a:pt x="331726" y="104013"/>
                  </a:cubicBezTo>
                  <a:cubicBezTo>
                    <a:pt x="315476" y="104013"/>
                    <a:pt x="302655" y="109471"/>
                    <a:pt x="293261" y="120396"/>
                  </a:cubicBezTo>
                  <a:cubicBezTo>
                    <a:pt x="284121" y="131321"/>
                    <a:pt x="279551" y="146180"/>
                    <a:pt x="279551" y="164973"/>
                  </a:cubicBezTo>
                  <a:lnTo>
                    <a:pt x="279551" y="274320"/>
                  </a:lnTo>
                  <a:lnTo>
                    <a:pt x="248704" y="274320"/>
                  </a:lnTo>
                  <a:close/>
                  <a:moveTo>
                    <a:pt x="656923" y="276987"/>
                  </a:moveTo>
                  <a:cubicBezTo>
                    <a:pt x="639913" y="276987"/>
                    <a:pt x="624933" y="273053"/>
                    <a:pt x="611984" y="265176"/>
                  </a:cubicBezTo>
                  <a:cubicBezTo>
                    <a:pt x="599290" y="257051"/>
                    <a:pt x="589388" y="245621"/>
                    <a:pt x="582279" y="230886"/>
                  </a:cubicBezTo>
                  <a:cubicBezTo>
                    <a:pt x="575424" y="215903"/>
                    <a:pt x="571997" y="198377"/>
                    <a:pt x="571997" y="178308"/>
                  </a:cubicBezTo>
                  <a:cubicBezTo>
                    <a:pt x="571997" y="158239"/>
                    <a:pt x="575552" y="140713"/>
                    <a:pt x="582660" y="125730"/>
                  </a:cubicBezTo>
                  <a:cubicBezTo>
                    <a:pt x="589769" y="110747"/>
                    <a:pt x="599671" y="99060"/>
                    <a:pt x="612365" y="90678"/>
                  </a:cubicBezTo>
                  <a:cubicBezTo>
                    <a:pt x="625313" y="82296"/>
                    <a:pt x="640166" y="78105"/>
                    <a:pt x="656923" y="78105"/>
                  </a:cubicBezTo>
                  <a:cubicBezTo>
                    <a:pt x="674441" y="78105"/>
                    <a:pt x="689294" y="82420"/>
                    <a:pt x="701481" y="91059"/>
                  </a:cubicBezTo>
                  <a:cubicBezTo>
                    <a:pt x="713667" y="99698"/>
                    <a:pt x="721919" y="112014"/>
                    <a:pt x="726235" y="128016"/>
                  </a:cubicBezTo>
                  <a:lnTo>
                    <a:pt x="721665" y="131064"/>
                  </a:lnTo>
                  <a:lnTo>
                    <a:pt x="721665" y="82677"/>
                  </a:lnTo>
                  <a:lnTo>
                    <a:pt x="752132" y="82677"/>
                  </a:lnTo>
                  <a:lnTo>
                    <a:pt x="752132" y="274320"/>
                  </a:lnTo>
                  <a:lnTo>
                    <a:pt x="721665" y="274320"/>
                  </a:lnTo>
                  <a:lnTo>
                    <a:pt x="721665" y="224790"/>
                  </a:lnTo>
                  <a:lnTo>
                    <a:pt x="726235" y="227076"/>
                  </a:lnTo>
                  <a:cubicBezTo>
                    <a:pt x="721919" y="243078"/>
                    <a:pt x="713667" y="255394"/>
                    <a:pt x="701481" y="264033"/>
                  </a:cubicBezTo>
                  <a:cubicBezTo>
                    <a:pt x="689294" y="272672"/>
                    <a:pt x="674441" y="276987"/>
                    <a:pt x="656923" y="276987"/>
                  </a:cubicBezTo>
                  <a:close/>
                  <a:moveTo>
                    <a:pt x="663016" y="251460"/>
                  </a:moveTo>
                  <a:cubicBezTo>
                    <a:pt x="681805" y="251460"/>
                    <a:pt x="696276" y="245107"/>
                    <a:pt x="706431" y="232410"/>
                  </a:cubicBezTo>
                  <a:cubicBezTo>
                    <a:pt x="716587" y="219456"/>
                    <a:pt x="721665" y="201168"/>
                    <a:pt x="721665" y="177546"/>
                  </a:cubicBezTo>
                  <a:cubicBezTo>
                    <a:pt x="721665" y="153924"/>
                    <a:pt x="716461" y="135760"/>
                    <a:pt x="706051" y="123063"/>
                  </a:cubicBezTo>
                  <a:cubicBezTo>
                    <a:pt x="695896" y="110366"/>
                    <a:pt x="681550" y="104013"/>
                    <a:pt x="663016" y="104013"/>
                  </a:cubicBezTo>
                  <a:cubicBezTo>
                    <a:pt x="644229" y="104013"/>
                    <a:pt x="629503" y="110614"/>
                    <a:pt x="618839" y="123825"/>
                  </a:cubicBezTo>
                  <a:cubicBezTo>
                    <a:pt x="608430" y="136779"/>
                    <a:pt x="603225" y="154943"/>
                    <a:pt x="603225" y="178308"/>
                  </a:cubicBezTo>
                  <a:cubicBezTo>
                    <a:pt x="603225" y="201673"/>
                    <a:pt x="608430" y="219713"/>
                    <a:pt x="618839" y="232410"/>
                  </a:cubicBezTo>
                  <a:cubicBezTo>
                    <a:pt x="629503" y="245107"/>
                    <a:pt x="644229" y="251460"/>
                    <a:pt x="663016" y="251460"/>
                  </a:cubicBezTo>
                  <a:close/>
                  <a:moveTo>
                    <a:pt x="811774" y="274320"/>
                  </a:moveTo>
                  <a:lnTo>
                    <a:pt x="811774" y="136398"/>
                  </a:lnTo>
                  <a:cubicBezTo>
                    <a:pt x="811774" y="127511"/>
                    <a:pt x="811520" y="118615"/>
                    <a:pt x="811013" y="109728"/>
                  </a:cubicBezTo>
                  <a:cubicBezTo>
                    <a:pt x="810758" y="100584"/>
                    <a:pt x="809997" y="91564"/>
                    <a:pt x="808728" y="82677"/>
                  </a:cubicBezTo>
                  <a:lnTo>
                    <a:pt x="838052" y="82677"/>
                  </a:lnTo>
                  <a:lnTo>
                    <a:pt x="842241" y="129921"/>
                  </a:lnTo>
                  <a:lnTo>
                    <a:pt x="838052" y="128778"/>
                  </a:lnTo>
                  <a:cubicBezTo>
                    <a:pt x="841606" y="112014"/>
                    <a:pt x="849223" y="99441"/>
                    <a:pt x="860902" y="91059"/>
                  </a:cubicBezTo>
                  <a:cubicBezTo>
                    <a:pt x="872835" y="82420"/>
                    <a:pt x="886164" y="78105"/>
                    <a:pt x="900890" y="78105"/>
                  </a:cubicBezTo>
                  <a:cubicBezTo>
                    <a:pt x="904191" y="78105"/>
                    <a:pt x="907237" y="78362"/>
                    <a:pt x="910030" y="78867"/>
                  </a:cubicBezTo>
                  <a:cubicBezTo>
                    <a:pt x="913076" y="79124"/>
                    <a:pt x="915869" y="79629"/>
                    <a:pt x="918408" y="80391"/>
                  </a:cubicBezTo>
                  <a:lnTo>
                    <a:pt x="917646" y="108585"/>
                  </a:lnTo>
                  <a:cubicBezTo>
                    <a:pt x="911807" y="106556"/>
                    <a:pt x="905079" y="105537"/>
                    <a:pt x="897462" y="105537"/>
                  </a:cubicBezTo>
                  <a:cubicBezTo>
                    <a:pt x="884260" y="105537"/>
                    <a:pt x="873596" y="108461"/>
                    <a:pt x="865472" y="114300"/>
                  </a:cubicBezTo>
                  <a:cubicBezTo>
                    <a:pt x="857601" y="120139"/>
                    <a:pt x="851762" y="127635"/>
                    <a:pt x="847954" y="136779"/>
                  </a:cubicBezTo>
                  <a:cubicBezTo>
                    <a:pt x="844399" y="145666"/>
                    <a:pt x="842622" y="155067"/>
                    <a:pt x="842622" y="164973"/>
                  </a:cubicBezTo>
                  <a:lnTo>
                    <a:pt x="842622" y="274320"/>
                  </a:lnTo>
                  <a:lnTo>
                    <a:pt x="811774" y="274320"/>
                  </a:lnTo>
                  <a:close/>
                  <a:moveTo>
                    <a:pt x="937959" y="107061"/>
                  </a:moveTo>
                  <a:lnTo>
                    <a:pt x="937959" y="82677"/>
                  </a:lnTo>
                  <a:lnTo>
                    <a:pt x="1060969" y="82677"/>
                  </a:lnTo>
                  <a:lnTo>
                    <a:pt x="1060969" y="107061"/>
                  </a:lnTo>
                  <a:lnTo>
                    <a:pt x="937959" y="107061"/>
                  </a:lnTo>
                  <a:close/>
                  <a:moveTo>
                    <a:pt x="1060207" y="246888"/>
                  </a:moveTo>
                  <a:lnTo>
                    <a:pt x="1060207" y="273177"/>
                  </a:lnTo>
                  <a:cubicBezTo>
                    <a:pt x="1055894" y="274444"/>
                    <a:pt x="1051582" y="275339"/>
                    <a:pt x="1047259" y="275844"/>
                  </a:cubicBezTo>
                  <a:cubicBezTo>
                    <a:pt x="1043203" y="276606"/>
                    <a:pt x="1038633" y="276987"/>
                    <a:pt x="1033549" y="276987"/>
                  </a:cubicBezTo>
                  <a:cubicBezTo>
                    <a:pt x="1015783" y="276987"/>
                    <a:pt x="1001559" y="271910"/>
                    <a:pt x="990895" y="261747"/>
                  </a:cubicBezTo>
                  <a:cubicBezTo>
                    <a:pt x="980489" y="251584"/>
                    <a:pt x="975281" y="236344"/>
                    <a:pt x="975281" y="216027"/>
                  </a:cubicBezTo>
                  <a:lnTo>
                    <a:pt x="975281" y="33528"/>
                  </a:lnTo>
                  <a:lnTo>
                    <a:pt x="1006129" y="22479"/>
                  </a:lnTo>
                  <a:lnTo>
                    <a:pt x="1006129" y="211836"/>
                  </a:lnTo>
                  <a:cubicBezTo>
                    <a:pt x="1006129" y="221999"/>
                    <a:pt x="1007528" y="229867"/>
                    <a:pt x="1010318" y="235458"/>
                  </a:cubicBezTo>
                  <a:cubicBezTo>
                    <a:pt x="1013365" y="241049"/>
                    <a:pt x="1017430" y="244983"/>
                    <a:pt x="1022505" y="247269"/>
                  </a:cubicBezTo>
                  <a:cubicBezTo>
                    <a:pt x="1027589" y="249298"/>
                    <a:pt x="1033301" y="250317"/>
                    <a:pt x="1039642" y="250317"/>
                  </a:cubicBezTo>
                  <a:cubicBezTo>
                    <a:pt x="1043451" y="250317"/>
                    <a:pt x="1046878" y="250060"/>
                    <a:pt x="1049925" y="249555"/>
                  </a:cubicBezTo>
                  <a:cubicBezTo>
                    <a:pt x="1052972" y="249050"/>
                    <a:pt x="1056399" y="248155"/>
                    <a:pt x="1060207" y="2468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g12709bdffa8_0_2868"/>
            <p:cNvSpPr/>
            <p:nvPr/>
          </p:nvSpPr>
          <p:spPr>
            <a:xfrm>
              <a:off x="2533419" y="6030637"/>
              <a:ext cx="1481153" cy="357758"/>
            </a:xfrm>
            <a:custGeom>
              <a:rect b="b" l="l" r="r" t="t"/>
              <a:pathLst>
                <a:path extrusionOk="0" h="357758" w="1481153">
                  <a:moveTo>
                    <a:pt x="0" y="272796"/>
                  </a:moveTo>
                  <a:lnTo>
                    <a:pt x="0" y="1524"/>
                  </a:lnTo>
                  <a:lnTo>
                    <a:pt x="31228" y="1524"/>
                  </a:lnTo>
                  <a:lnTo>
                    <a:pt x="31228" y="246126"/>
                  </a:lnTo>
                  <a:lnTo>
                    <a:pt x="167187" y="246126"/>
                  </a:lnTo>
                  <a:lnTo>
                    <a:pt x="167187" y="272796"/>
                  </a:lnTo>
                  <a:lnTo>
                    <a:pt x="0" y="272796"/>
                  </a:lnTo>
                  <a:close/>
                  <a:moveTo>
                    <a:pt x="282561" y="275463"/>
                  </a:moveTo>
                  <a:cubicBezTo>
                    <a:pt x="264281" y="275463"/>
                    <a:pt x="248285" y="271396"/>
                    <a:pt x="234576" y="263271"/>
                  </a:cubicBezTo>
                  <a:cubicBezTo>
                    <a:pt x="221113" y="255146"/>
                    <a:pt x="210583" y="243716"/>
                    <a:pt x="202966" y="228981"/>
                  </a:cubicBezTo>
                  <a:cubicBezTo>
                    <a:pt x="195597" y="213998"/>
                    <a:pt x="191922" y="196339"/>
                    <a:pt x="191922" y="176022"/>
                  </a:cubicBezTo>
                  <a:cubicBezTo>
                    <a:pt x="191922" y="155953"/>
                    <a:pt x="195597" y="138427"/>
                    <a:pt x="202966" y="123444"/>
                  </a:cubicBezTo>
                  <a:cubicBezTo>
                    <a:pt x="210583" y="108461"/>
                    <a:pt x="221113" y="96898"/>
                    <a:pt x="234576" y="88773"/>
                  </a:cubicBezTo>
                  <a:cubicBezTo>
                    <a:pt x="248285" y="80648"/>
                    <a:pt x="264281" y="76581"/>
                    <a:pt x="282561" y="76581"/>
                  </a:cubicBezTo>
                  <a:cubicBezTo>
                    <a:pt x="300841" y="76581"/>
                    <a:pt x="316703" y="80648"/>
                    <a:pt x="330165" y="88773"/>
                  </a:cubicBezTo>
                  <a:cubicBezTo>
                    <a:pt x="343875" y="96898"/>
                    <a:pt x="354405" y="108461"/>
                    <a:pt x="361774" y="123444"/>
                  </a:cubicBezTo>
                  <a:cubicBezTo>
                    <a:pt x="369391" y="138427"/>
                    <a:pt x="373199" y="155953"/>
                    <a:pt x="373199" y="176022"/>
                  </a:cubicBezTo>
                  <a:cubicBezTo>
                    <a:pt x="373199" y="196339"/>
                    <a:pt x="369391" y="213998"/>
                    <a:pt x="361774" y="228981"/>
                  </a:cubicBezTo>
                  <a:cubicBezTo>
                    <a:pt x="354405" y="243716"/>
                    <a:pt x="343875" y="255146"/>
                    <a:pt x="330165" y="263271"/>
                  </a:cubicBezTo>
                  <a:cubicBezTo>
                    <a:pt x="316703" y="271396"/>
                    <a:pt x="300841" y="275463"/>
                    <a:pt x="282561" y="275463"/>
                  </a:cubicBezTo>
                  <a:close/>
                  <a:moveTo>
                    <a:pt x="282561" y="249936"/>
                  </a:moveTo>
                  <a:cubicBezTo>
                    <a:pt x="301345" y="249936"/>
                    <a:pt x="315817" y="243716"/>
                    <a:pt x="325976" y="231267"/>
                  </a:cubicBezTo>
                  <a:cubicBezTo>
                    <a:pt x="336382" y="218570"/>
                    <a:pt x="341590" y="200149"/>
                    <a:pt x="341590" y="176022"/>
                  </a:cubicBezTo>
                  <a:cubicBezTo>
                    <a:pt x="341590" y="152400"/>
                    <a:pt x="336382" y="134236"/>
                    <a:pt x="325976" y="121539"/>
                  </a:cubicBezTo>
                  <a:cubicBezTo>
                    <a:pt x="315560" y="108842"/>
                    <a:pt x="301088" y="102489"/>
                    <a:pt x="282561" y="102489"/>
                  </a:cubicBezTo>
                  <a:cubicBezTo>
                    <a:pt x="264024" y="102489"/>
                    <a:pt x="249428" y="108842"/>
                    <a:pt x="238765" y="121539"/>
                  </a:cubicBezTo>
                  <a:cubicBezTo>
                    <a:pt x="228349" y="134236"/>
                    <a:pt x="223150" y="152400"/>
                    <a:pt x="223150" y="176022"/>
                  </a:cubicBezTo>
                  <a:cubicBezTo>
                    <a:pt x="223150" y="200149"/>
                    <a:pt x="228225" y="218570"/>
                    <a:pt x="238384" y="231267"/>
                  </a:cubicBezTo>
                  <a:cubicBezTo>
                    <a:pt x="248790" y="243716"/>
                    <a:pt x="263519" y="249936"/>
                    <a:pt x="282561" y="249936"/>
                  </a:cubicBezTo>
                  <a:close/>
                  <a:moveTo>
                    <a:pt x="505445" y="357759"/>
                  </a:moveTo>
                  <a:cubicBezTo>
                    <a:pt x="476501" y="357759"/>
                    <a:pt x="451366" y="351158"/>
                    <a:pt x="430039" y="337947"/>
                  </a:cubicBezTo>
                  <a:lnTo>
                    <a:pt x="435371" y="312801"/>
                  </a:lnTo>
                  <a:cubicBezTo>
                    <a:pt x="447310" y="319659"/>
                    <a:pt x="458602" y="324612"/>
                    <a:pt x="469265" y="327660"/>
                  </a:cubicBezTo>
                  <a:cubicBezTo>
                    <a:pt x="479929" y="330708"/>
                    <a:pt x="491992" y="332232"/>
                    <a:pt x="505445" y="332232"/>
                  </a:cubicBezTo>
                  <a:cubicBezTo>
                    <a:pt x="523725" y="332232"/>
                    <a:pt x="537568" y="327279"/>
                    <a:pt x="546955" y="317373"/>
                  </a:cubicBezTo>
                  <a:cubicBezTo>
                    <a:pt x="556610" y="307724"/>
                    <a:pt x="561427" y="293246"/>
                    <a:pt x="561427" y="273939"/>
                  </a:cubicBezTo>
                  <a:lnTo>
                    <a:pt x="561427" y="222123"/>
                  </a:lnTo>
                  <a:lnTo>
                    <a:pt x="565617" y="217170"/>
                  </a:lnTo>
                  <a:cubicBezTo>
                    <a:pt x="562570" y="227333"/>
                    <a:pt x="557752" y="236220"/>
                    <a:pt x="551145" y="243840"/>
                  </a:cubicBezTo>
                  <a:cubicBezTo>
                    <a:pt x="544804" y="251203"/>
                    <a:pt x="536930" y="256918"/>
                    <a:pt x="527533" y="260985"/>
                  </a:cubicBezTo>
                  <a:cubicBezTo>
                    <a:pt x="518145" y="265052"/>
                    <a:pt x="507482" y="267081"/>
                    <a:pt x="495543" y="267081"/>
                  </a:cubicBezTo>
                  <a:cubicBezTo>
                    <a:pt x="478539" y="267081"/>
                    <a:pt x="463553" y="263147"/>
                    <a:pt x="450604" y="255270"/>
                  </a:cubicBezTo>
                  <a:cubicBezTo>
                    <a:pt x="437913" y="247145"/>
                    <a:pt x="427888" y="235963"/>
                    <a:pt x="420518" y="221742"/>
                  </a:cubicBezTo>
                  <a:cubicBezTo>
                    <a:pt x="413416" y="207521"/>
                    <a:pt x="409855" y="190881"/>
                    <a:pt x="409855" y="171831"/>
                  </a:cubicBezTo>
                  <a:cubicBezTo>
                    <a:pt x="409855" y="152781"/>
                    <a:pt x="413416" y="136141"/>
                    <a:pt x="420518" y="121920"/>
                  </a:cubicBezTo>
                  <a:cubicBezTo>
                    <a:pt x="427888" y="107699"/>
                    <a:pt x="437913" y="96650"/>
                    <a:pt x="450604" y="88773"/>
                  </a:cubicBezTo>
                  <a:cubicBezTo>
                    <a:pt x="463553" y="80648"/>
                    <a:pt x="478539" y="76581"/>
                    <a:pt x="495543" y="76581"/>
                  </a:cubicBezTo>
                  <a:cubicBezTo>
                    <a:pt x="513318" y="76581"/>
                    <a:pt x="528295" y="81029"/>
                    <a:pt x="540481" y="89916"/>
                  </a:cubicBezTo>
                  <a:cubicBezTo>
                    <a:pt x="552925" y="98555"/>
                    <a:pt x="561304" y="110747"/>
                    <a:pt x="565617" y="126492"/>
                  </a:cubicBezTo>
                  <a:lnTo>
                    <a:pt x="561047" y="122301"/>
                  </a:lnTo>
                  <a:lnTo>
                    <a:pt x="561047" y="81153"/>
                  </a:lnTo>
                  <a:lnTo>
                    <a:pt x="591894" y="81153"/>
                  </a:lnTo>
                  <a:lnTo>
                    <a:pt x="591894" y="271272"/>
                  </a:lnTo>
                  <a:cubicBezTo>
                    <a:pt x="591894" y="299971"/>
                    <a:pt x="584535" y="321564"/>
                    <a:pt x="569806" y="336042"/>
                  </a:cubicBezTo>
                  <a:cubicBezTo>
                    <a:pt x="555334" y="350520"/>
                    <a:pt x="533883" y="357759"/>
                    <a:pt x="505445" y="357759"/>
                  </a:cubicBezTo>
                  <a:close/>
                  <a:moveTo>
                    <a:pt x="501636" y="241173"/>
                  </a:moveTo>
                  <a:cubicBezTo>
                    <a:pt x="520173" y="241173"/>
                    <a:pt x="534645" y="235077"/>
                    <a:pt x="545051" y="222885"/>
                  </a:cubicBezTo>
                  <a:cubicBezTo>
                    <a:pt x="555715" y="210436"/>
                    <a:pt x="561047" y="193424"/>
                    <a:pt x="561047" y="171831"/>
                  </a:cubicBezTo>
                  <a:cubicBezTo>
                    <a:pt x="561047" y="150238"/>
                    <a:pt x="555715" y="133350"/>
                    <a:pt x="545051" y="121158"/>
                  </a:cubicBezTo>
                  <a:cubicBezTo>
                    <a:pt x="534645" y="108709"/>
                    <a:pt x="520173" y="102489"/>
                    <a:pt x="501636" y="102489"/>
                  </a:cubicBezTo>
                  <a:cubicBezTo>
                    <a:pt x="482851" y="102489"/>
                    <a:pt x="467999" y="108709"/>
                    <a:pt x="457079" y="121158"/>
                  </a:cubicBezTo>
                  <a:cubicBezTo>
                    <a:pt x="446415" y="133350"/>
                    <a:pt x="441083" y="150238"/>
                    <a:pt x="441083" y="171831"/>
                  </a:cubicBezTo>
                  <a:cubicBezTo>
                    <a:pt x="441083" y="193672"/>
                    <a:pt x="446415" y="210693"/>
                    <a:pt x="457079" y="222885"/>
                  </a:cubicBezTo>
                  <a:cubicBezTo>
                    <a:pt x="467999" y="235077"/>
                    <a:pt x="482851" y="241173"/>
                    <a:pt x="501636" y="241173"/>
                  </a:cubicBezTo>
                  <a:close/>
                  <a:moveTo>
                    <a:pt x="651124" y="272796"/>
                  </a:moveTo>
                  <a:lnTo>
                    <a:pt x="651124" y="81153"/>
                  </a:lnTo>
                  <a:lnTo>
                    <a:pt x="681971" y="81153"/>
                  </a:lnTo>
                  <a:lnTo>
                    <a:pt x="681971" y="272796"/>
                  </a:lnTo>
                  <a:lnTo>
                    <a:pt x="651124" y="272796"/>
                  </a:lnTo>
                  <a:close/>
                  <a:moveTo>
                    <a:pt x="648077" y="0"/>
                  </a:moveTo>
                  <a:lnTo>
                    <a:pt x="685780" y="0"/>
                  </a:lnTo>
                  <a:lnTo>
                    <a:pt x="685780" y="35052"/>
                  </a:lnTo>
                  <a:lnTo>
                    <a:pt x="648077" y="35052"/>
                  </a:lnTo>
                  <a:lnTo>
                    <a:pt x="648077" y="0"/>
                  </a:lnTo>
                  <a:close/>
                  <a:moveTo>
                    <a:pt x="806609" y="275463"/>
                  </a:moveTo>
                  <a:cubicBezTo>
                    <a:pt x="774371" y="275463"/>
                    <a:pt x="748856" y="267205"/>
                    <a:pt x="730061" y="250698"/>
                  </a:cubicBezTo>
                  <a:lnTo>
                    <a:pt x="740344" y="227838"/>
                  </a:lnTo>
                  <a:cubicBezTo>
                    <a:pt x="750502" y="235715"/>
                    <a:pt x="760909" y="241554"/>
                    <a:pt x="771572" y="245364"/>
                  </a:cubicBezTo>
                  <a:cubicBezTo>
                    <a:pt x="782493" y="248917"/>
                    <a:pt x="794556" y="250698"/>
                    <a:pt x="807751" y="250698"/>
                  </a:cubicBezTo>
                  <a:cubicBezTo>
                    <a:pt x="822223" y="250698"/>
                    <a:pt x="833144" y="248288"/>
                    <a:pt x="840503" y="243459"/>
                  </a:cubicBezTo>
                  <a:cubicBezTo>
                    <a:pt x="848120" y="238382"/>
                    <a:pt x="851929" y="231143"/>
                    <a:pt x="851929" y="221742"/>
                  </a:cubicBezTo>
                  <a:cubicBezTo>
                    <a:pt x="851929" y="214122"/>
                    <a:pt x="849396" y="208150"/>
                    <a:pt x="844312" y="203835"/>
                  </a:cubicBezTo>
                  <a:cubicBezTo>
                    <a:pt x="839237" y="199263"/>
                    <a:pt x="830859" y="195577"/>
                    <a:pt x="819177" y="192786"/>
                  </a:cubicBezTo>
                  <a:lnTo>
                    <a:pt x="786806" y="185166"/>
                  </a:lnTo>
                  <a:cubicBezTo>
                    <a:pt x="770811" y="181613"/>
                    <a:pt x="758376" y="175260"/>
                    <a:pt x="749484" y="166116"/>
                  </a:cubicBezTo>
                  <a:cubicBezTo>
                    <a:pt x="740858" y="156972"/>
                    <a:pt x="736535" y="146047"/>
                    <a:pt x="736535" y="133350"/>
                  </a:cubicBezTo>
                  <a:cubicBezTo>
                    <a:pt x="736535" y="122177"/>
                    <a:pt x="739582" y="112395"/>
                    <a:pt x="745675" y="104013"/>
                  </a:cubicBezTo>
                  <a:cubicBezTo>
                    <a:pt x="751769" y="95374"/>
                    <a:pt x="760280" y="88649"/>
                    <a:pt x="771191" y="83820"/>
                  </a:cubicBezTo>
                  <a:cubicBezTo>
                    <a:pt x="782112" y="78991"/>
                    <a:pt x="795060" y="76581"/>
                    <a:pt x="810037" y="76581"/>
                  </a:cubicBezTo>
                  <a:cubicBezTo>
                    <a:pt x="823499" y="76581"/>
                    <a:pt x="836190" y="78743"/>
                    <a:pt x="848120" y="83058"/>
                  </a:cubicBezTo>
                  <a:cubicBezTo>
                    <a:pt x="860059" y="87373"/>
                    <a:pt x="870085" y="93602"/>
                    <a:pt x="878206" y="101727"/>
                  </a:cubicBezTo>
                  <a:lnTo>
                    <a:pt x="867924" y="124206"/>
                  </a:lnTo>
                  <a:cubicBezTo>
                    <a:pt x="858784" y="116586"/>
                    <a:pt x="849396" y="110995"/>
                    <a:pt x="839742" y="107442"/>
                  </a:cubicBezTo>
                  <a:cubicBezTo>
                    <a:pt x="830354" y="103632"/>
                    <a:pt x="820452" y="101727"/>
                    <a:pt x="810037" y="101727"/>
                  </a:cubicBezTo>
                  <a:cubicBezTo>
                    <a:pt x="796327" y="101727"/>
                    <a:pt x="785663" y="104394"/>
                    <a:pt x="778046" y="109728"/>
                  </a:cubicBezTo>
                  <a:cubicBezTo>
                    <a:pt x="770687" y="115062"/>
                    <a:pt x="767002" y="122301"/>
                    <a:pt x="767002" y="131445"/>
                  </a:cubicBezTo>
                  <a:cubicBezTo>
                    <a:pt x="767002" y="139322"/>
                    <a:pt x="769287" y="145542"/>
                    <a:pt x="773857" y="150114"/>
                  </a:cubicBezTo>
                  <a:cubicBezTo>
                    <a:pt x="778684" y="154686"/>
                    <a:pt x="786301" y="158239"/>
                    <a:pt x="796708" y="160782"/>
                  </a:cubicBezTo>
                  <a:lnTo>
                    <a:pt x="829078" y="168783"/>
                  </a:lnTo>
                  <a:cubicBezTo>
                    <a:pt x="847111" y="172593"/>
                    <a:pt x="860307" y="178946"/>
                    <a:pt x="868685" y="187833"/>
                  </a:cubicBezTo>
                  <a:cubicBezTo>
                    <a:pt x="877321" y="196472"/>
                    <a:pt x="881634" y="207521"/>
                    <a:pt x="881634" y="220980"/>
                  </a:cubicBezTo>
                  <a:cubicBezTo>
                    <a:pt x="881634" y="237487"/>
                    <a:pt x="874912" y="250698"/>
                    <a:pt x="861449" y="260604"/>
                  </a:cubicBezTo>
                  <a:cubicBezTo>
                    <a:pt x="847996" y="270510"/>
                    <a:pt x="829716" y="275463"/>
                    <a:pt x="806609" y="275463"/>
                  </a:cubicBezTo>
                  <a:close/>
                  <a:moveTo>
                    <a:pt x="901904" y="105537"/>
                  </a:moveTo>
                  <a:lnTo>
                    <a:pt x="901904" y="81153"/>
                  </a:lnTo>
                  <a:lnTo>
                    <a:pt x="1024913" y="81153"/>
                  </a:lnTo>
                  <a:lnTo>
                    <a:pt x="1024913" y="105537"/>
                  </a:lnTo>
                  <a:lnTo>
                    <a:pt x="901904" y="105537"/>
                  </a:lnTo>
                  <a:close/>
                  <a:moveTo>
                    <a:pt x="1024152" y="245364"/>
                  </a:moveTo>
                  <a:lnTo>
                    <a:pt x="1024152" y="271653"/>
                  </a:lnTo>
                  <a:cubicBezTo>
                    <a:pt x="1019829" y="272920"/>
                    <a:pt x="1015516" y="273815"/>
                    <a:pt x="1011203" y="274320"/>
                  </a:cubicBezTo>
                  <a:cubicBezTo>
                    <a:pt x="1007138" y="275082"/>
                    <a:pt x="1002568" y="275463"/>
                    <a:pt x="997493" y="275463"/>
                  </a:cubicBezTo>
                  <a:cubicBezTo>
                    <a:pt x="979718" y="275463"/>
                    <a:pt x="965503" y="270386"/>
                    <a:pt x="954840" y="260223"/>
                  </a:cubicBezTo>
                  <a:cubicBezTo>
                    <a:pt x="944424" y="250060"/>
                    <a:pt x="939226" y="234820"/>
                    <a:pt x="939226" y="214503"/>
                  </a:cubicBezTo>
                  <a:lnTo>
                    <a:pt x="939226" y="32004"/>
                  </a:lnTo>
                  <a:lnTo>
                    <a:pt x="970073" y="20955"/>
                  </a:lnTo>
                  <a:lnTo>
                    <a:pt x="970073" y="210312"/>
                  </a:lnTo>
                  <a:cubicBezTo>
                    <a:pt x="970073" y="220475"/>
                    <a:pt x="971463" y="228343"/>
                    <a:pt x="974262" y="233934"/>
                  </a:cubicBezTo>
                  <a:cubicBezTo>
                    <a:pt x="977309" y="239525"/>
                    <a:pt x="981365" y="243459"/>
                    <a:pt x="986449" y="245745"/>
                  </a:cubicBezTo>
                  <a:cubicBezTo>
                    <a:pt x="991524" y="247774"/>
                    <a:pt x="997236" y="248793"/>
                    <a:pt x="1003587" y="248793"/>
                  </a:cubicBezTo>
                  <a:cubicBezTo>
                    <a:pt x="1007395" y="248793"/>
                    <a:pt x="1010822" y="248536"/>
                    <a:pt x="1013869" y="248031"/>
                  </a:cubicBezTo>
                  <a:cubicBezTo>
                    <a:pt x="1016916" y="247526"/>
                    <a:pt x="1020343" y="246631"/>
                    <a:pt x="1024152" y="245364"/>
                  </a:cubicBezTo>
                  <a:close/>
                  <a:moveTo>
                    <a:pt x="1062083" y="272796"/>
                  </a:moveTo>
                  <a:lnTo>
                    <a:pt x="1062083" y="81153"/>
                  </a:lnTo>
                  <a:lnTo>
                    <a:pt x="1092931" y="81153"/>
                  </a:lnTo>
                  <a:lnTo>
                    <a:pt x="1092931" y="272796"/>
                  </a:lnTo>
                  <a:lnTo>
                    <a:pt x="1062083" y="272796"/>
                  </a:lnTo>
                  <a:close/>
                  <a:moveTo>
                    <a:pt x="1059036" y="0"/>
                  </a:moveTo>
                  <a:lnTo>
                    <a:pt x="1096739" y="0"/>
                  </a:lnTo>
                  <a:lnTo>
                    <a:pt x="1096739" y="35052"/>
                  </a:lnTo>
                  <a:lnTo>
                    <a:pt x="1059036" y="35052"/>
                  </a:lnTo>
                  <a:lnTo>
                    <a:pt x="1059036" y="0"/>
                  </a:lnTo>
                  <a:close/>
                  <a:moveTo>
                    <a:pt x="1233183" y="275463"/>
                  </a:moveTo>
                  <a:cubicBezTo>
                    <a:pt x="1214398" y="275463"/>
                    <a:pt x="1198146" y="271396"/>
                    <a:pt x="1184436" y="263271"/>
                  </a:cubicBezTo>
                  <a:cubicBezTo>
                    <a:pt x="1170726" y="255146"/>
                    <a:pt x="1160062" y="243716"/>
                    <a:pt x="1152446" y="228981"/>
                  </a:cubicBezTo>
                  <a:cubicBezTo>
                    <a:pt x="1145086" y="214246"/>
                    <a:pt x="1141401" y="196853"/>
                    <a:pt x="1141401" y="176784"/>
                  </a:cubicBezTo>
                  <a:cubicBezTo>
                    <a:pt x="1141401" y="156972"/>
                    <a:pt x="1145210" y="139570"/>
                    <a:pt x="1152827" y="124587"/>
                  </a:cubicBezTo>
                  <a:cubicBezTo>
                    <a:pt x="1160443" y="109347"/>
                    <a:pt x="1171240" y="97536"/>
                    <a:pt x="1185197" y="89154"/>
                  </a:cubicBezTo>
                  <a:cubicBezTo>
                    <a:pt x="1199165" y="80772"/>
                    <a:pt x="1215664" y="76581"/>
                    <a:pt x="1234706" y="76581"/>
                  </a:cubicBezTo>
                  <a:cubicBezTo>
                    <a:pt x="1247654" y="76581"/>
                    <a:pt x="1260098" y="78867"/>
                    <a:pt x="1272028" y="83439"/>
                  </a:cubicBezTo>
                  <a:cubicBezTo>
                    <a:pt x="1284215" y="87754"/>
                    <a:pt x="1294250" y="93850"/>
                    <a:pt x="1302114" y="101727"/>
                  </a:cubicBezTo>
                  <a:lnTo>
                    <a:pt x="1291831" y="124587"/>
                  </a:lnTo>
                  <a:cubicBezTo>
                    <a:pt x="1282444" y="117224"/>
                    <a:pt x="1273170" y="111757"/>
                    <a:pt x="1264030" y="108204"/>
                  </a:cubicBezTo>
                  <a:cubicBezTo>
                    <a:pt x="1255148" y="104394"/>
                    <a:pt x="1245884" y="102489"/>
                    <a:pt x="1236230" y="102489"/>
                  </a:cubicBezTo>
                  <a:cubicBezTo>
                    <a:pt x="1216940" y="102489"/>
                    <a:pt x="1201573" y="108966"/>
                    <a:pt x="1190148" y="121920"/>
                  </a:cubicBezTo>
                  <a:cubicBezTo>
                    <a:pt x="1178980" y="134874"/>
                    <a:pt x="1173392" y="153162"/>
                    <a:pt x="1173392" y="176784"/>
                  </a:cubicBezTo>
                  <a:cubicBezTo>
                    <a:pt x="1173392" y="200149"/>
                    <a:pt x="1178980" y="218189"/>
                    <a:pt x="1190148" y="230886"/>
                  </a:cubicBezTo>
                  <a:cubicBezTo>
                    <a:pt x="1201326" y="243583"/>
                    <a:pt x="1216683" y="249936"/>
                    <a:pt x="1236230" y="249936"/>
                  </a:cubicBezTo>
                  <a:cubicBezTo>
                    <a:pt x="1245627" y="249936"/>
                    <a:pt x="1254890" y="248155"/>
                    <a:pt x="1264030" y="244602"/>
                  </a:cubicBezTo>
                  <a:cubicBezTo>
                    <a:pt x="1273170" y="240792"/>
                    <a:pt x="1282444" y="235201"/>
                    <a:pt x="1291831" y="227838"/>
                  </a:cubicBezTo>
                  <a:lnTo>
                    <a:pt x="1302114" y="250698"/>
                  </a:lnTo>
                  <a:cubicBezTo>
                    <a:pt x="1293993" y="258318"/>
                    <a:pt x="1283710" y="264414"/>
                    <a:pt x="1271266" y="268986"/>
                  </a:cubicBezTo>
                  <a:cubicBezTo>
                    <a:pt x="1259080" y="273301"/>
                    <a:pt x="1246388" y="275463"/>
                    <a:pt x="1233183" y="275463"/>
                  </a:cubicBezTo>
                  <a:close/>
                  <a:moveTo>
                    <a:pt x="1406130" y="275463"/>
                  </a:moveTo>
                  <a:cubicBezTo>
                    <a:pt x="1373882" y="275463"/>
                    <a:pt x="1348366" y="267205"/>
                    <a:pt x="1329582" y="250698"/>
                  </a:cubicBezTo>
                  <a:lnTo>
                    <a:pt x="1339864" y="227838"/>
                  </a:lnTo>
                  <a:cubicBezTo>
                    <a:pt x="1350023" y="235715"/>
                    <a:pt x="1360429" y="241554"/>
                    <a:pt x="1371093" y="245364"/>
                  </a:cubicBezTo>
                  <a:cubicBezTo>
                    <a:pt x="1382013" y="248917"/>
                    <a:pt x="1394066" y="250698"/>
                    <a:pt x="1407272" y="250698"/>
                  </a:cubicBezTo>
                  <a:cubicBezTo>
                    <a:pt x="1421744" y="250698"/>
                    <a:pt x="1432664" y="248288"/>
                    <a:pt x="1440024" y="243459"/>
                  </a:cubicBezTo>
                  <a:cubicBezTo>
                    <a:pt x="1447641" y="238382"/>
                    <a:pt x="1451449" y="231143"/>
                    <a:pt x="1451449" y="221742"/>
                  </a:cubicBezTo>
                  <a:cubicBezTo>
                    <a:pt x="1451449" y="214122"/>
                    <a:pt x="1448907" y="208150"/>
                    <a:pt x="1443832" y="203835"/>
                  </a:cubicBezTo>
                  <a:cubicBezTo>
                    <a:pt x="1438757" y="199263"/>
                    <a:pt x="1430379" y="195577"/>
                    <a:pt x="1418697" y="192786"/>
                  </a:cubicBezTo>
                  <a:lnTo>
                    <a:pt x="1386326" y="185166"/>
                  </a:lnTo>
                  <a:cubicBezTo>
                    <a:pt x="1370331" y="181613"/>
                    <a:pt x="1357887" y="175260"/>
                    <a:pt x="1349004" y="166116"/>
                  </a:cubicBezTo>
                  <a:cubicBezTo>
                    <a:pt x="1340369" y="156972"/>
                    <a:pt x="1336056" y="146047"/>
                    <a:pt x="1336056" y="133350"/>
                  </a:cubicBezTo>
                  <a:cubicBezTo>
                    <a:pt x="1336056" y="122177"/>
                    <a:pt x="1339103" y="112395"/>
                    <a:pt x="1345196" y="104013"/>
                  </a:cubicBezTo>
                  <a:cubicBezTo>
                    <a:pt x="1351289" y="95374"/>
                    <a:pt x="1359792" y="88649"/>
                    <a:pt x="1370712" y="83820"/>
                  </a:cubicBezTo>
                  <a:cubicBezTo>
                    <a:pt x="1381632" y="78991"/>
                    <a:pt x="1394581" y="76581"/>
                    <a:pt x="1409557" y="76581"/>
                  </a:cubicBezTo>
                  <a:cubicBezTo>
                    <a:pt x="1423010" y="76581"/>
                    <a:pt x="1435711" y="78743"/>
                    <a:pt x="1447641" y="83058"/>
                  </a:cubicBezTo>
                  <a:cubicBezTo>
                    <a:pt x="1459570" y="87373"/>
                    <a:pt x="1469605" y="93602"/>
                    <a:pt x="1477727" y="101727"/>
                  </a:cubicBezTo>
                  <a:lnTo>
                    <a:pt x="1467444" y="124206"/>
                  </a:lnTo>
                  <a:cubicBezTo>
                    <a:pt x="1458304" y="116586"/>
                    <a:pt x="1448907" y="110995"/>
                    <a:pt x="1439262" y="107442"/>
                  </a:cubicBezTo>
                  <a:cubicBezTo>
                    <a:pt x="1429865" y="103632"/>
                    <a:pt x="1419963" y="101727"/>
                    <a:pt x="1409557" y="101727"/>
                  </a:cubicBezTo>
                  <a:cubicBezTo>
                    <a:pt x="1395847" y="101727"/>
                    <a:pt x="1385184" y="104394"/>
                    <a:pt x="1377567" y="109728"/>
                  </a:cubicBezTo>
                  <a:cubicBezTo>
                    <a:pt x="1370207" y="115062"/>
                    <a:pt x="1366523" y="122301"/>
                    <a:pt x="1366523" y="131445"/>
                  </a:cubicBezTo>
                  <a:cubicBezTo>
                    <a:pt x="1366523" y="139322"/>
                    <a:pt x="1368808" y="145542"/>
                    <a:pt x="1373378" y="150114"/>
                  </a:cubicBezTo>
                  <a:cubicBezTo>
                    <a:pt x="1378205" y="154686"/>
                    <a:pt x="1385821" y="158239"/>
                    <a:pt x="1396228" y="160782"/>
                  </a:cubicBezTo>
                  <a:lnTo>
                    <a:pt x="1428599" y="168783"/>
                  </a:lnTo>
                  <a:cubicBezTo>
                    <a:pt x="1446622" y="172593"/>
                    <a:pt x="1459827" y="178946"/>
                    <a:pt x="1468206" y="187833"/>
                  </a:cubicBezTo>
                  <a:cubicBezTo>
                    <a:pt x="1476841" y="196472"/>
                    <a:pt x="1481154" y="207521"/>
                    <a:pt x="1481154" y="220980"/>
                  </a:cubicBezTo>
                  <a:cubicBezTo>
                    <a:pt x="1481154" y="237487"/>
                    <a:pt x="1474423" y="250698"/>
                    <a:pt x="1460970" y="260604"/>
                  </a:cubicBezTo>
                  <a:cubicBezTo>
                    <a:pt x="1447517" y="270510"/>
                    <a:pt x="1429237" y="275463"/>
                    <a:pt x="1406130" y="2754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g12709bdffa8_0_2868"/>
            <p:cNvSpPr/>
            <p:nvPr/>
          </p:nvSpPr>
          <p:spPr>
            <a:xfrm>
              <a:off x="5142141" y="6021492"/>
              <a:ext cx="1459056" cy="284607"/>
            </a:xfrm>
            <a:custGeom>
              <a:rect b="b" l="l" r="r" t="t"/>
              <a:pathLst>
                <a:path extrusionOk="0" h="284607" w="1459056">
                  <a:moveTo>
                    <a:pt x="0" y="281940"/>
                  </a:moveTo>
                  <a:lnTo>
                    <a:pt x="0" y="10668"/>
                  </a:lnTo>
                  <a:lnTo>
                    <a:pt x="108157" y="10668"/>
                  </a:lnTo>
                  <a:cubicBezTo>
                    <a:pt x="136082" y="10668"/>
                    <a:pt x="157790" y="17402"/>
                    <a:pt x="173280" y="30861"/>
                  </a:cubicBezTo>
                  <a:cubicBezTo>
                    <a:pt x="189018" y="44320"/>
                    <a:pt x="196892" y="62865"/>
                    <a:pt x="196892" y="86487"/>
                  </a:cubicBezTo>
                  <a:cubicBezTo>
                    <a:pt x="196892" y="109852"/>
                    <a:pt x="189018" y="128397"/>
                    <a:pt x="173280" y="142113"/>
                  </a:cubicBezTo>
                  <a:cubicBezTo>
                    <a:pt x="157542" y="155829"/>
                    <a:pt x="135834" y="162687"/>
                    <a:pt x="108157" y="162687"/>
                  </a:cubicBezTo>
                  <a:lnTo>
                    <a:pt x="31228" y="162687"/>
                  </a:lnTo>
                  <a:lnTo>
                    <a:pt x="31228" y="281940"/>
                  </a:lnTo>
                  <a:lnTo>
                    <a:pt x="0" y="281940"/>
                  </a:lnTo>
                  <a:close/>
                  <a:moveTo>
                    <a:pt x="31228" y="136779"/>
                  </a:moveTo>
                  <a:lnTo>
                    <a:pt x="105491" y="136779"/>
                  </a:lnTo>
                  <a:cubicBezTo>
                    <a:pt x="125552" y="136779"/>
                    <a:pt x="140652" y="132464"/>
                    <a:pt x="150811" y="123825"/>
                  </a:cubicBezTo>
                  <a:cubicBezTo>
                    <a:pt x="160970" y="114938"/>
                    <a:pt x="166045" y="102489"/>
                    <a:pt x="166045" y="86487"/>
                  </a:cubicBezTo>
                  <a:cubicBezTo>
                    <a:pt x="166045" y="70485"/>
                    <a:pt x="160970" y="58169"/>
                    <a:pt x="150811" y="49530"/>
                  </a:cubicBezTo>
                  <a:cubicBezTo>
                    <a:pt x="140652" y="40891"/>
                    <a:pt x="125552" y="36576"/>
                    <a:pt x="105491" y="36576"/>
                  </a:cubicBezTo>
                  <a:lnTo>
                    <a:pt x="31228" y="36576"/>
                  </a:lnTo>
                  <a:lnTo>
                    <a:pt x="31228" y="136779"/>
                  </a:lnTo>
                  <a:close/>
                  <a:moveTo>
                    <a:pt x="244258" y="281940"/>
                  </a:moveTo>
                  <a:lnTo>
                    <a:pt x="244258" y="1524"/>
                  </a:lnTo>
                  <a:lnTo>
                    <a:pt x="275106" y="1524"/>
                  </a:lnTo>
                  <a:lnTo>
                    <a:pt x="275106" y="281940"/>
                  </a:lnTo>
                  <a:lnTo>
                    <a:pt x="244258" y="281940"/>
                  </a:lnTo>
                  <a:close/>
                  <a:moveTo>
                    <a:pt x="408503" y="284607"/>
                  </a:moveTo>
                  <a:cubicBezTo>
                    <a:pt x="391489" y="284607"/>
                    <a:pt x="376513" y="280673"/>
                    <a:pt x="363564" y="272796"/>
                  </a:cubicBezTo>
                  <a:cubicBezTo>
                    <a:pt x="350873" y="264671"/>
                    <a:pt x="340972" y="253241"/>
                    <a:pt x="333859" y="238506"/>
                  </a:cubicBezTo>
                  <a:cubicBezTo>
                    <a:pt x="327005" y="223523"/>
                    <a:pt x="323577" y="205997"/>
                    <a:pt x="323577" y="185928"/>
                  </a:cubicBezTo>
                  <a:cubicBezTo>
                    <a:pt x="323577" y="165859"/>
                    <a:pt x="327128" y="148333"/>
                    <a:pt x="334240" y="133350"/>
                  </a:cubicBezTo>
                  <a:cubicBezTo>
                    <a:pt x="341352" y="118367"/>
                    <a:pt x="351254" y="106680"/>
                    <a:pt x="363945" y="98298"/>
                  </a:cubicBezTo>
                  <a:cubicBezTo>
                    <a:pt x="376894" y="89916"/>
                    <a:pt x="391746" y="85725"/>
                    <a:pt x="408503" y="85725"/>
                  </a:cubicBezTo>
                  <a:cubicBezTo>
                    <a:pt x="426021" y="85725"/>
                    <a:pt x="440874" y="90040"/>
                    <a:pt x="453061" y="98679"/>
                  </a:cubicBezTo>
                  <a:cubicBezTo>
                    <a:pt x="465247" y="107318"/>
                    <a:pt x="473502" y="119634"/>
                    <a:pt x="477815" y="135636"/>
                  </a:cubicBezTo>
                  <a:lnTo>
                    <a:pt x="473245" y="138684"/>
                  </a:lnTo>
                  <a:lnTo>
                    <a:pt x="473245" y="90297"/>
                  </a:lnTo>
                  <a:lnTo>
                    <a:pt x="503712" y="90297"/>
                  </a:lnTo>
                  <a:lnTo>
                    <a:pt x="503712" y="281940"/>
                  </a:lnTo>
                  <a:lnTo>
                    <a:pt x="473245" y="281940"/>
                  </a:lnTo>
                  <a:lnTo>
                    <a:pt x="473245" y="232410"/>
                  </a:lnTo>
                  <a:lnTo>
                    <a:pt x="477815" y="234696"/>
                  </a:lnTo>
                  <a:cubicBezTo>
                    <a:pt x="473502" y="250698"/>
                    <a:pt x="465247" y="263014"/>
                    <a:pt x="453061" y="271653"/>
                  </a:cubicBezTo>
                  <a:cubicBezTo>
                    <a:pt x="440874" y="280292"/>
                    <a:pt x="426021" y="284607"/>
                    <a:pt x="408503" y="284607"/>
                  </a:cubicBezTo>
                  <a:close/>
                  <a:moveTo>
                    <a:pt x="414596" y="259080"/>
                  </a:moveTo>
                  <a:cubicBezTo>
                    <a:pt x="433381" y="259080"/>
                    <a:pt x="447853" y="252727"/>
                    <a:pt x="458011" y="240030"/>
                  </a:cubicBezTo>
                  <a:cubicBezTo>
                    <a:pt x="468170" y="227076"/>
                    <a:pt x="473245" y="208788"/>
                    <a:pt x="473245" y="185166"/>
                  </a:cubicBezTo>
                  <a:cubicBezTo>
                    <a:pt x="473245" y="161544"/>
                    <a:pt x="468037" y="143380"/>
                    <a:pt x="457631" y="130683"/>
                  </a:cubicBezTo>
                  <a:cubicBezTo>
                    <a:pt x="447472" y="117986"/>
                    <a:pt x="433134" y="111633"/>
                    <a:pt x="414596" y="111633"/>
                  </a:cubicBezTo>
                  <a:cubicBezTo>
                    <a:pt x="395812" y="111633"/>
                    <a:pt x="381083" y="118234"/>
                    <a:pt x="370420" y="131445"/>
                  </a:cubicBezTo>
                  <a:cubicBezTo>
                    <a:pt x="360013" y="144399"/>
                    <a:pt x="354805" y="162563"/>
                    <a:pt x="354805" y="185928"/>
                  </a:cubicBezTo>
                  <a:cubicBezTo>
                    <a:pt x="354805" y="209293"/>
                    <a:pt x="360013" y="227333"/>
                    <a:pt x="370420" y="240030"/>
                  </a:cubicBezTo>
                  <a:cubicBezTo>
                    <a:pt x="381083" y="252727"/>
                    <a:pt x="395812" y="259080"/>
                    <a:pt x="414596" y="259080"/>
                  </a:cubicBezTo>
                  <a:close/>
                  <a:moveTo>
                    <a:pt x="536311" y="114681"/>
                  </a:moveTo>
                  <a:lnTo>
                    <a:pt x="536311" y="90297"/>
                  </a:lnTo>
                  <a:lnTo>
                    <a:pt x="659321" y="90297"/>
                  </a:lnTo>
                  <a:lnTo>
                    <a:pt x="659321" y="114681"/>
                  </a:lnTo>
                  <a:lnTo>
                    <a:pt x="536311" y="114681"/>
                  </a:lnTo>
                  <a:close/>
                  <a:moveTo>
                    <a:pt x="658560" y="254508"/>
                  </a:moveTo>
                  <a:lnTo>
                    <a:pt x="658560" y="280797"/>
                  </a:lnTo>
                  <a:cubicBezTo>
                    <a:pt x="654247" y="282064"/>
                    <a:pt x="649934" y="282959"/>
                    <a:pt x="645611" y="283464"/>
                  </a:cubicBezTo>
                  <a:cubicBezTo>
                    <a:pt x="641555" y="284226"/>
                    <a:pt x="636985" y="284607"/>
                    <a:pt x="631901" y="284607"/>
                  </a:cubicBezTo>
                  <a:cubicBezTo>
                    <a:pt x="614135" y="284607"/>
                    <a:pt x="599911" y="279530"/>
                    <a:pt x="589247" y="269367"/>
                  </a:cubicBezTo>
                  <a:cubicBezTo>
                    <a:pt x="578841" y="259204"/>
                    <a:pt x="573633" y="243964"/>
                    <a:pt x="573633" y="223647"/>
                  </a:cubicBezTo>
                  <a:lnTo>
                    <a:pt x="573633" y="41148"/>
                  </a:lnTo>
                  <a:lnTo>
                    <a:pt x="604481" y="30099"/>
                  </a:lnTo>
                  <a:lnTo>
                    <a:pt x="604481" y="219456"/>
                  </a:lnTo>
                  <a:cubicBezTo>
                    <a:pt x="604481" y="229619"/>
                    <a:pt x="605880" y="237487"/>
                    <a:pt x="608670" y="243078"/>
                  </a:cubicBezTo>
                  <a:cubicBezTo>
                    <a:pt x="611717" y="248669"/>
                    <a:pt x="615782" y="252603"/>
                    <a:pt x="620857" y="254889"/>
                  </a:cubicBezTo>
                  <a:cubicBezTo>
                    <a:pt x="625941" y="256918"/>
                    <a:pt x="631654" y="257937"/>
                    <a:pt x="637995" y="257937"/>
                  </a:cubicBezTo>
                  <a:cubicBezTo>
                    <a:pt x="641803" y="257937"/>
                    <a:pt x="645230" y="257680"/>
                    <a:pt x="648277" y="257175"/>
                  </a:cubicBezTo>
                  <a:cubicBezTo>
                    <a:pt x="651324" y="256670"/>
                    <a:pt x="654751" y="255775"/>
                    <a:pt x="658560" y="254508"/>
                  </a:cubicBezTo>
                  <a:close/>
                  <a:moveTo>
                    <a:pt x="673545" y="114681"/>
                  </a:moveTo>
                  <a:lnTo>
                    <a:pt x="673545" y="90297"/>
                  </a:lnTo>
                  <a:lnTo>
                    <a:pt x="788558" y="90297"/>
                  </a:lnTo>
                  <a:lnTo>
                    <a:pt x="788558" y="114681"/>
                  </a:lnTo>
                  <a:lnTo>
                    <a:pt x="673545" y="114681"/>
                  </a:lnTo>
                  <a:close/>
                  <a:moveTo>
                    <a:pt x="793889" y="29718"/>
                  </a:moveTo>
                  <a:cubicBezTo>
                    <a:pt x="786787" y="27689"/>
                    <a:pt x="780179" y="26670"/>
                    <a:pt x="774086" y="26670"/>
                  </a:cubicBezTo>
                  <a:cubicBezTo>
                    <a:pt x="767993" y="26670"/>
                    <a:pt x="762414" y="27813"/>
                    <a:pt x="757329" y="30099"/>
                  </a:cubicBezTo>
                  <a:cubicBezTo>
                    <a:pt x="752511" y="32128"/>
                    <a:pt x="748703" y="35938"/>
                    <a:pt x="745904" y="41529"/>
                  </a:cubicBezTo>
                  <a:cubicBezTo>
                    <a:pt x="743114" y="47120"/>
                    <a:pt x="741715" y="54864"/>
                    <a:pt x="741715" y="64770"/>
                  </a:cubicBezTo>
                  <a:lnTo>
                    <a:pt x="741715" y="281940"/>
                  </a:lnTo>
                  <a:lnTo>
                    <a:pt x="710867" y="281940"/>
                  </a:lnTo>
                  <a:lnTo>
                    <a:pt x="710867" y="60960"/>
                  </a:lnTo>
                  <a:cubicBezTo>
                    <a:pt x="710867" y="40386"/>
                    <a:pt x="715952" y="25146"/>
                    <a:pt x="726101" y="15240"/>
                  </a:cubicBezTo>
                  <a:cubicBezTo>
                    <a:pt x="736260" y="5077"/>
                    <a:pt x="750227" y="0"/>
                    <a:pt x="767993" y="0"/>
                  </a:cubicBezTo>
                  <a:cubicBezTo>
                    <a:pt x="772315" y="0"/>
                    <a:pt x="776628" y="257"/>
                    <a:pt x="780941" y="762"/>
                  </a:cubicBezTo>
                  <a:cubicBezTo>
                    <a:pt x="785263" y="1267"/>
                    <a:pt x="789576" y="2162"/>
                    <a:pt x="793889" y="3429"/>
                  </a:cubicBezTo>
                  <a:lnTo>
                    <a:pt x="793889" y="29718"/>
                  </a:lnTo>
                  <a:close/>
                  <a:moveTo>
                    <a:pt x="906255" y="284607"/>
                  </a:moveTo>
                  <a:cubicBezTo>
                    <a:pt x="887975" y="284607"/>
                    <a:pt x="871980" y="280540"/>
                    <a:pt x="858270" y="272415"/>
                  </a:cubicBezTo>
                  <a:cubicBezTo>
                    <a:pt x="844807" y="264290"/>
                    <a:pt x="834277" y="252860"/>
                    <a:pt x="826660" y="238125"/>
                  </a:cubicBezTo>
                  <a:cubicBezTo>
                    <a:pt x="819291" y="223142"/>
                    <a:pt x="815616" y="205483"/>
                    <a:pt x="815616" y="185166"/>
                  </a:cubicBezTo>
                  <a:cubicBezTo>
                    <a:pt x="815616" y="165097"/>
                    <a:pt x="819291" y="147571"/>
                    <a:pt x="826660" y="132588"/>
                  </a:cubicBezTo>
                  <a:cubicBezTo>
                    <a:pt x="834277" y="117605"/>
                    <a:pt x="844807" y="106042"/>
                    <a:pt x="858270" y="97917"/>
                  </a:cubicBezTo>
                  <a:cubicBezTo>
                    <a:pt x="871980" y="89792"/>
                    <a:pt x="887975" y="85725"/>
                    <a:pt x="906255" y="85725"/>
                  </a:cubicBezTo>
                  <a:cubicBezTo>
                    <a:pt x="924535" y="85725"/>
                    <a:pt x="940397" y="89792"/>
                    <a:pt x="953859" y="97917"/>
                  </a:cubicBezTo>
                  <a:cubicBezTo>
                    <a:pt x="967569" y="106042"/>
                    <a:pt x="978100" y="117605"/>
                    <a:pt x="985469" y="132588"/>
                  </a:cubicBezTo>
                  <a:cubicBezTo>
                    <a:pt x="993085" y="147571"/>
                    <a:pt x="996894" y="165097"/>
                    <a:pt x="996894" y="185166"/>
                  </a:cubicBezTo>
                  <a:cubicBezTo>
                    <a:pt x="996894" y="205483"/>
                    <a:pt x="993085" y="223142"/>
                    <a:pt x="985469" y="238125"/>
                  </a:cubicBezTo>
                  <a:cubicBezTo>
                    <a:pt x="978100" y="252860"/>
                    <a:pt x="967569" y="264290"/>
                    <a:pt x="953859" y="272415"/>
                  </a:cubicBezTo>
                  <a:cubicBezTo>
                    <a:pt x="940397" y="280540"/>
                    <a:pt x="924535" y="284607"/>
                    <a:pt x="906255" y="284607"/>
                  </a:cubicBezTo>
                  <a:close/>
                  <a:moveTo>
                    <a:pt x="906255" y="259080"/>
                  </a:moveTo>
                  <a:cubicBezTo>
                    <a:pt x="925040" y="259080"/>
                    <a:pt x="939511" y="252860"/>
                    <a:pt x="949670" y="240411"/>
                  </a:cubicBezTo>
                  <a:cubicBezTo>
                    <a:pt x="960076" y="227714"/>
                    <a:pt x="965284" y="209293"/>
                    <a:pt x="965284" y="185166"/>
                  </a:cubicBezTo>
                  <a:cubicBezTo>
                    <a:pt x="965284" y="161544"/>
                    <a:pt x="960076" y="143380"/>
                    <a:pt x="949670" y="130683"/>
                  </a:cubicBezTo>
                  <a:cubicBezTo>
                    <a:pt x="939254" y="117986"/>
                    <a:pt x="924782" y="111633"/>
                    <a:pt x="906255" y="111633"/>
                  </a:cubicBezTo>
                  <a:cubicBezTo>
                    <a:pt x="887717" y="111633"/>
                    <a:pt x="873122" y="117986"/>
                    <a:pt x="862459" y="130683"/>
                  </a:cubicBezTo>
                  <a:cubicBezTo>
                    <a:pt x="852043" y="143380"/>
                    <a:pt x="846845" y="161544"/>
                    <a:pt x="846845" y="185166"/>
                  </a:cubicBezTo>
                  <a:cubicBezTo>
                    <a:pt x="846845" y="209293"/>
                    <a:pt x="851919" y="227714"/>
                    <a:pt x="862078" y="240411"/>
                  </a:cubicBezTo>
                  <a:cubicBezTo>
                    <a:pt x="872484" y="252860"/>
                    <a:pt x="887213" y="259080"/>
                    <a:pt x="906255" y="259080"/>
                  </a:cubicBezTo>
                  <a:close/>
                  <a:moveTo>
                    <a:pt x="1044974" y="281940"/>
                  </a:moveTo>
                  <a:lnTo>
                    <a:pt x="1044974" y="144018"/>
                  </a:lnTo>
                  <a:cubicBezTo>
                    <a:pt x="1044974" y="135131"/>
                    <a:pt x="1044727" y="126235"/>
                    <a:pt x="1044212" y="117348"/>
                  </a:cubicBezTo>
                  <a:cubicBezTo>
                    <a:pt x="1043965" y="108204"/>
                    <a:pt x="1043203" y="99184"/>
                    <a:pt x="1041927" y="90297"/>
                  </a:cubicBezTo>
                  <a:lnTo>
                    <a:pt x="1071252" y="90297"/>
                  </a:lnTo>
                  <a:lnTo>
                    <a:pt x="1075441" y="137541"/>
                  </a:lnTo>
                  <a:lnTo>
                    <a:pt x="1071252" y="136398"/>
                  </a:lnTo>
                  <a:cubicBezTo>
                    <a:pt x="1074812" y="119634"/>
                    <a:pt x="1082429" y="107061"/>
                    <a:pt x="1094102" y="98679"/>
                  </a:cubicBezTo>
                  <a:cubicBezTo>
                    <a:pt x="1106041" y="90040"/>
                    <a:pt x="1119371" y="85725"/>
                    <a:pt x="1134089" y="85725"/>
                  </a:cubicBezTo>
                  <a:cubicBezTo>
                    <a:pt x="1137393" y="85725"/>
                    <a:pt x="1140440" y="85982"/>
                    <a:pt x="1143230" y="86487"/>
                  </a:cubicBezTo>
                  <a:cubicBezTo>
                    <a:pt x="1146276" y="86744"/>
                    <a:pt x="1149076" y="87249"/>
                    <a:pt x="1151608" y="88011"/>
                  </a:cubicBezTo>
                  <a:lnTo>
                    <a:pt x="1150846" y="116205"/>
                  </a:lnTo>
                  <a:cubicBezTo>
                    <a:pt x="1145010" y="114176"/>
                    <a:pt x="1138279" y="113157"/>
                    <a:pt x="1130662" y="113157"/>
                  </a:cubicBezTo>
                  <a:cubicBezTo>
                    <a:pt x="1117466" y="113157"/>
                    <a:pt x="1106803" y="116081"/>
                    <a:pt x="1098672" y="121920"/>
                  </a:cubicBezTo>
                  <a:cubicBezTo>
                    <a:pt x="1090808" y="127759"/>
                    <a:pt x="1084962" y="135255"/>
                    <a:pt x="1081153" y="144399"/>
                  </a:cubicBezTo>
                  <a:cubicBezTo>
                    <a:pt x="1077602" y="153286"/>
                    <a:pt x="1075822" y="162687"/>
                    <a:pt x="1075822" y="172593"/>
                  </a:cubicBezTo>
                  <a:lnTo>
                    <a:pt x="1075822" y="281940"/>
                  </a:lnTo>
                  <a:lnTo>
                    <a:pt x="1044974" y="281940"/>
                  </a:lnTo>
                  <a:close/>
                  <a:moveTo>
                    <a:pt x="1182951" y="281940"/>
                  </a:moveTo>
                  <a:lnTo>
                    <a:pt x="1182951" y="144018"/>
                  </a:lnTo>
                  <a:cubicBezTo>
                    <a:pt x="1182951" y="135131"/>
                    <a:pt x="1182703" y="126235"/>
                    <a:pt x="1182189" y="117348"/>
                  </a:cubicBezTo>
                  <a:cubicBezTo>
                    <a:pt x="1181941" y="108204"/>
                    <a:pt x="1181180" y="99184"/>
                    <a:pt x="1179904" y="90297"/>
                  </a:cubicBezTo>
                  <a:lnTo>
                    <a:pt x="1209228" y="90297"/>
                  </a:lnTo>
                  <a:lnTo>
                    <a:pt x="1212656" y="129921"/>
                  </a:lnTo>
                  <a:lnTo>
                    <a:pt x="1208847" y="132588"/>
                  </a:lnTo>
                  <a:cubicBezTo>
                    <a:pt x="1213418" y="117605"/>
                    <a:pt x="1221291" y="106042"/>
                    <a:pt x="1232459" y="97917"/>
                  </a:cubicBezTo>
                  <a:cubicBezTo>
                    <a:pt x="1243885" y="89792"/>
                    <a:pt x="1257347" y="85725"/>
                    <a:pt x="1272828" y="85725"/>
                  </a:cubicBezTo>
                  <a:cubicBezTo>
                    <a:pt x="1291365" y="85725"/>
                    <a:pt x="1305713" y="90297"/>
                    <a:pt x="1315862" y="99441"/>
                  </a:cubicBezTo>
                  <a:cubicBezTo>
                    <a:pt x="1326278" y="108585"/>
                    <a:pt x="1332876" y="122558"/>
                    <a:pt x="1335665" y="141351"/>
                  </a:cubicBezTo>
                  <a:lnTo>
                    <a:pt x="1326526" y="136398"/>
                  </a:lnTo>
                  <a:cubicBezTo>
                    <a:pt x="1330591" y="120901"/>
                    <a:pt x="1338712" y="108585"/>
                    <a:pt x="1350899" y="99441"/>
                  </a:cubicBezTo>
                  <a:cubicBezTo>
                    <a:pt x="1363343" y="90297"/>
                    <a:pt x="1378196" y="85725"/>
                    <a:pt x="1395457" y="85725"/>
                  </a:cubicBezTo>
                  <a:cubicBezTo>
                    <a:pt x="1416536" y="85725"/>
                    <a:pt x="1432398" y="92078"/>
                    <a:pt x="1443061" y="104775"/>
                  </a:cubicBezTo>
                  <a:cubicBezTo>
                    <a:pt x="1453725" y="117224"/>
                    <a:pt x="1459056" y="136141"/>
                    <a:pt x="1459056" y="161544"/>
                  </a:cubicBezTo>
                  <a:lnTo>
                    <a:pt x="1459056" y="281940"/>
                  </a:lnTo>
                  <a:lnTo>
                    <a:pt x="1428209" y="281940"/>
                  </a:lnTo>
                  <a:lnTo>
                    <a:pt x="1428209" y="163068"/>
                  </a:lnTo>
                  <a:cubicBezTo>
                    <a:pt x="1428209" y="145285"/>
                    <a:pt x="1425038" y="132331"/>
                    <a:pt x="1418688" y="124206"/>
                  </a:cubicBezTo>
                  <a:cubicBezTo>
                    <a:pt x="1412347" y="115824"/>
                    <a:pt x="1402312" y="111633"/>
                    <a:pt x="1388602" y="111633"/>
                  </a:cubicBezTo>
                  <a:cubicBezTo>
                    <a:pt x="1372607" y="111633"/>
                    <a:pt x="1359915" y="117091"/>
                    <a:pt x="1350518" y="128016"/>
                  </a:cubicBezTo>
                  <a:cubicBezTo>
                    <a:pt x="1341378" y="138941"/>
                    <a:pt x="1336808" y="153800"/>
                    <a:pt x="1336808" y="172593"/>
                  </a:cubicBezTo>
                  <a:lnTo>
                    <a:pt x="1336808" y="281940"/>
                  </a:lnTo>
                  <a:lnTo>
                    <a:pt x="1305960" y="281940"/>
                  </a:lnTo>
                  <a:lnTo>
                    <a:pt x="1305960" y="163068"/>
                  </a:lnTo>
                  <a:cubicBezTo>
                    <a:pt x="1305960" y="145285"/>
                    <a:pt x="1302666" y="132331"/>
                    <a:pt x="1296059" y="124206"/>
                  </a:cubicBezTo>
                  <a:cubicBezTo>
                    <a:pt x="1289718" y="115824"/>
                    <a:pt x="1279683" y="111633"/>
                    <a:pt x="1265973" y="111633"/>
                  </a:cubicBezTo>
                  <a:cubicBezTo>
                    <a:pt x="1249730" y="111633"/>
                    <a:pt x="1236906" y="117091"/>
                    <a:pt x="1227508" y="128016"/>
                  </a:cubicBezTo>
                  <a:cubicBezTo>
                    <a:pt x="1218368" y="138941"/>
                    <a:pt x="1213798" y="153800"/>
                    <a:pt x="1213798" y="172593"/>
                  </a:cubicBezTo>
                  <a:lnTo>
                    <a:pt x="1213798" y="281940"/>
                  </a:lnTo>
                  <a:lnTo>
                    <a:pt x="1182951" y="2819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g12709bdffa8_0_2868"/>
            <p:cNvSpPr/>
            <p:nvPr/>
          </p:nvSpPr>
          <p:spPr>
            <a:xfrm>
              <a:off x="4527854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g12709bdffa8_0_2868"/>
            <p:cNvSpPr/>
            <p:nvPr/>
          </p:nvSpPr>
          <p:spPr>
            <a:xfrm>
              <a:off x="1919132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60" name="Google Shape;460;g12709bdffa8_0_28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3593" y="1156890"/>
            <a:ext cx="5857289" cy="4922178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g12709bdffa8_0_2868"/>
          <p:cNvSpPr txBox="1"/>
          <p:nvPr>
            <p:ph idx="1" type="body"/>
          </p:nvPr>
        </p:nvSpPr>
        <p:spPr>
          <a:xfrm>
            <a:off x="155786" y="6472155"/>
            <a:ext cx="5940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2" name="Google Shape;462;g12709bdffa8_0_2868"/>
          <p:cNvSpPr txBox="1"/>
          <p:nvPr>
            <p:ph type="title"/>
          </p:nvPr>
        </p:nvSpPr>
        <p:spPr>
          <a:xfrm>
            <a:off x="155786" y="1191528"/>
            <a:ext cx="5054700" cy="48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Rokkitt"/>
              <a:buNone/>
              <a:defRPr b="1" sz="3200">
                <a:solidFill>
                  <a:schemeClr val="dk2"/>
                </a:solidFill>
                <a:latin typeface="Rokkitt"/>
                <a:ea typeface="Rokkitt"/>
                <a:cs typeface="Rokkitt"/>
                <a:sym typeface="Rokkit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-Text-Gold-02">
  <p:cSld name="Header-Text-Gold-02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2709bdffa8_0_2888"/>
          <p:cNvSpPr txBox="1"/>
          <p:nvPr>
            <p:ph type="title"/>
          </p:nvPr>
        </p:nvSpPr>
        <p:spPr>
          <a:xfrm>
            <a:off x="119062" y="228127"/>
            <a:ext cx="1207290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sz="2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65" name="Google Shape;465;g12709bdffa8_0_28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40917" y="228127"/>
            <a:ext cx="466933" cy="6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X">
  <p:cSld name="STX">
    <p:bg>
      <p:bgPr>
        <a:solidFill>
          <a:srgbClr val="245893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g12709bdffa8_0_2891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3007268" y="-1"/>
            <a:ext cx="918473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g12709bdffa8_0_2891"/>
          <p:cNvSpPr txBox="1"/>
          <p:nvPr>
            <p:ph type="title"/>
          </p:nvPr>
        </p:nvSpPr>
        <p:spPr>
          <a:xfrm>
            <a:off x="155786" y="1191528"/>
            <a:ext cx="5054700" cy="48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Rokkitt"/>
              <a:buNone/>
              <a:defRPr b="1" sz="3200">
                <a:solidFill>
                  <a:schemeClr val="dk2"/>
                </a:solidFill>
                <a:latin typeface="Rokkitt"/>
                <a:ea typeface="Rokkitt"/>
                <a:cs typeface="Rokkitt"/>
                <a:sym typeface="Rokkit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69" name="Google Shape;469;g12709bdffa8_0_2891"/>
          <p:cNvGrpSpPr/>
          <p:nvPr/>
        </p:nvGrpSpPr>
        <p:grpSpPr>
          <a:xfrm>
            <a:off x="300945" y="308243"/>
            <a:ext cx="2012792" cy="571765"/>
            <a:chOff x="338666" y="4303183"/>
            <a:chExt cx="7340599" cy="2085212"/>
          </a:xfrm>
        </p:grpSpPr>
        <p:sp>
          <p:nvSpPr>
            <p:cNvPr id="470" name="Google Shape;470;g12709bdffa8_0_2891"/>
            <p:cNvSpPr/>
            <p:nvPr/>
          </p:nvSpPr>
          <p:spPr>
            <a:xfrm>
              <a:off x="338666" y="4817769"/>
              <a:ext cx="931067" cy="1085156"/>
            </a:xfrm>
            <a:custGeom>
              <a:rect b="b" l="l" r="r" t="t"/>
              <a:pathLst>
                <a:path extrusionOk="0" h="1085156" w="931067">
                  <a:moveTo>
                    <a:pt x="266668" y="724502"/>
                  </a:moveTo>
                  <a:lnTo>
                    <a:pt x="0" y="724502"/>
                  </a:lnTo>
                  <a:cubicBezTo>
                    <a:pt x="0" y="847803"/>
                    <a:pt x="39462" y="937691"/>
                    <a:pt x="117749" y="995117"/>
                  </a:cubicBezTo>
                  <a:cubicBezTo>
                    <a:pt x="188382" y="1054534"/>
                    <a:pt x="298318" y="1085157"/>
                    <a:pt x="451383" y="1085157"/>
                  </a:cubicBezTo>
                  <a:cubicBezTo>
                    <a:pt x="735511" y="1085157"/>
                    <a:pt x="931068" y="993278"/>
                    <a:pt x="931068" y="736551"/>
                  </a:cubicBezTo>
                  <a:cubicBezTo>
                    <a:pt x="931068" y="663885"/>
                    <a:pt x="908108" y="599124"/>
                    <a:pt x="860036" y="546727"/>
                  </a:cubicBezTo>
                  <a:cubicBezTo>
                    <a:pt x="804550" y="492016"/>
                    <a:pt x="691505" y="445600"/>
                    <a:pt x="507268" y="409227"/>
                  </a:cubicBezTo>
                  <a:cubicBezTo>
                    <a:pt x="364487" y="382909"/>
                    <a:pt x="294252" y="340558"/>
                    <a:pt x="294252" y="285925"/>
                  </a:cubicBezTo>
                  <a:cubicBezTo>
                    <a:pt x="294252" y="231452"/>
                    <a:pt x="348064" y="203059"/>
                    <a:pt x="455529" y="203059"/>
                  </a:cubicBezTo>
                  <a:cubicBezTo>
                    <a:pt x="546571" y="203059"/>
                    <a:pt x="602376" y="229378"/>
                    <a:pt x="621111" y="275875"/>
                  </a:cubicBezTo>
                  <a:cubicBezTo>
                    <a:pt x="637534" y="318386"/>
                    <a:pt x="678032" y="340558"/>
                    <a:pt x="737424" y="342631"/>
                  </a:cubicBezTo>
                  <a:lnTo>
                    <a:pt x="898542" y="342631"/>
                  </a:lnTo>
                  <a:cubicBezTo>
                    <a:pt x="892802" y="231452"/>
                    <a:pt x="852463" y="146910"/>
                    <a:pt x="777764" y="86934"/>
                  </a:cubicBezTo>
                  <a:cubicBezTo>
                    <a:pt x="701151" y="28951"/>
                    <a:pt x="592251" y="0"/>
                    <a:pt x="451543" y="0"/>
                  </a:cubicBezTo>
                  <a:cubicBezTo>
                    <a:pt x="206080" y="3908"/>
                    <a:pt x="29577" y="108388"/>
                    <a:pt x="29577" y="334417"/>
                  </a:cubicBezTo>
                  <a:cubicBezTo>
                    <a:pt x="31649" y="502141"/>
                    <a:pt x="149159" y="607421"/>
                    <a:pt x="383141" y="649693"/>
                  </a:cubicBezTo>
                  <a:cubicBezTo>
                    <a:pt x="571284" y="682230"/>
                    <a:pt x="666472" y="726578"/>
                    <a:pt x="666472" y="781214"/>
                  </a:cubicBezTo>
                  <a:cubicBezTo>
                    <a:pt x="666472" y="849880"/>
                    <a:pt x="608515" y="882103"/>
                    <a:pt x="492679" y="882103"/>
                  </a:cubicBezTo>
                  <a:cubicBezTo>
                    <a:pt x="358348" y="882103"/>
                    <a:pt x="272648" y="841907"/>
                    <a:pt x="266668" y="7245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g12709bdffa8_0_2891"/>
            <p:cNvSpPr/>
            <p:nvPr/>
          </p:nvSpPr>
          <p:spPr>
            <a:xfrm>
              <a:off x="1374890" y="4819443"/>
              <a:ext cx="1517750" cy="1067689"/>
            </a:xfrm>
            <a:custGeom>
              <a:rect b="b" l="l" r="r" t="t"/>
              <a:pathLst>
                <a:path extrusionOk="0" h="1067689" w="1517750">
                  <a:moveTo>
                    <a:pt x="448672" y="223396"/>
                  </a:moveTo>
                  <a:cubicBezTo>
                    <a:pt x="569444" y="223396"/>
                    <a:pt x="630673" y="277471"/>
                    <a:pt x="636890" y="387375"/>
                  </a:cubicBezTo>
                  <a:lnTo>
                    <a:pt x="636890" y="1063784"/>
                  </a:lnTo>
                  <a:lnTo>
                    <a:pt x="880920" y="1063784"/>
                  </a:lnTo>
                  <a:lnTo>
                    <a:pt x="880920" y="391522"/>
                  </a:lnTo>
                  <a:cubicBezTo>
                    <a:pt x="882995" y="281379"/>
                    <a:pt x="944138" y="227305"/>
                    <a:pt x="1064996" y="227305"/>
                  </a:cubicBezTo>
                  <a:cubicBezTo>
                    <a:pt x="1185778" y="227305"/>
                    <a:pt x="1246998" y="281379"/>
                    <a:pt x="1253139" y="391522"/>
                  </a:cubicBezTo>
                  <a:lnTo>
                    <a:pt x="1253139" y="935778"/>
                  </a:lnTo>
                  <a:cubicBezTo>
                    <a:pt x="1253139" y="1019760"/>
                    <a:pt x="1296268" y="1061794"/>
                    <a:pt x="1382527" y="1067690"/>
                  </a:cubicBezTo>
                  <a:lnTo>
                    <a:pt x="1517733" y="1067690"/>
                  </a:lnTo>
                  <a:lnTo>
                    <a:pt x="1517733" y="445517"/>
                  </a:lnTo>
                  <a:cubicBezTo>
                    <a:pt x="1519571" y="146911"/>
                    <a:pt x="1372645" y="3669"/>
                    <a:pt x="1069062" y="3669"/>
                  </a:cubicBezTo>
                  <a:cubicBezTo>
                    <a:pt x="930028" y="3669"/>
                    <a:pt x="829973" y="30387"/>
                    <a:pt x="760699" y="85897"/>
                  </a:cubicBezTo>
                  <a:cubicBezTo>
                    <a:pt x="691502" y="28553"/>
                    <a:pt x="591847" y="0"/>
                    <a:pt x="452737" y="0"/>
                  </a:cubicBezTo>
                  <a:cubicBezTo>
                    <a:pt x="148992" y="0"/>
                    <a:pt x="0" y="143242"/>
                    <a:pt x="0" y="441449"/>
                  </a:cubicBezTo>
                  <a:lnTo>
                    <a:pt x="0" y="1063784"/>
                  </a:lnTo>
                  <a:lnTo>
                    <a:pt x="264509" y="1063784"/>
                  </a:lnTo>
                  <a:lnTo>
                    <a:pt x="264509" y="387375"/>
                  </a:lnTo>
                  <a:cubicBezTo>
                    <a:pt x="266747" y="277471"/>
                    <a:pt x="327890" y="223396"/>
                    <a:pt x="448672" y="2233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g12709bdffa8_0_2891"/>
            <p:cNvSpPr/>
            <p:nvPr/>
          </p:nvSpPr>
          <p:spPr>
            <a:xfrm>
              <a:off x="3018422" y="4817769"/>
              <a:ext cx="880929" cy="1069283"/>
            </a:xfrm>
            <a:custGeom>
              <a:rect b="b" l="l" r="r" t="t"/>
              <a:pathLst>
                <a:path extrusionOk="0" h="1069283" w="880929">
                  <a:moveTo>
                    <a:pt x="450909" y="203059"/>
                  </a:moveTo>
                  <a:cubicBezTo>
                    <a:pt x="567140" y="203059"/>
                    <a:pt x="626293" y="232648"/>
                    <a:pt x="632672" y="291907"/>
                  </a:cubicBezTo>
                  <a:cubicBezTo>
                    <a:pt x="632672" y="349012"/>
                    <a:pt x="571443" y="382510"/>
                    <a:pt x="450909" y="396308"/>
                  </a:cubicBezTo>
                  <a:cubicBezTo>
                    <a:pt x="176822" y="421989"/>
                    <a:pt x="5503" y="489301"/>
                    <a:pt x="0" y="739732"/>
                  </a:cubicBezTo>
                  <a:cubicBezTo>
                    <a:pt x="0" y="970552"/>
                    <a:pt x="163912" y="1086833"/>
                    <a:pt x="421566" y="1067135"/>
                  </a:cubicBezTo>
                  <a:cubicBezTo>
                    <a:pt x="714466" y="1047438"/>
                    <a:pt x="880929" y="919183"/>
                    <a:pt x="880929" y="631186"/>
                  </a:cubicBezTo>
                  <a:lnTo>
                    <a:pt x="880929" y="276035"/>
                  </a:lnTo>
                  <a:cubicBezTo>
                    <a:pt x="875188" y="89406"/>
                    <a:pt x="735279" y="0"/>
                    <a:pt x="438475" y="0"/>
                  </a:cubicBezTo>
                  <a:cubicBezTo>
                    <a:pt x="188228" y="0"/>
                    <a:pt x="59639" y="89406"/>
                    <a:pt x="29819" y="276035"/>
                  </a:cubicBezTo>
                  <a:lnTo>
                    <a:pt x="282056" y="276035"/>
                  </a:lnTo>
                  <a:cubicBezTo>
                    <a:pt x="296804" y="226746"/>
                    <a:pt x="351730" y="203059"/>
                    <a:pt x="450909" y="203059"/>
                  </a:cubicBezTo>
                  <a:close/>
                  <a:moveTo>
                    <a:pt x="385615" y="854023"/>
                  </a:moveTo>
                  <a:cubicBezTo>
                    <a:pt x="296804" y="854023"/>
                    <a:pt x="250409" y="814551"/>
                    <a:pt x="244030" y="731760"/>
                  </a:cubicBezTo>
                  <a:cubicBezTo>
                    <a:pt x="244030" y="654874"/>
                    <a:pt x="300955" y="605582"/>
                    <a:pt x="412959" y="585808"/>
                  </a:cubicBezTo>
                  <a:cubicBezTo>
                    <a:pt x="495314" y="570016"/>
                    <a:pt x="571529" y="548404"/>
                    <a:pt x="636899" y="522724"/>
                  </a:cubicBezTo>
                  <a:lnTo>
                    <a:pt x="636899" y="619308"/>
                  </a:lnTo>
                  <a:cubicBezTo>
                    <a:pt x="636814" y="767250"/>
                    <a:pt x="541872" y="854023"/>
                    <a:pt x="385615" y="8540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g12709bdffa8_0_2891"/>
            <p:cNvSpPr/>
            <p:nvPr/>
          </p:nvSpPr>
          <p:spPr>
            <a:xfrm>
              <a:off x="5216460" y="4303183"/>
              <a:ext cx="408455" cy="1583837"/>
            </a:xfrm>
            <a:custGeom>
              <a:rect b="b" l="l" r="r" t="t"/>
              <a:pathLst>
                <a:path extrusionOk="0" h="1583837" w="408455">
                  <a:moveTo>
                    <a:pt x="244078" y="292465"/>
                  </a:moveTo>
                  <a:lnTo>
                    <a:pt x="244078" y="129683"/>
                  </a:lnTo>
                  <a:cubicBezTo>
                    <a:pt x="244078" y="62050"/>
                    <a:pt x="190904" y="0"/>
                    <a:pt x="126647" y="0"/>
                  </a:cubicBezTo>
                  <a:lnTo>
                    <a:pt x="48" y="0"/>
                  </a:lnTo>
                  <a:lnTo>
                    <a:pt x="48" y="1388707"/>
                  </a:lnTo>
                  <a:cubicBezTo>
                    <a:pt x="-1704" y="1505236"/>
                    <a:pt x="44215" y="1566253"/>
                    <a:pt x="139958" y="1576140"/>
                  </a:cubicBezTo>
                  <a:cubicBezTo>
                    <a:pt x="235938" y="1586027"/>
                    <a:pt x="325872" y="1586027"/>
                    <a:pt x="408456" y="1578216"/>
                  </a:cubicBezTo>
                  <a:lnTo>
                    <a:pt x="408456" y="1378820"/>
                  </a:lnTo>
                  <a:lnTo>
                    <a:pt x="329776" y="1378820"/>
                  </a:lnTo>
                  <a:cubicBezTo>
                    <a:pt x="269747" y="1378820"/>
                    <a:pt x="244078" y="1354017"/>
                    <a:pt x="244078" y="1308402"/>
                  </a:cubicBezTo>
                  <a:lnTo>
                    <a:pt x="244078" y="700816"/>
                  </a:lnTo>
                  <a:lnTo>
                    <a:pt x="244078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g12709bdffa8_0_2891"/>
            <p:cNvSpPr/>
            <p:nvPr/>
          </p:nvSpPr>
          <p:spPr>
            <a:xfrm>
              <a:off x="5647957" y="4819443"/>
              <a:ext cx="942548" cy="1081815"/>
            </a:xfrm>
            <a:custGeom>
              <a:rect b="b" l="l" r="r" t="t"/>
              <a:pathLst>
                <a:path extrusionOk="0" h="1081815" w="942548">
                  <a:moveTo>
                    <a:pt x="474350" y="223396"/>
                  </a:moveTo>
                  <a:cubicBezTo>
                    <a:pt x="610108" y="223396"/>
                    <a:pt x="677954" y="326920"/>
                    <a:pt x="677954" y="535718"/>
                  </a:cubicBezTo>
                  <a:cubicBezTo>
                    <a:pt x="676040" y="748907"/>
                    <a:pt x="608042" y="858416"/>
                    <a:pt x="472274" y="858416"/>
                  </a:cubicBezTo>
                  <a:cubicBezTo>
                    <a:pt x="336507" y="858416"/>
                    <a:pt x="266432" y="752822"/>
                    <a:pt x="264595" y="544015"/>
                  </a:cubicBezTo>
                  <a:cubicBezTo>
                    <a:pt x="264681" y="330908"/>
                    <a:pt x="334431" y="223396"/>
                    <a:pt x="474350" y="223396"/>
                  </a:cubicBezTo>
                  <a:close/>
                  <a:moveTo>
                    <a:pt x="474350" y="0"/>
                  </a:moveTo>
                  <a:cubicBezTo>
                    <a:pt x="156733" y="0"/>
                    <a:pt x="0" y="173868"/>
                    <a:pt x="0" y="544015"/>
                  </a:cubicBezTo>
                  <a:cubicBezTo>
                    <a:pt x="0" y="908984"/>
                    <a:pt x="156733" y="1081815"/>
                    <a:pt x="474350" y="1081815"/>
                  </a:cubicBezTo>
                  <a:cubicBezTo>
                    <a:pt x="788206" y="1081815"/>
                    <a:pt x="942549" y="908898"/>
                    <a:pt x="942549" y="544015"/>
                  </a:cubicBezTo>
                  <a:cubicBezTo>
                    <a:pt x="942549" y="173947"/>
                    <a:pt x="788206" y="0"/>
                    <a:pt x="474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g12709bdffa8_0_2891"/>
            <p:cNvSpPr/>
            <p:nvPr/>
          </p:nvSpPr>
          <p:spPr>
            <a:xfrm>
              <a:off x="6716152" y="4817830"/>
              <a:ext cx="963113" cy="1497041"/>
            </a:xfrm>
            <a:custGeom>
              <a:rect b="b" l="l" r="r" t="t"/>
              <a:pathLst>
                <a:path extrusionOk="0" h="1497041" w="963113">
                  <a:moveTo>
                    <a:pt x="414073" y="1083504"/>
                  </a:moveTo>
                  <a:cubicBezTo>
                    <a:pt x="547365" y="1083504"/>
                    <a:pt x="650524" y="1033974"/>
                    <a:pt x="719084" y="934438"/>
                  </a:cubicBezTo>
                  <a:lnTo>
                    <a:pt x="719084" y="1037641"/>
                  </a:lnTo>
                  <a:cubicBezTo>
                    <a:pt x="719084" y="1206805"/>
                    <a:pt x="646382" y="1293978"/>
                    <a:pt x="505036" y="1293978"/>
                  </a:cubicBezTo>
                  <a:cubicBezTo>
                    <a:pt x="393898" y="1293978"/>
                    <a:pt x="331156" y="1255697"/>
                    <a:pt x="313142" y="1174983"/>
                  </a:cubicBezTo>
                  <a:lnTo>
                    <a:pt x="27183" y="1174983"/>
                  </a:lnTo>
                  <a:cubicBezTo>
                    <a:pt x="86973" y="1395505"/>
                    <a:pt x="233585" y="1497042"/>
                    <a:pt x="474578" y="1497042"/>
                  </a:cubicBezTo>
                  <a:cubicBezTo>
                    <a:pt x="807733" y="1491536"/>
                    <a:pt x="963114" y="1370226"/>
                    <a:pt x="963114" y="1100649"/>
                  </a:cubicBezTo>
                  <a:lnTo>
                    <a:pt x="963114" y="465398"/>
                  </a:lnTo>
                  <a:cubicBezTo>
                    <a:pt x="963114" y="140866"/>
                    <a:pt x="809732" y="-1817"/>
                    <a:pt x="484861" y="17"/>
                  </a:cubicBezTo>
                  <a:cubicBezTo>
                    <a:pt x="158485" y="5601"/>
                    <a:pt x="0" y="166548"/>
                    <a:pt x="0" y="530559"/>
                  </a:cubicBezTo>
                  <a:cubicBezTo>
                    <a:pt x="76" y="907720"/>
                    <a:pt x="135283" y="1083504"/>
                    <a:pt x="414073" y="1083504"/>
                  </a:cubicBezTo>
                  <a:close/>
                  <a:moveTo>
                    <a:pt x="488850" y="860105"/>
                  </a:moveTo>
                  <a:cubicBezTo>
                    <a:pt x="343437" y="860105"/>
                    <a:pt x="270650" y="753073"/>
                    <a:pt x="264671" y="538846"/>
                  </a:cubicBezTo>
                  <a:cubicBezTo>
                    <a:pt x="264671" y="314177"/>
                    <a:pt x="339448" y="202997"/>
                    <a:pt x="492915" y="202997"/>
                  </a:cubicBezTo>
                  <a:cubicBezTo>
                    <a:pt x="646382" y="202997"/>
                    <a:pt x="720922" y="314177"/>
                    <a:pt x="719084" y="538846"/>
                  </a:cubicBezTo>
                  <a:cubicBezTo>
                    <a:pt x="711115" y="753073"/>
                    <a:pt x="634263" y="860105"/>
                    <a:pt x="488850" y="8601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g12709bdffa8_0_2891"/>
            <p:cNvSpPr/>
            <p:nvPr/>
          </p:nvSpPr>
          <p:spPr>
            <a:xfrm>
              <a:off x="4661889" y="4843290"/>
              <a:ext cx="419889" cy="1039937"/>
            </a:xfrm>
            <a:custGeom>
              <a:rect b="b" l="l" r="r" t="t"/>
              <a:pathLst>
                <a:path extrusionOk="0" h="1039937" w="419889">
                  <a:moveTo>
                    <a:pt x="0" y="1039938"/>
                  </a:moveTo>
                  <a:lnTo>
                    <a:pt x="264595" y="1039938"/>
                  </a:lnTo>
                  <a:lnTo>
                    <a:pt x="264595" y="492412"/>
                  </a:lnTo>
                  <a:cubicBezTo>
                    <a:pt x="264595" y="363368"/>
                    <a:pt x="316331" y="20497"/>
                    <a:pt x="419890" y="0"/>
                  </a:cubicBezTo>
                  <a:cubicBezTo>
                    <a:pt x="146841" y="33737"/>
                    <a:pt x="6931" y="198992"/>
                    <a:pt x="0" y="496403"/>
                  </a:cubicBezTo>
                  <a:lnTo>
                    <a:pt x="0" y="10399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g12709bdffa8_0_2891"/>
            <p:cNvSpPr/>
            <p:nvPr/>
          </p:nvSpPr>
          <p:spPr>
            <a:xfrm>
              <a:off x="4661889" y="4488137"/>
              <a:ext cx="244020" cy="471437"/>
            </a:xfrm>
            <a:custGeom>
              <a:rect b="b" l="l" r="r" t="t"/>
              <a:pathLst>
                <a:path extrusionOk="0" h="471437" w="244020">
                  <a:moveTo>
                    <a:pt x="244020" y="292465"/>
                  </a:moveTo>
                  <a:lnTo>
                    <a:pt x="244020" y="129683"/>
                  </a:lnTo>
                  <a:cubicBezTo>
                    <a:pt x="244020" y="62050"/>
                    <a:pt x="190846" y="0"/>
                    <a:pt x="126513" y="0"/>
                  </a:cubicBezTo>
                  <a:lnTo>
                    <a:pt x="0" y="0"/>
                  </a:lnTo>
                  <a:lnTo>
                    <a:pt x="152" y="471438"/>
                  </a:lnTo>
                  <a:lnTo>
                    <a:pt x="244020" y="471438"/>
                  </a:lnTo>
                  <a:lnTo>
                    <a:pt x="244020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g12709bdffa8_0_2891"/>
            <p:cNvSpPr/>
            <p:nvPr/>
          </p:nvSpPr>
          <p:spPr>
            <a:xfrm>
              <a:off x="4025065" y="4842652"/>
              <a:ext cx="522658" cy="1040575"/>
            </a:xfrm>
            <a:custGeom>
              <a:rect b="b" l="l" r="r" t="t"/>
              <a:pathLst>
                <a:path extrusionOk="0" h="1040575" w="522658">
                  <a:moveTo>
                    <a:pt x="0" y="1040576"/>
                  </a:moveTo>
                  <a:lnTo>
                    <a:pt x="264604" y="1040576"/>
                  </a:lnTo>
                  <a:lnTo>
                    <a:pt x="264604" y="493050"/>
                  </a:lnTo>
                  <a:cubicBezTo>
                    <a:pt x="264604" y="339762"/>
                    <a:pt x="337544" y="262078"/>
                    <a:pt x="483356" y="262078"/>
                  </a:cubicBezTo>
                  <a:lnTo>
                    <a:pt x="522658" y="262078"/>
                  </a:lnTo>
                  <a:lnTo>
                    <a:pt x="522658" y="0"/>
                  </a:lnTo>
                  <a:cubicBezTo>
                    <a:pt x="214534" y="21774"/>
                    <a:pt x="7417" y="184795"/>
                    <a:pt x="86" y="496955"/>
                  </a:cubicBezTo>
                  <a:lnTo>
                    <a:pt x="86" y="1040576"/>
                  </a:lnTo>
                  <a:lnTo>
                    <a:pt x="0" y="10405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g12709bdffa8_0_2891"/>
            <p:cNvSpPr/>
            <p:nvPr/>
          </p:nvSpPr>
          <p:spPr>
            <a:xfrm>
              <a:off x="356946" y="6029112"/>
              <a:ext cx="1060969" cy="277368"/>
            </a:xfrm>
            <a:custGeom>
              <a:rect b="b" l="l" r="r" t="t"/>
              <a:pathLst>
                <a:path extrusionOk="0" h="277368" w="1060969">
                  <a:moveTo>
                    <a:pt x="101302" y="277368"/>
                  </a:moveTo>
                  <a:cubicBezTo>
                    <a:pt x="87338" y="277368"/>
                    <a:pt x="74263" y="276225"/>
                    <a:pt x="62076" y="273939"/>
                  </a:cubicBezTo>
                  <a:cubicBezTo>
                    <a:pt x="49889" y="271396"/>
                    <a:pt x="38591" y="267586"/>
                    <a:pt x="28182" y="262509"/>
                  </a:cubicBezTo>
                  <a:cubicBezTo>
                    <a:pt x="17772" y="257175"/>
                    <a:pt x="8378" y="250698"/>
                    <a:pt x="0" y="243078"/>
                  </a:cubicBezTo>
                  <a:lnTo>
                    <a:pt x="11806" y="219075"/>
                  </a:lnTo>
                  <a:cubicBezTo>
                    <a:pt x="25516" y="230505"/>
                    <a:pt x="39226" y="238630"/>
                    <a:pt x="52936" y="243459"/>
                  </a:cubicBezTo>
                  <a:cubicBezTo>
                    <a:pt x="66900" y="248288"/>
                    <a:pt x="83149" y="250698"/>
                    <a:pt x="101683" y="250698"/>
                  </a:cubicBezTo>
                  <a:cubicBezTo>
                    <a:pt x="123264" y="250698"/>
                    <a:pt x="140021" y="246507"/>
                    <a:pt x="151953" y="238125"/>
                  </a:cubicBezTo>
                  <a:cubicBezTo>
                    <a:pt x="163886" y="229486"/>
                    <a:pt x="169853" y="217427"/>
                    <a:pt x="169853" y="201930"/>
                  </a:cubicBezTo>
                  <a:cubicBezTo>
                    <a:pt x="169853" y="192529"/>
                    <a:pt x="166806" y="185042"/>
                    <a:pt x="160712" y="179451"/>
                  </a:cubicBezTo>
                  <a:cubicBezTo>
                    <a:pt x="154873" y="173612"/>
                    <a:pt x="146748" y="169040"/>
                    <a:pt x="136339" y="165735"/>
                  </a:cubicBezTo>
                  <a:cubicBezTo>
                    <a:pt x="126183" y="162182"/>
                    <a:pt x="114631" y="158877"/>
                    <a:pt x="101683" y="155829"/>
                  </a:cubicBezTo>
                  <a:cubicBezTo>
                    <a:pt x="88735" y="153038"/>
                    <a:pt x="76421" y="149857"/>
                    <a:pt x="64742" y="146304"/>
                  </a:cubicBezTo>
                  <a:cubicBezTo>
                    <a:pt x="53063" y="142494"/>
                    <a:pt x="42654" y="137798"/>
                    <a:pt x="33514" y="132207"/>
                  </a:cubicBezTo>
                  <a:cubicBezTo>
                    <a:pt x="24627" y="126616"/>
                    <a:pt x="17645" y="119510"/>
                    <a:pt x="12568" y="110871"/>
                  </a:cubicBezTo>
                  <a:cubicBezTo>
                    <a:pt x="7490" y="102232"/>
                    <a:pt x="4951" y="91440"/>
                    <a:pt x="4951" y="78486"/>
                  </a:cubicBezTo>
                  <a:cubicBezTo>
                    <a:pt x="4951" y="62989"/>
                    <a:pt x="9013" y="49406"/>
                    <a:pt x="17138" y="37719"/>
                  </a:cubicBezTo>
                  <a:cubicBezTo>
                    <a:pt x="25262" y="25784"/>
                    <a:pt x="36687" y="16507"/>
                    <a:pt x="51413" y="9906"/>
                  </a:cubicBezTo>
                  <a:cubicBezTo>
                    <a:pt x="66138" y="3305"/>
                    <a:pt x="83530" y="0"/>
                    <a:pt x="103587" y="0"/>
                  </a:cubicBezTo>
                  <a:cubicBezTo>
                    <a:pt x="116028" y="0"/>
                    <a:pt x="127961" y="1400"/>
                    <a:pt x="139386" y="4191"/>
                  </a:cubicBezTo>
                  <a:cubicBezTo>
                    <a:pt x="150811" y="6734"/>
                    <a:pt x="161348" y="10544"/>
                    <a:pt x="170995" y="15621"/>
                  </a:cubicBezTo>
                  <a:cubicBezTo>
                    <a:pt x="180897" y="20698"/>
                    <a:pt x="189656" y="26927"/>
                    <a:pt x="197273" y="34290"/>
                  </a:cubicBezTo>
                  <a:lnTo>
                    <a:pt x="185086" y="58293"/>
                  </a:lnTo>
                  <a:cubicBezTo>
                    <a:pt x="172645" y="47368"/>
                    <a:pt x="159824" y="39367"/>
                    <a:pt x="146622" y="34290"/>
                  </a:cubicBezTo>
                  <a:cubicBezTo>
                    <a:pt x="133419" y="29213"/>
                    <a:pt x="119075" y="26670"/>
                    <a:pt x="103587" y="26670"/>
                  </a:cubicBezTo>
                  <a:cubicBezTo>
                    <a:pt x="82515" y="26670"/>
                    <a:pt x="66011" y="31118"/>
                    <a:pt x="54079" y="40005"/>
                  </a:cubicBezTo>
                  <a:cubicBezTo>
                    <a:pt x="42146" y="48892"/>
                    <a:pt x="36179" y="61341"/>
                    <a:pt x="36179" y="77343"/>
                  </a:cubicBezTo>
                  <a:cubicBezTo>
                    <a:pt x="36179" y="87249"/>
                    <a:pt x="38845" y="95250"/>
                    <a:pt x="44177" y="101346"/>
                  </a:cubicBezTo>
                  <a:cubicBezTo>
                    <a:pt x="49509" y="107442"/>
                    <a:pt x="56998" y="112395"/>
                    <a:pt x="66646" y="116205"/>
                  </a:cubicBezTo>
                  <a:cubicBezTo>
                    <a:pt x="76294" y="119758"/>
                    <a:pt x="87338" y="123063"/>
                    <a:pt x="99779" y="126111"/>
                  </a:cubicBezTo>
                  <a:cubicBezTo>
                    <a:pt x="112981" y="129159"/>
                    <a:pt x="125676" y="132464"/>
                    <a:pt x="137862" y="136017"/>
                  </a:cubicBezTo>
                  <a:cubicBezTo>
                    <a:pt x="150049" y="139570"/>
                    <a:pt x="160839" y="144018"/>
                    <a:pt x="170233" y="149352"/>
                  </a:cubicBezTo>
                  <a:cubicBezTo>
                    <a:pt x="179881" y="154429"/>
                    <a:pt x="187498" y="161163"/>
                    <a:pt x="193084" y="169545"/>
                  </a:cubicBezTo>
                  <a:cubicBezTo>
                    <a:pt x="198669" y="177670"/>
                    <a:pt x="201462" y="188090"/>
                    <a:pt x="201462" y="200787"/>
                  </a:cubicBezTo>
                  <a:cubicBezTo>
                    <a:pt x="201462" y="216284"/>
                    <a:pt x="197399" y="229743"/>
                    <a:pt x="189275" y="241173"/>
                  </a:cubicBezTo>
                  <a:cubicBezTo>
                    <a:pt x="181151" y="252603"/>
                    <a:pt x="169598" y="261490"/>
                    <a:pt x="154619" y="267843"/>
                  </a:cubicBezTo>
                  <a:cubicBezTo>
                    <a:pt x="139640" y="274196"/>
                    <a:pt x="121867" y="277368"/>
                    <a:pt x="101302" y="277368"/>
                  </a:cubicBezTo>
                  <a:close/>
                  <a:moveTo>
                    <a:pt x="248704" y="274320"/>
                  </a:moveTo>
                  <a:lnTo>
                    <a:pt x="248704" y="136398"/>
                  </a:lnTo>
                  <a:cubicBezTo>
                    <a:pt x="248704" y="127511"/>
                    <a:pt x="248449" y="118615"/>
                    <a:pt x="247942" y="109728"/>
                  </a:cubicBezTo>
                  <a:cubicBezTo>
                    <a:pt x="247688" y="100584"/>
                    <a:pt x="246926" y="91564"/>
                    <a:pt x="245657" y="82677"/>
                  </a:cubicBezTo>
                  <a:lnTo>
                    <a:pt x="274981" y="82677"/>
                  </a:lnTo>
                  <a:lnTo>
                    <a:pt x="278409" y="122301"/>
                  </a:lnTo>
                  <a:lnTo>
                    <a:pt x="274600" y="124968"/>
                  </a:lnTo>
                  <a:cubicBezTo>
                    <a:pt x="279170" y="109985"/>
                    <a:pt x="287040" y="98422"/>
                    <a:pt x="298212" y="90297"/>
                  </a:cubicBezTo>
                  <a:cubicBezTo>
                    <a:pt x="309637" y="82172"/>
                    <a:pt x="323093" y="78105"/>
                    <a:pt x="338581" y="78105"/>
                  </a:cubicBezTo>
                  <a:cubicBezTo>
                    <a:pt x="357114" y="78105"/>
                    <a:pt x="371459" y="82677"/>
                    <a:pt x="381615" y="91821"/>
                  </a:cubicBezTo>
                  <a:cubicBezTo>
                    <a:pt x="392024" y="100965"/>
                    <a:pt x="398625" y="114938"/>
                    <a:pt x="401419" y="133731"/>
                  </a:cubicBezTo>
                  <a:lnTo>
                    <a:pt x="392278" y="128778"/>
                  </a:lnTo>
                  <a:cubicBezTo>
                    <a:pt x="396340" y="113281"/>
                    <a:pt x="404465" y="100965"/>
                    <a:pt x="416652" y="91821"/>
                  </a:cubicBezTo>
                  <a:cubicBezTo>
                    <a:pt x="429092" y="82677"/>
                    <a:pt x="443944" y="78105"/>
                    <a:pt x="461210" y="78105"/>
                  </a:cubicBezTo>
                  <a:cubicBezTo>
                    <a:pt x="482282" y="78105"/>
                    <a:pt x="498151" y="84458"/>
                    <a:pt x="508814" y="97155"/>
                  </a:cubicBezTo>
                  <a:cubicBezTo>
                    <a:pt x="519477" y="109604"/>
                    <a:pt x="524809" y="128521"/>
                    <a:pt x="524809" y="153924"/>
                  </a:cubicBezTo>
                  <a:lnTo>
                    <a:pt x="524809" y="274320"/>
                  </a:lnTo>
                  <a:lnTo>
                    <a:pt x="493961" y="274320"/>
                  </a:lnTo>
                  <a:lnTo>
                    <a:pt x="493961" y="155448"/>
                  </a:lnTo>
                  <a:cubicBezTo>
                    <a:pt x="493961" y="137665"/>
                    <a:pt x="490787" y="124711"/>
                    <a:pt x="484441" y="116586"/>
                  </a:cubicBezTo>
                  <a:cubicBezTo>
                    <a:pt x="478093" y="108204"/>
                    <a:pt x="468065" y="104013"/>
                    <a:pt x="454355" y="104013"/>
                  </a:cubicBezTo>
                  <a:cubicBezTo>
                    <a:pt x="438360" y="104013"/>
                    <a:pt x="425664" y="109471"/>
                    <a:pt x="416271" y="120396"/>
                  </a:cubicBezTo>
                  <a:cubicBezTo>
                    <a:pt x="407131" y="131321"/>
                    <a:pt x="402561" y="146180"/>
                    <a:pt x="402561" y="164973"/>
                  </a:cubicBezTo>
                  <a:lnTo>
                    <a:pt x="402561" y="274320"/>
                  </a:lnTo>
                  <a:lnTo>
                    <a:pt x="371713" y="274320"/>
                  </a:lnTo>
                  <a:lnTo>
                    <a:pt x="371713" y="155448"/>
                  </a:lnTo>
                  <a:cubicBezTo>
                    <a:pt x="371713" y="137665"/>
                    <a:pt x="368412" y="124711"/>
                    <a:pt x="361812" y="116586"/>
                  </a:cubicBezTo>
                  <a:cubicBezTo>
                    <a:pt x="355464" y="108204"/>
                    <a:pt x="345436" y="104013"/>
                    <a:pt x="331726" y="104013"/>
                  </a:cubicBezTo>
                  <a:cubicBezTo>
                    <a:pt x="315476" y="104013"/>
                    <a:pt x="302655" y="109471"/>
                    <a:pt x="293261" y="120396"/>
                  </a:cubicBezTo>
                  <a:cubicBezTo>
                    <a:pt x="284121" y="131321"/>
                    <a:pt x="279551" y="146180"/>
                    <a:pt x="279551" y="164973"/>
                  </a:cubicBezTo>
                  <a:lnTo>
                    <a:pt x="279551" y="274320"/>
                  </a:lnTo>
                  <a:lnTo>
                    <a:pt x="248704" y="274320"/>
                  </a:lnTo>
                  <a:close/>
                  <a:moveTo>
                    <a:pt x="656923" y="276987"/>
                  </a:moveTo>
                  <a:cubicBezTo>
                    <a:pt x="639913" y="276987"/>
                    <a:pt x="624933" y="273053"/>
                    <a:pt x="611984" y="265176"/>
                  </a:cubicBezTo>
                  <a:cubicBezTo>
                    <a:pt x="599290" y="257051"/>
                    <a:pt x="589388" y="245621"/>
                    <a:pt x="582279" y="230886"/>
                  </a:cubicBezTo>
                  <a:cubicBezTo>
                    <a:pt x="575424" y="215903"/>
                    <a:pt x="571997" y="198377"/>
                    <a:pt x="571997" y="178308"/>
                  </a:cubicBezTo>
                  <a:cubicBezTo>
                    <a:pt x="571997" y="158239"/>
                    <a:pt x="575552" y="140713"/>
                    <a:pt x="582660" y="125730"/>
                  </a:cubicBezTo>
                  <a:cubicBezTo>
                    <a:pt x="589769" y="110747"/>
                    <a:pt x="599671" y="99060"/>
                    <a:pt x="612365" y="90678"/>
                  </a:cubicBezTo>
                  <a:cubicBezTo>
                    <a:pt x="625313" y="82296"/>
                    <a:pt x="640166" y="78105"/>
                    <a:pt x="656923" y="78105"/>
                  </a:cubicBezTo>
                  <a:cubicBezTo>
                    <a:pt x="674441" y="78105"/>
                    <a:pt x="689294" y="82420"/>
                    <a:pt x="701481" y="91059"/>
                  </a:cubicBezTo>
                  <a:cubicBezTo>
                    <a:pt x="713667" y="99698"/>
                    <a:pt x="721919" y="112014"/>
                    <a:pt x="726235" y="128016"/>
                  </a:cubicBezTo>
                  <a:lnTo>
                    <a:pt x="721665" y="131064"/>
                  </a:lnTo>
                  <a:lnTo>
                    <a:pt x="721665" y="82677"/>
                  </a:lnTo>
                  <a:lnTo>
                    <a:pt x="752132" y="82677"/>
                  </a:lnTo>
                  <a:lnTo>
                    <a:pt x="752132" y="274320"/>
                  </a:lnTo>
                  <a:lnTo>
                    <a:pt x="721665" y="274320"/>
                  </a:lnTo>
                  <a:lnTo>
                    <a:pt x="721665" y="224790"/>
                  </a:lnTo>
                  <a:lnTo>
                    <a:pt x="726235" y="227076"/>
                  </a:lnTo>
                  <a:cubicBezTo>
                    <a:pt x="721919" y="243078"/>
                    <a:pt x="713667" y="255394"/>
                    <a:pt x="701481" y="264033"/>
                  </a:cubicBezTo>
                  <a:cubicBezTo>
                    <a:pt x="689294" y="272672"/>
                    <a:pt x="674441" y="276987"/>
                    <a:pt x="656923" y="276987"/>
                  </a:cubicBezTo>
                  <a:close/>
                  <a:moveTo>
                    <a:pt x="663016" y="251460"/>
                  </a:moveTo>
                  <a:cubicBezTo>
                    <a:pt x="681805" y="251460"/>
                    <a:pt x="696276" y="245107"/>
                    <a:pt x="706431" y="232410"/>
                  </a:cubicBezTo>
                  <a:cubicBezTo>
                    <a:pt x="716587" y="219456"/>
                    <a:pt x="721665" y="201168"/>
                    <a:pt x="721665" y="177546"/>
                  </a:cubicBezTo>
                  <a:cubicBezTo>
                    <a:pt x="721665" y="153924"/>
                    <a:pt x="716461" y="135760"/>
                    <a:pt x="706051" y="123063"/>
                  </a:cubicBezTo>
                  <a:cubicBezTo>
                    <a:pt x="695896" y="110366"/>
                    <a:pt x="681550" y="104013"/>
                    <a:pt x="663016" y="104013"/>
                  </a:cubicBezTo>
                  <a:cubicBezTo>
                    <a:pt x="644229" y="104013"/>
                    <a:pt x="629503" y="110614"/>
                    <a:pt x="618839" y="123825"/>
                  </a:cubicBezTo>
                  <a:cubicBezTo>
                    <a:pt x="608430" y="136779"/>
                    <a:pt x="603225" y="154943"/>
                    <a:pt x="603225" y="178308"/>
                  </a:cubicBezTo>
                  <a:cubicBezTo>
                    <a:pt x="603225" y="201673"/>
                    <a:pt x="608430" y="219713"/>
                    <a:pt x="618839" y="232410"/>
                  </a:cubicBezTo>
                  <a:cubicBezTo>
                    <a:pt x="629503" y="245107"/>
                    <a:pt x="644229" y="251460"/>
                    <a:pt x="663016" y="251460"/>
                  </a:cubicBezTo>
                  <a:close/>
                  <a:moveTo>
                    <a:pt x="811774" y="274320"/>
                  </a:moveTo>
                  <a:lnTo>
                    <a:pt x="811774" y="136398"/>
                  </a:lnTo>
                  <a:cubicBezTo>
                    <a:pt x="811774" y="127511"/>
                    <a:pt x="811520" y="118615"/>
                    <a:pt x="811013" y="109728"/>
                  </a:cubicBezTo>
                  <a:cubicBezTo>
                    <a:pt x="810758" y="100584"/>
                    <a:pt x="809997" y="91564"/>
                    <a:pt x="808728" y="82677"/>
                  </a:cubicBezTo>
                  <a:lnTo>
                    <a:pt x="838052" y="82677"/>
                  </a:lnTo>
                  <a:lnTo>
                    <a:pt x="842241" y="129921"/>
                  </a:lnTo>
                  <a:lnTo>
                    <a:pt x="838052" y="128778"/>
                  </a:lnTo>
                  <a:cubicBezTo>
                    <a:pt x="841606" y="112014"/>
                    <a:pt x="849223" y="99441"/>
                    <a:pt x="860902" y="91059"/>
                  </a:cubicBezTo>
                  <a:cubicBezTo>
                    <a:pt x="872835" y="82420"/>
                    <a:pt x="886164" y="78105"/>
                    <a:pt x="900890" y="78105"/>
                  </a:cubicBezTo>
                  <a:cubicBezTo>
                    <a:pt x="904191" y="78105"/>
                    <a:pt x="907237" y="78362"/>
                    <a:pt x="910030" y="78867"/>
                  </a:cubicBezTo>
                  <a:cubicBezTo>
                    <a:pt x="913076" y="79124"/>
                    <a:pt x="915869" y="79629"/>
                    <a:pt x="918408" y="80391"/>
                  </a:cubicBezTo>
                  <a:lnTo>
                    <a:pt x="917646" y="108585"/>
                  </a:lnTo>
                  <a:cubicBezTo>
                    <a:pt x="911807" y="106556"/>
                    <a:pt x="905079" y="105537"/>
                    <a:pt x="897462" y="105537"/>
                  </a:cubicBezTo>
                  <a:cubicBezTo>
                    <a:pt x="884260" y="105537"/>
                    <a:pt x="873596" y="108461"/>
                    <a:pt x="865472" y="114300"/>
                  </a:cubicBezTo>
                  <a:cubicBezTo>
                    <a:pt x="857601" y="120139"/>
                    <a:pt x="851762" y="127635"/>
                    <a:pt x="847954" y="136779"/>
                  </a:cubicBezTo>
                  <a:cubicBezTo>
                    <a:pt x="844399" y="145666"/>
                    <a:pt x="842622" y="155067"/>
                    <a:pt x="842622" y="164973"/>
                  </a:cubicBezTo>
                  <a:lnTo>
                    <a:pt x="842622" y="274320"/>
                  </a:lnTo>
                  <a:lnTo>
                    <a:pt x="811774" y="274320"/>
                  </a:lnTo>
                  <a:close/>
                  <a:moveTo>
                    <a:pt x="937959" y="107061"/>
                  </a:moveTo>
                  <a:lnTo>
                    <a:pt x="937959" y="82677"/>
                  </a:lnTo>
                  <a:lnTo>
                    <a:pt x="1060969" y="82677"/>
                  </a:lnTo>
                  <a:lnTo>
                    <a:pt x="1060969" y="107061"/>
                  </a:lnTo>
                  <a:lnTo>
                    <a:pt x="937959" y="107061"/>
                  </a:lnTo>
                  <a:close/>
                  <a:moveTo>
                    <a:pt x="1060207" y="246888"/>
                  </a:moveTo>
                  <a:lnTo>
                    <a:pt x="1060207" y="273177"/>
                  </a:lnTo>
                  <a:cubicBezTo>
                    <a:pt x="1055894" y="274444"/>
                    <a:pt x="1051582" y="275339"/>
                    <a:pt x="1047259" y="275844"/>
                  </a:cubicBezTo>
                  <a:cubicBezTo>
                    <a:pt x="1043203" y="276606"/>
                    <a:pt x="1038633" y="276987"/>
                    <a:pt x="1033549" y="276987"/>
                  </a:cubicBezTo>
                  <a:cubicBezTo>
                    <a:pt x="1015783" y="276987"/>
                    <a:pt x="1001559" y="271910"/>
                    <a:pt x="990895" y="261747"/>
                  </a:cubicBezTo>
                  <a:cubicBezTo>
                    <a:pt x="980489" y="251584"/>
                    <a:pt x="975281" y="236344"/>
                    <a:pt x="975281" y="216027"/>
                  </a:cubicBezTo>
                  <a:lnTo>
                    <a:pt x="975281" y="33528"/>
                  </a:lnTo>
                  <a:lnTo>
                    <a:pt x="1006129" y="22479"/>
                  </a:lnTo>
                  <a:lnTo>
                    <a:pt x="1006129" y="211836"/>
                  </a:lnTo>
                  <a:cubicBezTo>
                    <a:pt x="1006129" y="221999"/>
                    <a:pt x="1007528" y="229867"/>
                    <a:pt x="1010318" y="235458"/>
                  </a:cubicBezTo>
                  <a:cubicBezTo>
                    <a:pt x="1013365" y="241049"/>
                    <a:pt x="1017430" y="244983"/>
                    <a:pt x="1022505" y="247269"/>
                  </a:cubicBezTo>
                  <a:cubicBezTo>
                    <a:pt x="1027589" y="249298"/>
                    <a:pt x="1033301" y="250317"/>
                    <a:pt x="1039642" y="250317"/>
                  </a:cubicBezTo>
                  <a:cubicBezTo>
                    <a:pt x="1043451" y="250317"/>
                    <a:pt x="1046878" y="250060"/>
                    <a:pt x="1049925" y="249555"/>
                  </a:cubicBezTo>
                  <a:cubicBezTo>
                    <a:pt x="1052972" y="249050"/>
                    <a:pt x="1056399" y="248155"/>
                    <a:pt x="1060207" y="2468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g12709bdffa8_0_2891"/>
            <p:cNvSpPr/>
            <p:nvPr/>
          </p:nvSpPr>
          <p:spPr>
            <a:xfrm>
              <a:off x="2533419" y="6030637"/>
              <a:ext cx="1481153" cy="357758"/>
            </a:xfrm>
            <a:custGeom>
              <a:rect b="b" l="l" r="r" t="t"/>
              <a:pathLst>
                <a:path extrusionOk="0" h="357758" w="1481153">
                  <a:moveTo>
                    <a:pt x="0" y="272796"/>
                  </a:moveTo>
                  <a:lnTo>
                    <a:pt x="0" y="1524"/>
                  </a:lnTo>
                  <a:lnTo>
                    <a:pt x="31228" y="1524"/>
                  </a:lnTo>
                  <a:lnTo>
                    <a:pt x="31228" y="246126"/>
                  </a:lnTo>
                  <a:lnTo>
                    <a:pt x="167187" y="246126"/>
                  </a:lnTo>
                  <a:lnTo>
                    <a:pt x="167187" y="272796"/>
                  </a:lnTo>
                  <a:lnTo>
                    <a:pt x="0" y="272796"/>
                  </a:lnTo>
                  <a:close/>
                  <a:moveTo>
                    <a:pt x="282561" y="275463"/>
                  </a:moveTo>
                  <a:cubicBezTo>
                    <a:pt x="264281" y="275463"/>
                    <a:pt x="248285" y="271396"/>
                    <a:pt x="234576" y="263271"/>
                  </a:cubicBezTo>
                  <a:cubicBezTo>
                    <a:pt x="221113" y="255146"/>
                    <a:pt x="210583" y="243716"/>
                    <a:pt x="202966" y="228981"/>
                  </a:cubicBezTo>
                  <a:cubicBezTo>
                    <a:pt x="195597" y="213998"/>
                    <a:pt x="191922" y="196339"/>
                    <a:pt x="191922" y="176022"/>
                  </a:cubicBezTo>
                  <a:cubicBezTo>
                    <a:pt x="191922" y="155953"/>
                    <a:pt x="195597" y="138427"/>
                    <a:pt x="202966" y="123444"/>
                  </a:cubicBezTo>
                  <a:cubicBezTo>
                    <a:pt x="210583" y="108461"/>
                    <a:pt x="221113" y="96898"/>
                    <a:pt x="234576" y="88773"/>
                  </a:cubicBezTo>
                  <a:cubicBezTo>
                    <a:pt x="248285" y="80648"/>
                    <a:pt x="264281" y="76581"/>
                    <a:pt x="282561" y="76581"/>
                  </a:cubicBezTo>
                  <a:cubicBezTo>
                    <a:pt x="300841" y="76581"/>
                    <a:pt x="316703" y="80648"/>
                    <a:pt x="330165" y="88773"/>
                  </a:cubicBezTo>
                  <a:cubicBezTo>
                    <a:pt x="343875" y="96898"/>
                    <a:pt x="354405" y="108461"/>
                    <a:pt x="361774" y="123444"/>
                  </a:cubicBezTo>
                  <a:cubicBezTo>
                    <a:pt x="369391" y="138427"/>
                    <a:pt x="373199" y="155953"/>
                    <a:pt x="373199" y="176022"/>
                  </a:cubicBezTo>
                  <a:cubicBezTo>
                    <a:pt x="373199" y="196339"/>
                    <a:pt x="369391" y="213998"/>
                    <a:pt x="361774" y="228981"/>
                  </a:cubicBezTo>
                  <a:cubicBezTo>
                    <a:pt x="354405" y="243716"/>
                    <a:pt x="343875" y="255146"/>
                    <a:pt x="330165" y="263271"/>
                  </a:cubicBezTo>
                  <a:cubicBezTo>
                    <a:pt x="316703" y="271396"/>
                    <a:pt x="300841" y="275463"/>
                    <a:pt x="282561" y="275463"/>
                  </a:cubicBezTo>
                  <a:close/>
                  <a:moveTo>
                    <a:pt x="282561" y="249936"/>
                  </a:moveTo>
                  <a:cubicBezTo>
                    <a:pt x="301345" y="249936"/>
                    <a:pt x="315817" y="243716"/>
                    <a:pt x="325976" y="231267"/>
                  </a:cubicBezTo>
                  <a:cubicBezTo>
                    <a:pt x="336382" y="218570"/>
                    <a:pt x="341590" y="200149"/>
                    <a:pt x="341590" y="176022"/>
                  </a:cubicBezTo>
                  <a:cubicBezTo>
                    <a:pt x="341590" y="152400"/>
                    <a:pt x="336382" y="134236"/>
                    <a:pt x="325976" y="121539"/>
                  </a:cubicBezTo>
                  <a:cubicBezTo>
                    <a:pt x="315560" y="108842"/>
                    <a:pt x="301088" y="102489"/>
                    <a:pt x="282561" y="102489"/>
                  </a:cubicBezTo>
                  <a:cubicBezTo>
                    <a:pt x="264024" y="102489"/>
                    <a:pt x="249428" y="108842"/>
                    <a:pt x="238765" y="121539"/>
                  </a:cubicBezTo>
                  <a:cubicBezTo>
                    <a:pt x="228349" y="134236"/>
                    <a:pt x="223150" y="152400"/>
                    <a:pt x="223150" y="176022"/>
                  </a:cubicBezTo>
                  <a:cubicBezTo>
                    <a:pt x="223150" y="200149"/>
                    <a:pt x="228225" y="218570"/>
                    <a:pt x="238384" y="231267"/>
                  </a:cubicBezTo>
                  <a:cubicBezTo>
                    <a:pt x="248790" y="243716"/>
                    <a:pt x="263519" y="249936"/>
                    <a:pt x="282561" y="249936"/>
                  </a:cubicBezTo>
                  <a:close/>
                  <a:moveTo>
                    <a:pt x="505445" y="357759"/>
                  </a:moveTo>
                  <a:cubicBezTo>
                    <a:pt x="476501" y="357759"/>
                    <a:pt x="451366" y="351158"/>
                    <a:pt x="430039" y="337947"/>
                  </a:cubicBezTo>
                  <a:lnTo>
                    <a:pt x="435371" y="312801"/>
                  </a:lnTo>
                  <a:cubicBezTo>
                    <a:pt x="447310" y="319659"/>
                    <a:pt x="458602" y="324612"/>
                    <a:pt x="469265" y="327660"/>
                  </a:cubicBezTo>
                  <a:cubicBezTo>
                    <a:pt x="479929" y="330708"/>
                    <a:pt x="491992" y="332232"/>
                    <a:pt x="505445" y="332232"/>
                  </a:cubicBezTo>
                  <a:cubicBezTo>
                    <a:pt x="523725" y="332232"/>
                    <a:pt x="537568" y="327279"/>
                    <a:pt x="546955" y="317373"/>
                  </a:cubicBezTo>
                  <a:cubicBezTo>
                    <a:pt x="556610" y="307724"/>
                    <a:pt x="561427" y="293246"/>
                    <a:pt x="561427" y="273939"/>
                  </a:cubicBezTo>
                  <a:lnTo>
                    <a:pt x="561427" y="222123"/>
                  </a:lnTo>
                  <a:lnTo>
                    <a:pt x="565617" y="217170"/>
                  </a:lnTo>
                  <a:cubicBezTo>
                    <a:pt x="562570" y="227333"/>
                    <a:pt x="557752" y="236220"/>
                    <a:pt x="551145" y="243840"/>
                  </a:cubicBezTo>
                  <a:cubicBezTo>
                    <a:pt x="544804" y="251203"/>
                    <a:pt x="536930" y="256918"/>
                    <a:pt x="527533" y="260985"/>
                  </a:cubicBezTo>
                  <a:cubicBezTo>
                    <a:pt x="518145" y="265052"/>
                    <a:pt x="507482" y="267081"/>
                    <a:pt x="495543" y="267081"/>
                  </a:cubicBezTo>
                  <a:cubicBezTo>
                    <a:pt x="478539" y="267081"/>
                    <a:pt x="463553" y="263147"/>
                    <a:pt x="450604" y="255270"/>
                  </a:cubicBezTo>
                  <a:cubicBezTo>
                    <a:pt x="437913" y="247145"/>
                    <a:pt x="427888" y="235963"/>
                    <a:pt x="420518" y="221742"/>
                  </a:cubicBezTo>
                  <a:cubicBezTo>
                    <a:pt x="413416" y="207521"/>
                    <a:pt x="409855" y="190881"/>
                    <a:pt x="409855" y="171831"/>
                  </a:cubicBezTo>
                  <a:cubicBezTo>
                    <a:pt x="409855" y="152781"/>
                    <a:pt x="413416" y="136141"/>
                    <a:pt x="420518" y="121920"/>
                  </a:cubicBezTo>
                  <a:cubicBezTo>
                    <a:pt x="427888" y="107699"/>
                    <a:pt x="437913" y="96650"/>
                    <a:pt x="450604" y="88773"/>
                  </a:cubicBezTo>
                  <a:cubicBezTo>
                    <a:pt x="463553" y="80648"/>
                    <a:pt x="478539" y="76581"/>
                    <a:pt x="495543" y="76581"/>
                  </a:cubicBezTo>
                  <a:cubicBezTo>
                    <a:pt x="513318" y="76581"/>
                    <a:pt x="528295" y="81029"/>
                    <a:pt x="540481" y="89916"/>
                  </a:cubicBezTo>
                  <a:cubicBezTo>
                    <a:pt x="552925" y="98555"/>
                    <a:pt x="561304" y="110747"/>
                    <a:pt x="565617" y="126492"/>
                  </a:cubicBezTo>
                  <a:lnTo>
                    <a:pt x="561047" y="122301"/>
                  </a:lnTo>
                  <a:lnTo>
                    <a:pt x="561047" y="81153"/>
                  </a:lnTo>
                  <a:lnTo>
                    <a:pt x="591894" y="81153"/>
                  </a:lnTo>
                  <a:lnTo>
                    <a:pt x="591894" y="271272"/>
                  </a:lnTo>
                  <a:cubicBezTo>
                    <a:pt x="591894" y="299971"/>
                    <a:pt x="584535" y="321564"/>
                    <a:pt x="569806" y="336042"/>
                  </a:cubicBezTo>
                  <a:cubicBezTo>
                    <a:pt x="555334" y="350520"/>
                    <a:pt x="533883" y="357759"/>
                    <a:pt x="505445" y="357759"/>
                  </a:cubicBezTo>
                  <a:close/>
                  <a:moveTo>
                    <a:pt x="501636" y="241173"/>
                  </a:moveTo>
                  <a:cubicBezTo>
                    <a:pt x="520173" y="241173"/>
                    <a:pt x="534645" y="235077"/>
                    <a:pt x="545051" y="222885"/>
                  </a:cubicBezTo>
                  <a:cubicBezTo>
                    <a:pt x="555715" y="210436"/>
                    <a:pt x="561047" y="193424"/>
                    <a:pt x="561047" y="171831"/>
                  </a:cubicBezTo>
                  <a:cubicBezTo>
                    <a:pt x="561047" y="150238"/>
                    <a:pt x="555715" y="133350"/>
                    <a:pt x="545051" y="121158"/>
                  </a:cubicBezTo>
                  <a:cubicBezTo>
                    <a:pt x="534645" y="108709"/>
                    <a:pt x="520173" y="102489"/>
                    <a:pt x="501636" y="102489"/>
                  </a:cubicBezTo>
                  <a:cubicBezTo>
                    <a:pt x="482851" y="102489"/>
                    <a:pt x="467999" y="108709"/>
                    <a:pt x="457079" y="121158"/>
                  </a:cubicBezTo>
                  <a:cubicBezTo>
                    <a:pt x="446415" y="133350"/>
                    <a:pt x="441083" y="150238"/>
                    <a:pt x="441083" y="171831"/>
                  </a:cubicBezTo>
                  <a:cubicBezTo>
                    <a:pt x="441083" y="193672"/>
                    <a:pt x="446415" y="210693"/>
                    <a:pt x="457079" y="222885"/>
                  </a:cubicBezTo>
                  <a:cubicBezTo>
                    <a:pt x="467999" y="235077"/>
                    <a:pt x="482851" y="241173"/>
                    <a:pt x="501636" y="241173"/>
                  </a:cubicBezTo>
                  <a:close/>
                  <a:moveTo>
                    <a:pt x="651124" y="272796"/>
                  </a:moveTo>
                  <a:lnTo>
                    <a:pt x="651124" y="81153"/>
                  </a:lnTo>
                  <a:lnTo>
                    <a:pt x="681971" y="81153"/>
                  </a:lnTo>
                  <a:lnTo>
                    <a:pt x="681971" y="272796"/>
                  </a:lnTo>
                  <a:lnTo>
                    <a:pt x="651124" y="272796"/>
                  </a:lnTo>
                  <a:close/>
                  <a:moveTo>
                    <a:pt x="648077" y="0"/>
                  </a:moveTo>
                  <a:lnTo>
                    <a:pt x="685780" y="0"/>
                  </a:lnTo>
                  <a:lnTo>
                    <a:pt x="685780" y="35052"/>
                  </a:lnTo>
                  <a:lnTo>
                    <a:pt x="648077" y="35052"/>
                  </a:lnTo>
                  <a:lnTo>
                    <a:pt x="648077" y="0"/>
                  </a:lnTo>
                  <a:close/>
                  <a:moveTo>
                    <a:pt x="806609" y="275463"/>
                  </a:moveTo>
                  <a:cubicBezTo>
                    <a:pt x="774371" y="275463"/>
                    <a:pt x="748856" y="267205"/>
                    <a:pt x="730061" y="250698"/>
                  </a:cubicBezTo>
                  <a:lnTo>
                    <a:pt x="740344" y="227838"/>
                  </a:lnTo>
                  <a:cubicBezTo>
                    <a:pt x="750502" y="235715"/>
                    <a:pt x="760909" y="241554"/>
                    <a:pt x="771572" y="245364"/>
                  </a:cubicBezTo>
                  <a:cubicBezTo>
                    <a:pt x="782493" y="248917"/>
                    <a:pt x="794556" y="250698"/>
                    <a:pt x="807751" y="250698"/>
                  </a:cubicBezTo>
                  <a:cubicBezTo>
                    <a:pt x="822223" y="250698"/>
                    <a:pt x="833144" y="248288"/>
                    <a:pt x="840503" y="243459"/>
                  </a:cubicBezTo>
                  <a:cubicBezTo>
                    <a:pt x="848120" y="238382"/>
                    <a:pt x="851929" y="231143"/>
                    <a:pt x="851929" y="221742"/>
                  </a:cubicBezTo>
                  <a:cubicBezTo>
                    <a:pt x="851929" y="214122"/>
                    <a:pt x="849396" y="208150"/>
                    <a:pt x="844312" y="203835"/>
                  </a:cubicBezTo>
                  <a:cubicBezTo>
                    <a:pt x="839237" y="199263"/>
                    <a:pt x="830859" y="195577"/>
                    <a:pt x="819177" y="192786"/>
                  </a:cubicBezTo>
                  <a:lnTo>
                    <a:pt x="786806" y="185166"/>
                  </a:lnTo>
                  <a:cubicBezTo>
                    <a:pt x="770811" y="181613"/>
                    <a:pt x="758376" y="175260"/>
                    <a:pt x="749484" y="166116"/>
                  </a:cubicBezTo>
                  <a:cubicBezTo>
                    <a:pt x="740858" y="156972"/>
                    <a:pt x="736535" y="146047"/>
                    <a:pt x="736535" y="133350"/>
                  </a:cubicBezTo>
                  <a:cubicBezTo>
                    <a:pt x="736535" y="122177"/>
                    <a:pt x="739582" y="112395"/>
                    <a:pt x="745675" y="104013"/>
                  </a:cubicBezTo>
                  <a:cubicBezTo>
                    <a:pt x="751769" y="95374"/>
                    <a:pt x="760280" y="88649"/>
                    <a:pt x="771191" y="83820"/>
                  </a:cubicBezTo>
                  <a:cubicBezTo>
                    <a:pt x="782112" y="78991"/>
                    <a:pt x="795060" y="76581"/>
                    <a:pt x="810037" y="76581"/>
                  </a:cubicBezTo>
                  <a:cubicBezTo>
                    <a:pt x="823499" y="76581"/>
                    <a:pt x="836190" y="78743"/>
                    <a:pt x="848120" y="83058"/>
                  </a:cubicBezTo>
                  <a:cubicBezTo>
                    <a:pt x="860059" y="87373"/>
                    <a:pt x="870085" y="93602"/>
                    <a:pt x="878206" y="101727"/>
                  </a:cubicBezTo>
                  <a:lnTo>
                    <a:pt x="867924" y="124206"/>
                  </a:lnTo>
                  <a:cubicBezTo>
                    <a:pt x="858784" y="116586"/>
                    <a:pt x="849396" y="110995"/>
                    <a:pt x="839742" y="107442"/>
                  </a:cubicBezTo>
                  <a:cubicBezTo>
                    <a:pt x="830354" y="103632"/>
                    <a:pt x="820452" y="101727"/>
                    <a:pt x="810037" y="101727"/>
                  </a:cubicBezTo>
                  <a:cubicBezTo>
                    <a:pt x="796327" y="101727"/>
                    <a:pt x="785663" y="104394"/>
                    <a:pt x="778046" y="109728"/>
                  </a:cubicBezTo>
                  <a:cubicBezTo>
                    <a:pt x="770687" y="115062"/>
                    <a:pt x="767002" y="122301"/>
                    <a:pt x="767002" y="131445"/>
                  </a:cubicBezTo>
                  <a:cubicBezTo>
                    <a:pt x="767002" y="139322"/>
                    <a:pt x="769287" y="145542"/>
                    <a:pt x="773857" y="150114"/>
                  </a:cubicBezTo>
                  <a:cubicBezTo>
                    <a:pt x="778684" y="154686"/>
                    <a:pt x="786301" y="158239"/>
                    <a:pt x="796708" y="160782"/>
                  </a:cubicBezTo>
                  <a:lnTo>
                    <a:pt x="829078" y="168783"/>
                  </a:lnTo>
                  <a:cubicBezTo>
                    <a:pt x="847111" y="172593"/>
                    <a:pt x="860307" y="178946"/>
                    <a:pt x="868685" y="187833"/>
                  </a:cubicBezTo>
                  <a:cubicBezTo>
                    <a:pt x="877321" y="196472"/>
                    <a:pt x="881634" y="207521"/>
                    <a:pt x="881634" y="220980"/>
                  </a:cubicBezTo>
                  <a:cubicBezTo>
                    <a:pt x="881634" y="237487"/>
                    <a:pt x="874912" y="250698"/>
                    <a:pt x="861449" y="260604"/>
                  </a:cubicBezTo>
                  <a:cubicBezTo>
                    <a:pt x="847996" y="270510"/>
                    <a:pt x="829716" y="275463"/>
                    <a:pt x="806609" y="275463"/>
                  </a:cubicBezTo>
                  <a:close/>
                  <a:moveTo>
                    <a:pt x="901904" y="105537"/>
                  </a:moveTo>
                  <a:lnTo>
                    <a:pt x="901904" y="81153"/>
                  </a:lnTo>
                  <a:lnTo>
                    <a:pt x="1024913" y="81153"/>
                  </a:lnTo>
                  <a:lnTo>
                    <a:pt x="1024913" y="105537"/>
                  </a:lnTo>
                  <a:lnTo>
                    <a:pt x="901904" y="105537"/>
                  </a:lnTo>
                  <a:close/>
                  <a:moveTo>
                    <a:pt x="1024152" y="245364"/>
                  </a:moveTo>
                  <a:lnTo>
                    <a:pt x="1024152" y="271653"/>
                  </a:lnTo>
                  <a:cubicBezTo>
                    <a:pt x="1019829" y="272920"/>
                    <a:pt x="1015516" y="273815"/>
                    <a:pt x="1011203" y="274320"/>
                  </a:cubicBezTo>
                  <a:cubicBezTo>
                    <a:pt x="1007138" y="275082"/>
                    <a:pt x="1002568" y="275463"/>
                    <a:pt x="997493" y="275463"/>
                  </a:cubicBezTo>
                  <a:cubicBezTo>
                    <a:pt x="979718" y="275463"/>
                    <a:pt x="965503" y="270386"/>
                    <a:pt x="954840" y="260223"/>
                  </a:cubicBezTo>
                  <a:cubicBezTo>
                    <a:pt x="944424" y="250060"/>
                    <a:pt x="939226" y="234820"/>
                    <a:pt x="939226" y="214503"/>
                  </a:cubicBezTo>
                  <a:lnTo>
                    <a:pt x="939226" y="32004"/>
                  </a:lnTo>
                  <a:lnTo>
                    <a:pt x="970073" y="20955"/>
                  </a:lnTo>
                  <a:lnTo>
                    <a:pt x="970073" y="210312"/>
                  </a:lnTo>
                  <a:cubicBezTo>
                    <a:pt x="970073" y="220475"/>
                    <a:pt x="971463" y="228343"/>
                    <a:pt x="974262" y="233934"/>
                  </a:cubicBezTo>
                  <a:cubicBezTo>
                    <a:pt x="977309" y="239525"/>
                    <a:pt x="981365" y="243459"/>
                    <a:pt x="986449" y="245745"/>
                  </a:cubicBezTo>
                  <a:cubicBezTo>
                    <a:pt x="991524" y="247774"/>
                    <a:pt x="997236" y="248793"/>
                    <a:pt x="1003587" y="248793"/>
                  </a:cubicBezTo>
                  <a:cubicBezTo>
                    <a:pt x="1007395" y="248793"/>
                    <a:pt x="1010822" y="248536"/>
                    <a:pt x="1013869" y="248031"/>
                  </a:cubicBezTo>
                  <a:cubicBezTo>
                    <a:pt x="1016916" y="247526"/>
                    <a:pt x="1020343" y="246631"/>
                    <a:pt x="1024152" y="245364"/>
                  </a:cubicBezTo>
                  <a:close/>
                  <a:moveTo>
                    <a:pt x="1062083" y="272796"/>
                  </a:moveTo>
                  <a:lnTo>
                    <a:pt x="1062083" y="81153"/>
                  </a:lnTo>
                  <a:lnTo>
                    <a:pt x="1092931" y="81153"/>
                  </a:lnTo>
                  <a:lnTo>
                    <a:pt x="1092931" y="272796"/>
                  </a:lnTo>
                  <a:lnTo>
                    <a:pt x="1062083" y="272796"/>
                  </a:lnTo>
                  <a:close/>
                  <a:moveTo>
                    <a:pt x="1059036" y="0"/>
                  </a:moveTo>
                  <a:lnTo>
                    <a:pt x="1096739" y="0"/>
                  </a:lnTo>
                  <a:lnTo>
                    <a:pt x="1096739" y="35052"/>
                  </a:lnTo>
                  <a:lnTo>
                    <a:pt x="1059036" y="35052"/>
                  </a:lnTo>
                  <a:lnTo>
                    <a:pt x="1059036" y="0"/>
                  </a:lnTo>
                  <a:close/>
                  <a:moveTo>
                    <a:pt x="1233183" y="275463"/>
                  </a:moveTo>
                  <a:cubicBezTo>
                    <a:pt x="1214398" y="275463"/>
                    <a:pt x="1198146" y="271396"/>
                    <a:pt x="1184436" y="263271"/>
                  </a:cubicBezTo>
                  <a:cubicBezTo>
                    <a:pt x="1170726" y="255146"/>
                    <a:pt x="1160062" y="243716"/>
                    <a:pt x="1152446" y="228981"/>
                  </a:cubicBezTo>
                  <a:cubicBezTo>
                    <a:pt x="1145086" y="214246"/>
                    <a:pt x="1141401" y="196853"/>
                    <a:pt x="1141401" y="176784"/>
                  </a:cubicBezTo>
                  <a:cubicBezTo>
                    <a:pt x="1141401" y="156972"/>
                    <a:pt x="1145210" y="139570"/>
                    <a:pt x="1152827" y="124587"/>
                  </a:cubicBezTo>
                  <a:cubicBezTo>
                    <a:pt x="1160443" y="109347"/>
                    <a:pt x="1171240" y="97536"/>
                    <a:pt x="1185197" y="89154"/>
                  </a:cubicBezTo>
                  <a:cubicBezTo>
                    <a:pt x="1199165" y="80772"/>
                    <a:pt x="1215664" y="76581"/>
                    <a:pt x="1234706" y="76581"/>
                  </a:cubicBezTo>
                  <a:cubicBezTo>
                    <a:pt x="1247654" y="76581"/>
                    <a:pt x="1260098" y="78867"/>
                    <a:pt x="1272028" y="83439"/>
                  </a:cubicBezTo>
                  <a:cubicBezTo>
                    <a:pt x="1284215" y="87754"/>
                    <a:pt x="1294250" y="93850"/>
                    <a:pt x="1302114" y="101727"/>
                  </a:cubicBezTo>
                  <a:lnTo>
                    <a:pt x="1291831" y="124587"/>
                  </a:lnTo>
                  <a:cubicBezTo>
                    <a:pt x="1282444" y="117224"/>
                    <a:pt x="1273170" y="111757"/>
                    <a:pt x="1264030" y="108204"/>
                  </a:cubicBezTo>
                  <a:cubicBezTo>
                    <a:pt x="1255148" y="104394"/>
                    <a:pt x="1245884" y="102489"/>
                    <a:pt x="1236230" y="102489"/>
                  </a:cubicBezTo>
                  <a:cubicBezTo>
                    <a:pt x="1216940" y="102489"/>
                    <a:pt x="1201573" y="108966"/>
                    <a:pt x="1190148" y="121920"/>
                  </a:cubicBezTo>
                  <a:cubicBezTo>
                    <a:pt x="1178980" y="134874"/>
                    <a:pt x="1173392" y="153162"/>
                    <a:pt x="1173392" y="176784"/>
                  </a:cubicBezTo>
                  <a:cubicBezTo>
                    <a:pt x="1173392" y="200149"/>
                    <a:pt x="1178980" y="218189"/>
                    <a:pt x="1190148" y="230886"/>
                  </a:cubicBezTo>
                  <a:cubicBezTo>
                    <a:pt x="1201326" y="243583"/>
                    <a:pt x="1216683" y="249936"/>
                    <a:pt x="1236230" y="249936"/>
                  </a:cubicBezTo>
                  <a:cubicBezTo>
                    <a:pt x="1245627" y="249936"/>
                    <a:pt x="1254890" y="248155"/>
                    <a:pt x="1264030" y="244602"/>
                  </a:cubicBezTo>
                  <a:cubicBezTo>
                    <a:pt x="1273170" y="240792"/>
                    <a:pt x="1282444" y="235201"/>
                    <a:pt x="1291831" y="227838"/>
                  </a:cubicBezTo>
                  <a:lnTo>
                    <a:pt x="1302114" y="250698"/>
                  </a:lnTo>
                  <a:cubicBezTo>
                    <a:pt x="1293993" y="258318"/>
                    <a:pt x="1283710" y="264414"/>
                    <a:pt x="1271266" y="268986"/>
                  </a:cubicBezTo>
                  <a:cubicBezTo>
                    <a:pt x="1259080" y="273301"/>
                    <a:pt x="1246388" y="275463"/>
                    <a:pt x="1233183" y="275463"/>
                  </a:cubicBezTo>
                  <a:close/>
                  <a:moveTo>
                    <a:pt x="1406130" y="275463"/>
                  </a:moveTo>
                  <a:cubicBezTo>
                    <a:pt x="1373882" y="275463"/>
                    <a:pt x="1348366" y="267205"/>
                    <a:pt x="1329582" y="250698"/>
                  </a:cubicBezTo>
                  <a:lnTo>
                    <a:pt x="1339864" y="227838"/>
                  </a:lnTo>
                  <a:cubicBezTo>
                    <a:pt x="1350023" y="235715"/>
                    <a:pt x="1360429" y="241554"/>
                    <a:pt x="1371093" y="245364"/>
                  </a:cubicBezTo>
                  <a:cubicBezTo>
                    <a:pt x="1382013" y="248917"/>
                    <a:pt x="1394066" y="250698"/>
                    <a:pt x="1407272" y="250698"/>
                  </a:cubicBezTo>
                  <a:cubicBezTo>
                    <a:pt x="1421744" y="250698"/>
                    <a:pt x="1432664" y="248288"/>
                    <a:pt x="1440024" y="243459"/>
                  </a:cubicBezTo>
                  <a:cubicBezTo>
                    <a:pt x="1447641" y="238382"/>
                    <a:pt x="1451449" y="231143"/>
                    <a:pt x="1451449" y="221742"/>
                  </a:cubicBezTo>
                  <a:cubicBezTo>
                    <a:pt x="1451449" y="214122"/>
                    <a:pt x="1448907" y="208150"/>
                    <a:pt x="1443832" y="203835"/>
                  </a:cubicBezTo>
                  <a:cubicBezTo>
                    <a:pt x="1438757" y="199263"/>
                    <a:pt x="1430379" y="195577"/>
                    <a:pt x="1418697" y="192786"/>
                  </a:cubicBezTo>
                  <a:lnTo>
                    <a:pt x="1386326" y="185166"/>
                  </a:lnTo>
                  <a:cubicBezTo>
                    <a:pt x="1370331" y="181613"/>
                    <a:pt x="1357887" y="175260"/>
                    <a:pt x="1349004" y="166116"/>
                  </a:cubicBezTo>
                  <a:cubicBezTo>
                    <a:pt x="1340369" y="156972"/>
                    <a:pt x="1336056" y="146047"/>
                    <a:pt x="1336056" y="133350"/>
                  </a:cubicBezTo>
                  <a:cubicBezTo>
                    <a:pt x="1336056" y="122177"/>
                    <a:pt x="1339103" y="112395"/>
                    <a:pt x="1345196" y="104013"/>
                  </a:cubicBezTo>
                  <a:cubicBezTo>
                    <a:pt x="1351289" y="95374"/>
                    <a:pt x="1359792" y="88649"/>
                    <a:pt x="1370712" y="83820"/>
                  </a:cubicBezTo>
                  <a:cubicBezTo>
                    <a:pt x="1381632" y="78991"/>
                    <a:pt x="1394581" y="76581"/>
                    <a:pt x="1409557" y="76581"/>
                  </a:cubicBezTo>
                  <a:cubicBezTo>
                    <a:pt x="1423010" y="76581"/>
                    <a:pt x="1435711" y="78743"/>
                    <a:pt x="1447641" y="83058"/>
                  </a:cubicBezTo>
                  <a:cubicBezTo>
                    <a:pt x="1459570" y="87373"/>
                    <a:pt x="1469605" y="93602"/>
                    <a:pt x="1477727" y="101727"/>
                  </a:cubicBezTo>
                  <a:lnTo>
                    <a:pt x="1467444" y="124206"/>
                  </a:lnTo>
                  <a:cubicBezTo>
                    <a:pt x="1458304" y="116586"/>
                    <a:pt x="1448907" y="110995"/>
                    <a:pt x="1439262" y="107442"/>
                  </a:cubicBezTo>
                  <a:cubicBezTo>
                    <a:pt x="1429865" y="103632"/>
                    <a:pt x="1419963" y="101727"/>
                    <a:pt x="1409557" y="101727"/>
                  </a:cubicBezTo>
                  <a:cubicBezTo>
                    <a:pt x="1395847" y="101727"/>
                    <a:pt x="1385184" y="104394"/>
                    <a:pt x="1377567" y="109728"/>
                  </a:cubicBezTo>
                  <a:cubicBezTo>
                    <a:pt x="1370207" y="115062"/>
                    <a:pt x="1366523" y="122301"/>
                    <a:pt x="1366523" y="131445"/>
                  </a:cubicBezTo>
                  <a:cubicBezTo>
                    <a:pt x="1366523" y="139322"/>
                    <a:pt x="1368808" y="145542"/>
                    <a:pt x="1373378" y="150114"/>
                  </a:cubicBezTo>
                  <a:cubicBezTo>
                    <a:pt x="1378205" y="154686"/>
                    <a:pt x="1385821" y="158239"/>
                    <a:pt x="1396228" y="160782"/>
                  </a:cubicBezTo>
                  <a:lnTo>
                    <a:pt x="1428599" y="168783"/>
                  </a:lnTo>
                  <a:cubicBezTo>
                    <a:pt x="1446622" y="172593"/>
                    <a:pt x="1459827" y="178946"/>
                    <a:pt x="1468206" y="187833"/>
                  </a:cubicBezTo>
                  <a:cubicBezTo>
                    <a:pt x="1476841" y="196472"/>
                    <a:pt x="1481154" y="207521"/>
                    <a:pt x="1481154" y="220980"/>
                  </a:cubicBezTo>
                  <a:cubicBezTo>
                    <a:pt x="1481154" y="237487"/>
                    <a:pt x="1474423" y="250698"/>
                    <a:pt x="1460970" y="260604"/>
                  </a:cubicBezTo>
                  <a:cubicBezTo>
                    <a:pt x="1447517" y="270510"/>
                    <a:pt x="1429237" y="275463"/>
                    <a:pt x="1406130" y="2754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g12709bdffa8_0_2891"/>
            <p:cNvSpPr/>
            <p:nvPr/>
          </p:nvSpPr>
          <p:spPr>
            <a:xfrm>
              <a:off x="5142141" y="6021492"/>
              <a:ext cx="1459056" cy="284607"/>
            </a:xfrm>
            <a:custGeom>
              <a:rect b="b" l="l" r="r" t="t"/>
              <a:pathLst>
                <a:path extrusionOk="0" h="284607" w="1459056">
                  <a:moveTo>
                    <a:pt x="0" y="281940"/>
                  </a:moveTo>
                  <a:lnTo>
                    <a:pt x="0" y="10668"/>
                  </a:lnTo>
                  <a:lnTo>
                    <a:pt x="108157" y="10668"/>
                  </a:lnTo>
                  <a:cubicBezTo>
                    <a:pt x="136082" y="10668"/>
                    <a:pt x="157790" y="17402"/>
                    <a:pt x="173280" y="30861"/>
                  </a:cubicBezTo>
                  <a:cubicBezTo>
                    <a:pt x="189018" y="44320"/>
                    <a:pt x="196892" y="62865"/>
                    <a:pt x="196892" y="86487"/>
                  </a:cubicBezTo>
                  <a:cubicBezTo>
                    <a:pt x="196892" y="109852"/>
                    <a:pt x="189018" y="128397"/>
                    <a:pt x="173280" y="142113"/>
                  </a:cubicBezTo>
                  <a:cubicBezTo>
                    <a:pt x="157542" y="155829"/>
                    <a:pt x="135834" y="162687"/>
                    <a:pt x="108157" y="162687"/>
                  </a:cubicBezTo>
                  <a:lnTo>
                    <a:pt x="31228" y="162687"/>
                  </a:lnTo>
                  <a:lnTo>
                    <a:pt x="31228" y="281940"/>
                  </a:lnTo>
                  <a:lnTo>
                    <a:pt x="0" y="281940"/>
                  </a:lnTo>
                  <a:close/>
                  <a:moveTo>
                    <a:pt x="31228" y="136779"/>
                  </a:moveTo>
                  <a:lnTo>
                    <a:pt x="105491" y="136779"/>
                  </a:lnTo>
                  <a:cubicBezTo>
                    <a:pt x="125552" y="136779"/>
                    <a:pt x="140652" y="132464"/>
                    <a:pt x="150811" y="123825"/>
                  </a:cubicBezTo>
                  <a:cubicBezTo>
                    <a:pt x="160970" y="114938"/>
                    <a:pt x="166045" y="102489"/>
                    <a:pt x="166045" y="86487"/>
                  </a:cubicBezTo>
                  <a:cubicBezTo>
                    <a:pt x="166045" y="70485"/>
                    <a:pt x="160970" y="58169"/>
                    <a:pt x="150811" y="49530"/>
                  </a:cubicBezTo>
                  <a:cubicBezTo>
                    <a:pt x="140652" y="40891"/>
                    <a:pt x="125552" y="36576"/>
                    <a:pt x="105491" y="36576"/>
                  </a:cubicBezTo>
                  <a:lnTo>
                    <a:pt x="31228" y="36576"/>
                  </a:lnTo>
                  <a:lnTo>
                    <a:pt x="31228" y="136779"/>
                  </a:lnTo>
                  <a:close/>
                  <a:moveTo>
                    <a:pt x="244258" y="281940"/>
                  </a:moveTo>
                  <a:lnTo>
                    <a:pt x="244258" y="1524"/>
                  </a:lnTo>
                  <a:lnTo>
                    <a:pt x="275106" y="1524"/>
                  </a:lnTo>
                  <a:lnTo>
                    <a:pt x="275106" y="281940"/>
                  </a:lnTo>
                  <a:lnTo>
                    <a:pt x="244258" y="281940"/>
                  </a:lnTo>
                  <a:close/>
                  <a:moveTo>
                    <a:pt x="408503" y="284607"/>
                  </a:moveTo>
                  <a:cubicBezTo>
                    <a:pt x="391489" y="284607"/>
                    <a:pt x="376513" y="280673"/>
                    <a:pt x="363564" y="272796"/>
                  </a:cubicBezTo>
                  <a:cubicBezTo>
                    <a:pt x="350873" y="264671"/>
                    <a:pt x="340972" y="253241"/>
                    <a:pt x="333859" y="238506"/>
                  </a:cubicBezTo>
                  <a:cubicBezTo>
                    <a:pt x="327005" y="223523"/>
                    <a:pt x="323577" y="205997"/>
                    <a:pt x="323577" y="185928"/>
                  </a:cubicBezTo>
                  <a:cubicBezTo>
                    <a:pt x="323577" y="165859"/>
                    <a:pt x="327128" y="148333"/>
                    <a:pt x="334240" y="133350"/>
                  </a:cubicBezTo>
                  <a:cubicBezTo>
                    <a:pt x="341352" y="118367"/>
                    <a:pt x="351254" y="106680"/>
                    <a:pt x="363945" y="98298"/>
                  </a:cubicBezTo>
                  <a:cubicBezTo>
                    <a:pt x="376894" y="89916"/>
                    <a:pt x="391746" y="85725"/>
                    <a:pt x="408503" y="85725"/>
                  </a:cubicBezTo>
                  <a:cubicBezTo>
                    <a:pt x="426021" y="85725"/>
                    <a:pt x="440874" y="90040"/>
                    <a:pt x="453061" y="98679"/>
                  </a:cubicBezTo>
                  <a:cubicBezTo>
                    <a:pt x="465247" y="107318"/>
                    <a:pt x="473502" y="119634"/>
                    <a:pt x="477815" y="135636"/>
                  </a:cubicBezTo>
                  <a:lnTo>
                    <a:pt x="473245" y="138684"/>
                  </a:lnTo>
                  <a:lnTo>
                    <a:pt x="473245" y="90297"/>
                  </a:lnTo>
                  <a:lnTo>
                    <a:pt x="503712" y="90297"/>
                  </a:lnTo>
                  <a:lnTo>
                    <a:pt x="503712" y="281940"/>
                  </a:lnTo>
                  <a:lnTo>
                    <a:pt x="473245" y="281940"/>
                  </a:lnTo>
                  <a:lnTo>
                    <a:pt x="473245" y="232410"/>
                  </a:lnTo>
                  <a:lnTo>
                    <a:pt x="477815" y="234696"/>
                  </a:lnTo>
                  <a:cubicBezTo>
                    <a:pt x="473502" y="250698"/>
                    <a:pt x="465247" y="263014"/>
                    <a:pt x="453061" y="271653"/>
                  </a:cubicBezTo>
                  <a:cubicBezTo>
                    <a:pt x="440874" y="280292"/>
                    <a:pt x="426021" y="284607"/>
                    <a:pt x="408503" y="284607"/>
                  </a:cubicBezTo>
                  <a:close/>
                  <a:moveTo>
                    <a:pt x="414596" y="259080"/>
                  </a:moveTo>
                  <a:cubicBezTo>
                    <a:pt x="433381" y="259080"/>
                    <a:pt x="447853" y="252727"/>
                    <a:pt x="458011" y="240030"/>
                  </a:cubicBezTo>
                  <a:cubicBezTo>
                    <a:pt x="468170" y="227076"/>
                    <a:pt x="473245" y="208788"/>
                    <a:pt x="473245" y="185166"/>
                  </a:cubicBezTo>
                  <a:cubicBezTo>
                    <a:pt x="473245" y="161544"/>
                    <a:pt x="468037" y="143380"/>
                    <a:pt x="457631" y="130683"/>
                  </a:cubicBezTo>
                  <a:cubicBezTo>
                    <a:pt x="447472" y="117986"/>
                    <a:pt x="433134" y="111633"/>
                    <a:pt x="414596" y="111633"/>
                  </a:cubicBezTo>
                  <a:cubicBezTo>
                    <a:pt x="395812" y="111633"/>
                    <a:pt x="381083" y="118234"/>
                    <a:pt x="370420" y="131445"/>
                  </a:cubicBezTo>
                  <a:cubicBezTo>
                    <a:pt x="360013" y="144399"/>
                    <a:pt x="354805" y="162563"/>
                    <a:pt x="354805" y="185928"/>
                  </a:cubicBezTo>
                  <a:cubicBezTo>
                    <a:pt x="354805" y="209293"/>
                    <a:pt x="360013" y="227333"/>
                    <a:pt x="370420" y="240030"/>
                  </a:cubicBezTo>
                  <a:cubicBezTo>
                    <a:pt x="381083" y="252727"/>
                    <a:pt x="395812" y="259080"/>
                    <a:pt x="414596" y="259080"/>
                  </a:cubicBezTo>
                  <a:close/>
                  <a:moveTo>
                    <a:pt x="536311" y="114681"/>
                  </a:moveTo>
                  <a:lnTo>
                    <a:pt x="536311" y="90297"/>
                  </a:lnTo>
                  <a:lnTo>
                    <a:pt x="659321" y="90297"/>
                  </a:lnTo>
                  <a:lnTo>
                    <a:pt x="659321" y="114681"/>
                  </a:lnTo>
                  <a:lnTo>
                    <a:pt x="536311" y="114681"/>
                  </a:lnTo>
                  <a:close/>
                  <a:moveTo>
                    <a:pt x="658560" y="254508"/>
                  </a:moveTo>
                  <a:lnTo>
                    <a:pt x="658560" y="280797"/>
                  </a:lnTo>
                  <a:cubicBezTo>
                    <a:pt x="654247" y="282064"/>
                    <a:pt x="649934" y="282959"/>
                    <a:pt x="645611" y="283464"/>
                  </a:cubicBezTo>
                  <a:cubicBezTo>
                    <a:pt x="641555" y="284226"/>
                    <a:pt x="636985" y="284607"/>
                    <a:pt x="631901" y="284607"/>
                  </a:cubicBezTo>
                  <a:cubicBezTo>
                    <a:pt x="614135" y="284607"/>
                    <a:pt x="599911" y="279530"/>
                    <a:pt x="589247" y="269367"/>
                  </a:cubicBezTo>
                  <a:cubicBezTo>
                    <a:pt x="578841" y="259204"/>
                    <a:pt x="573633" y="243964"/>
                    <a:pt x="573633" y="223647"/>
                  </a:cubicBezTo>
                  <a:lnTo>
                    <a:pt x="573633" y="41148"/>
                  </a:lnTo>
                  <a:lnTo>
                    <a:pt x="604481" y="30099"/>
                  </a:lnTo>
                  <a:lnTo>
                    <a:pt x="604481" y="219456"/>
                  </a:lnTo>
                  <a:cubicBezTo>
                    <a:pt x="604481" y="229619"/>
                    <a:pt x="605880" y="237487"/>
                    <a:pt x="608670" y="243078"/>
                  </a:cubicBezTo>
                  <a:cubicBezTo>
                    <a:pt x="611717" y="248669"/>
                    <a:pt x="615782" y="252603"/>
                    <a:pt x="620857" y="254889"/>
                  </a:cubicBezTo>
                  <a:cubicBezTo>
                    <a:pt x="625941" y="256918"/>
                    <a:pt x="631654" y="257937"/>
                    <a:pt x="637995" y="257937"/>
                  </a:cubicBezTo>
                  <a:cubicBezTo>
                    <a:pt x="641803" y="257937"/>
                    <a:pt x="645230" y="257680"/>
                    <a:pt x="648277" y="257175"/>
                  </a:cubicBezTo>
                  <a:cubicBezTo>
                    <a:pt x="651324" y="256670"/>
                    <a:pt x="654751" y="255775"/>
                    <a:pt x="658560" y="254508"/>
                  </a:cubicBezTo>
                  <a:close/>
                  <a:moveTo>
                    <a:pt x="673545" y="114681"/>
                  </a:moveTo>
                  <a:lnTo>
                    <a:pt x="673545" y="90297"/>
                  </a:lnTo>
                  <a:lnTo>
                    <a:pt x="788558" y="90297"/>
                  </a:lnTo>
                  <a:lnTo>
                    <a:pt x="788558" y="114681"/>
                  </a:lnTo>
                  <a:lnTo>
                    <a:pt x="673545" y="114681"/>
                  </a:lnTo>
                  <a:close/>
                  <a:moveTo>
                    <a:pt x="793889" y="29718"/>
                  </a:moveTo>
                  <a:cubicBezTo>
                    <a:pt x="786787" y="27689"/>
                    <a:pt x="780179" y="26670"/>
                    <a:pt x="774086" y="26670"/>
                  </a:cubicBezTo>
                  <a:cubicBezTo>
                    <a:pt x="767993" y="26670"/>
                    <a:pt x="762414" y="27813"/>
                    <a:pt x="757329" y="30099"/>
                  </a:cubicBezTo>
                  <a:cubicBezTo>
                    <a:pt x="752511" y="32128"/>
                    <a:pt x="748703" y="35938"/>
                    <a:pt x="745904" y="41529"/>
                  </a:cubicBezTo>
                  <a:cubicBezTo>
                    <a:pt x="743114" y="47120"/>
                    <a:pt x="741715" y="54864"/>
                    <a:pt x="741715" y="64770"/>
                  </a:cubicBezTo>
                  <a:lnTo>
                    <a:pt x="741715" y="281940"/>
                  </a:lnTo>
                  <a:lnTo>
                    <a:pt x="710867" y="281940"/>
                  </a:lnTo>
                  <a:lnTo>
                    <a:pt x="710867" y="60960"/>
                  </a:lnTo>
                  <a:cubicBezTo>
                    <a:pt x="710867" y="40386"/>
                    <a:pt x="715952" y="25146"/>
                    <a:pt x="726101" y="15240"/>
                  </a:cubicBezTo>
                  <a:cubicBezTo>
                    <a:pt x="736260" y="5077"/>
                    <a:pt x="750227" y="0"/>
                    <a:pt x="767993" y="0"/>
                  </a:cubicBezTo>
                  <a:cubicBezTo>
                    <a:pt x="772315" y="0"/>
                    <a:pt x="776628" y="257"/>
                    <a:pt x="780941" y="762"/>
                  </a:cubicBezTo>
                  <a:cubicBezTo>
                    <a:pt x="785263" y="1267"/>
                    <a:pt x="789576" y="2162"/>
                    <a:pt x="793889" y="3429"/>
                  </a:cubicBezTo>
                  <a:lnTo>
                    <a:pt x="793889" y="29718"/>
                  </a:lnTo>
                  <a:close/>
                  <a:moveTo>
                    <a:pt x="906255" y="284607"/>
                  </a:moveTo>
                  <a:cubicBezTo>
                    <a:pt x="887975" y="284607"/>
                    <a:pt x="871980" y="280540"/>
                    <a:pt x="858270" y="272415"/>
                  </a:cubicBezTo>
                  <a:cubicBezTo>
                    <a:pt x="844807" y="264290"/>
                    <a:pt x="834277" y="252860"/>
                    <a:pt x="826660" y="238125"/>
                  </a:cubicBezTo>
                  <a:cubicBezTo>
                    <a:pt x="819291" y="223142"/>
                    <a:pt x="815616" y="205483"/>
                    <a:pt x="815616" y="185166"/>
                  </a:cubicBezTo>
                  <a:cubicBezTo>
                    <a:pt x="815616" y="165097"/>
                    <a:pt x="819291" y="147571"/>
                    <a:pt x="826660" y="132588"/>
                  </a:cubicBezTo>
                  <a:cubicBezTo>
                    <a:pt x="834277" y="117605"/>
                    <a:pt x="844807" y="106042"/>
                    <a:pt x="858270" y="97917"/>
                  </a:cubicBezTo>
                  <a:cubicBezTo>
                    <a:pt x="871980" y="89792"/>
                    <a:pt x="887975" y="85725"/>
                    <a:pt x="906255" y="85725"/>
                  </a:cubicBezTo>
                  <a:cubicBezTo>
                    <a:pt x="924535" y="85725"/>
                    <a:pt x="940397" y="89792"/>
                    <a:pt x="953859" y="97917"/>
                  </a:cubicBezTo>
                  <a:cubicBezTo>
                    <a:pt x="967569" y="106042"/>
                    <a:pt x="978100" y="117605"/>
                    <a:pt x="985469" y="132588"/>
                  </a:cubicBezTo>
                  <a:cubicBezTo>
                    <a:pt x="993085" y="147571"/>
                    <a:pt x="996894" y="165097"/>
                    <a:pt x="996894" y="185166"/>
                  </a:cubicBezTo>
                  <a:cubicBezTo>
                    <a:pt x="996894" y="205483"/>
                    <a:pt x="993085" y="223142"/>
                    <a:pt x="985469" y="238125"/>
                  </a:cubicBezTo>
                  <a:cubicBezTo>
                    <a:pt x="978100" y="252860"/>
                    <a:pt x="967569" y="264290"/>
                    <a:pt x="953859" y="272415"/>
                  </a:cubicBezTo>
                  <a:cubicBezTo>
                    <a:pt x="940397" y="280540"/>
                    <a:pt x="924535" y="284607"/>
                    <a:pt x="906255" y="284607"/>
                  </a:cubicBezTo>
                  <a:close/>
                  <a:moveTo>
                    <a:pt x="906255" y="259080"/>
                  </a:moveTo>
                  <a:cubicBezTo>
                    <a:pt x="925040" y="259080"/>
                    <a:pt x="939511" y="252860"/>
                    <a:pt x="949670" y="240411"/>
                  </a:cubicBezTo>
                  <a:cubicBezTo>
                    <a:pt x="960076" y="227714"/>
                    <a:pt x="965284" y="209293"/>
                    <a:pt x="965284" y="185166"/>
                  </a:cubicBezTo>
                  <a:cubicBezTo>
                    <a:pt x="965284" y="161544"/>
                    <a:pt x="960076" y="143380"/>
                    <a:pt x="949670" y="130683"/>
                  </a:cubicBezTo>
                  <a:cubicBezTo>
                    <a:pt x="939254" y="117986"/>
                    <a:pt x="924782" y="111633"/>
                    <a:pt x="906255" y="111633"/>
                  </a:cubicBezTo>
                  <a:cubicBezTo>
                    <a:pt x="887717" y="111633"/>
                    <a:pt x="873122" y="117986"/>
                    <a:pt x="862459" y="130683"/>
                  </a:cubicBezTo>
                  <a:cubicBezTo>
                    <a:pt x="852043" y="143380"/>
                    <a:pt x="846845" y="161544"/>
                    <a:pt x="846845" y="185166"/>
                  </a:cubicBezTo>
                  <a:cubicBezTo>
                    <a:pt x="846845" y="209293"/>
                    <a:pt x="851919" y="227714"/>
                    <a:pt x="862078" y="240411"/>
                  </a:cubicBezTo>
                  <a:cubicBezTo>
                    <a:pt x="872484" y="252860"/>
                    <a:pt x="887213" y="259080"/>
                    <a:pt x="906255" y="259080"/>
                  </a:cubicBezTo>
                  <a:close/>
                  <a:moveTo>
                    <a:pt x="1044974" y="281940"/>
                  </a:moveTo>
                  <a:lnTo>
                    <a:pt x="1044974" y="144018"/>
                  </a:lnTo>
                  <a:cubicBezTo>
                    <a:pt x="1044974" y="135131"/>
                    <a:pt x="1044727" y="126235"/>
                    <a:pt x="1044212" y="117348"/>
                  </a:cubicBezTo>
                  <a:cubicBezTo>
                    <a:pt x="1043965" y="108204"/>
                    <a:pt x="1043203" y="99184"/>
                    <a:pt x="1041927" y="90297"/>
                  </a:cubicBezTo>
                  <a:lnTo>
                    <a:pt x="1071252" y="90297"/>
                  </a:lnTo>
                  <a:lnTo>
                    <a:pt x="1075441" y="137541"/>
                  </a:lnTo>
                  <a:lnTo>
                    <a:pt x="1071252" y="136398"/>
                  </a:lnTo>
                  <a:cubicBezTo>
                    <a:pt x="1074812" y="119634"/>
                    <a:pt x="1082429" y="107061"/>
                    <a:pt x="1094102" y="98679"/>
                  </a:cubicBezTo>
                  <a:cubicBezTo>
                    <a:pt x="1106041" y="90040"/>
                    <a:pt x="1119371" y="85725"/>
                    <a:pt x="1134089" y="85725"/>
                  </a:cubicBezTo>
                  <a:cubicBezTo>
                    <a:pt x="1137393" y="85725"/>
                    <a:pt x="1140440" y="85982"/>
                    <a:pt x="1143230" y="86487"/>
                  </a:cubicBezTo>
                  <a:cubicBezTo>
                    <a:pt x="1146276" y="86744"/>
                    <a:pt x="1149076" y="87249"/>
                    <a:pt x="1151608" y="88011"/>
                  </a:cubicBezTo>
                  <a:lnTo>
                    <a:pt x="1150846" y="116205"/>
                  </a:lnTo>
                  <a:cubicBezTo>
                    <a:pt x="1145010" y="114176"/>
                    <a:pt x="1138279" y="113157"/>
                    <a:pt x="1130662" y="113157"/>
                  </a:cubicBezTo>
                  <a:cubicBezTo>
                    <a:pt x="1117466" y="113157"/>
                    <a:pt x="1106803" y="116081"/>
                    <a:pt x="1098672" y="121920"/>
                  </a:cubicBezTo>
                  <a:cubicBezTo>
                    <a:pt x="1090808" y="127759"/>
                    <a:pt x="1084962" y="135255"/>
                    <a:pt x="1081153" y="144399"/>
                  </a:cubicBezTo>
                  <a:cubicBezTo>
                    <a:pt x="1077602" y="153286"/>
                    <a:pt x="1075822" y="162687"/>
                    <a:pt x="1075822" y="172593"/>
                  </a:cubicBezTo>
                  <a:lnTo>
                    <a:pt x="1075822" y="281940"/>
                  </a:lnTo>
                  <a:lnTo>
                    <a:pt x="1044974" y="281940"/>
                  </a:lnTo>
                  <a:close/>
                  <a:moveTo>
                    <a:pt x="1182951" y="281940"/>
                  </a:moveTo>
                  <a:lnTo>
                    <a:pt x="1182951" y="144018"/>
                  </a:lnTo>
                  <a:cubicBezTo>
                    <a:pt x="1182951" y="135131"/>
                    <a:pt x="1182703" y="126235"/>
                    <a:pt x="1182189" y="117348"/>
                  </a:cubicBezTo>
                  <a:cubicBezTo>
                    <a:pt x="1181941" y="108204"/>
                    <a:pt x="1181180" y="99184"/>
                    <a:pt x="1179904" y="90297"/>
                  </a:cubicBezTo>
                  <a:lnTo>
                    <a:pt x="1209228" y="90297"/>
                  </a:lnTo>
                  <a:lnTo>
                    <a:pt x="1212656" y="129921"/>
                  </a:lnTo>
                  <a:lnTo>
                    <a:pt x="1208847" y="132588"/>
                  </a:lnTo>
                  <a:cubicBezTo>
                    <a:pt x="1213418" y="117605"/>
                    <a:pt x="1221291" y="106042"/>
                    <a:pt x="1232459" y="97917"/>
                  </a:cubicBezTo>
                  <a:cubicBezTo>
                    <a:pt x="1243885" y="89792"/>
                    <a:pt x="1257347" y="85725"/>
                    <a:pt x="1272828" y="85725"/>
                  </a:cubicBezTo>
                  <a:cubicBezTo>
                    <a:pt x="1291365" y="85725"/>
                    <a:pt x="1305713" y="90297"/>
                    <a:pt x="1315862" y="99441"/>
                  </a:cubicBezTo>
                  <a:cubicBezTo>
                    <a:pt x="1326278" y="108585"/>
                    <a:pt x="1332876" y="122558"/>
                    <a:pt x="1335665" y="141351"/>
                  </a:cubicBezTo>
                  <a:lnTo>
                    <a:pt x="1326526" y="136398"/>
                  </a:lnTo>
                  <a:cubicBezTo>
                    <a:pt x="1330591" y="120901"/>
                    <a:pt x="1338712" y="108585"/>
                    <a:pt x="1350899" y="99441"/>
                  </a:cubicBezTo>
                  <a:cubicBezTo>
                    <a:pt x="1363343" y="90297"/>
                    <a:pt x="1378196" y="85725"/>
                    <a:pt x="1395457" y="85725"/>
                  </a:cubicBezTo>
                  <a:cubicBezTo>
                    <a:pt x="1416536" y="85725"/>
                    <a:pt x="1432398" y="92078"/>
                    <a:pt x="1443061" y="104775"/>
                  </a:cubicBezTo>
                  <a:cubicBezTo>
                    <a:pt x="1453725" y="117224"/>
                    <a:pt x="1459056" y="136141"/>
                    <a:pt x="1459056" y="161544"/>
                  </a:cubicBezTo>
                  <a:lnTo>
                    <a:pt x="1459056" y="281940"/>
                  </a:lnTo>
                  <a:lnTo>
                    <a:pt x="1428209" y="281940"/>
                  </a:lnTo>
                  <a:lnTo>
                    <a:pt x="1428209" y="163068"/>
                  </a:lnTo>
                  <a:cubicBezTo>
                    <a:pt x="1428209" y="145285"/>
                    <a:pt x="1425038" y="132331"/>
                    <a:pt x="1418688" y="124206"/>
                  </a:cubicBezTo>
                  <a:cubicBezTo>
                    <a:pt x="1412347" y="115824"/>
                    <a:pt x="1402312" y="111633"/>
                    <a:pt x="1388602" y="111633"/>
                  </a:cubicBezTo>
                  <a:cubicBezTo>
                    <a:pt x="1372607" y="111633"/>
                    <a:pt x="1359915" y="117091"/>
                    <a:pt x="1350518" y="128016"/>
                  </a:cubicBezTo>
                  <a:cubicBezTo>
                    <a:pt x="1341378" y="138941"/>
                    <a:pt x="1336808" y="153800"/>
                    <a:pt x="1336808" y="172593"/>
                  </a:cubicBezTo>
                  <a:lnTo>
                    <a:pt x="1336808" y="281940"/>
                  </a:lnTo>
                  <a:lnTo>
                    <a:pt x="1305960" y="281940"/>
                  </a:lnTo>
                  <a:lnTo>
                    <a:pt x="1305960" y="163068"/>
                  </a:lnTo>
                  <a:cubicBezTo>
                    <a:pt x="1305960" y="145285"/>
                    <a:pt x="1302666" y="132331"/>
                    <a:pt x="1296059" y="124206"/>
                  </a:cubicBezTo>
                  <a:cubicBezTo>
                    <a:pt x="1289718" y="115824"/>
                    <a:pt x="1279683" y="111633"/>
                    <a:pt x="1265973" y="111633"/>
                  </a:cubicBezTo>
                  <a:cubicBezTo>
                    <a:pt x="1249730" y="111633"/>
                    <a:pt x="1236906" y="117091"/>
                    <a:pt x="1227508" y="128016"/>
                  </a:cubicBezTo>
                  <a:cubicBezTo>
                    <a:pt x="1218368" y="138941"/>
                    <a:pt x="1213798" y="153800"/>
                    <a:pt x="1213798" y="172593"/>
                  </a:cubicBezTo>
                  <a:lnTo>
                    <a:pt x="1213798" y="281940"/>
                  </a:lnTo>
                  <a:lnTo>
                    <a:pt x="1182951" y="2819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g12709bdffa8_0_2891"/>
            <p:cNvSpPr/>
            <p:nvPr/>
          </p:nvSpPr>
          <p:spPr>
            <a:xfrm>
              <a:off x="4527854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g12709bdffa8_0_2891"/>
            <p:cNvSpPr/>
            <p:nvPr/>
          </p:nvSpPr>
          <p:spPr>
            <a:xfrm>
              <a:off x="1919132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84" name="Google Shape;484;g12709bdffa8_0_28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0826" y="1944076"/>
            <a:ext cx="5940056" cy="3486911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g12709bdffa8_0_2891"/>
          <p:cNvSpPr txBox="1"/>
          <p:nvPr>
            <p:ph idx="1" type="body"/>
          </p:nvPr>
        </p:nvSpPr>
        <p:spPr>
          <a:xfrm>
            <a:off x="155786" y="6472155"/>
            <a:ext cx="5940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solidFill>
          <a:srgbClr val="245893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g12709bdffa8_0_29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42402" y="1690688"/>
            <a:ext cx="6449600" cy="4388381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g12709bdffa8_0_2911"/>
          <p:cNvSpPr txBox="1"/>
          <p:nvPr>
            <p:ph idx="1" type="body"/>
          </p:nvPr>
        </p:nvSpPr>
        <p:spPr>
          <a:xfrm>
            <a:off x="155786" y="6472155"/>
            <a:ext cx="5940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9" name="Google Shape;489;g12709bdffa8_0_2911"/>
          <p:cNvSpPr txBox="1"/>
          <p:nvPr>
            <p:ph type="title"/>
          </p:nvPr>
        </p:nvSpPr>
        <p:spPr>
          <a:xfrm>
            <a:off x="155786" y="1191528"/>
            <a:ext cx="5054700" cy="48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Rokkitt"/>
              <a:buNone/>
              <a:defRPr b="1" sz="3200">
                <a:solidFill>
                  <a:schemeClr val="dk2"/>
                </a:solidFill>
                <a:latin typeface="Rokkitt"/>
                <a:ea typeface="Rokkitt"/>
                <a:cs typeface="Rokkitt"/>
                <a:sym typeface="Rokkit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90" name="Google Shape;490;g12709bdffa8_0_2911"/>
          <p:cNvGrpSpPr/>
          <p:nvPr/>
        </p:nvGrpSpPr>
        <p:grpSpPr>
          <a:xfrm>
            <a:off x="300945" y="308243"/>
            <a:ext cx="2012792" cy="571765"/>
            <a:chOff x="338666" y="4303183"/>
            <a:chExt cx="7340599" cy="2085212"/>
          </a:xfrm>
        </p:grpSpPr>
        <p:sp>
          <p:nvSpPr>
            <p:cNvPr id="491" name="Google Shape;491;g12709bdffa8_0_2911"/>
            <p:cNvSpPr/>
            <p:nvPr/>
          </p:nvSpPr>
          <p:spPr>
            <a:xfrm>
              <a:off x="338666" y="4817769"/>
              <a:ext cx="931067" cy="1085156"/>
            </a:xfrm>
            <a:custGeom>
              <a:rect b="b" l="l" r="r" t="t"/>
              <a:pathLst>
                <a:path extrusionOk="0" h="1085156" w="931067">
                  <a:moveTo>
                    <a:pt x="266668" y="724502"/>
                  </a:moveTo>
                  <a:lnTo>
                    <a:pt x="0" y="724502"/>
                  </a:lnTo>
                  <a:cubicBezTo>
                    <a:pt x="0" y="847803"/>
                    <a:pt x="39462" y="937691"/>
                    <a:pt x="117749" y="995117"/>
                  </a:cubicBezTo>
                  <a:cubicBezTo>
                    <a:pt x="188382" y="1054534"/>
                    <a:pt x="298318" y="1085157"/>
                    <a:pt x="451383" y="1085157"/>
                  </a:cubicBezTo>
                  <a:cubicBezTo>
                    <a:pt x="735511" y="1085157"/>
                    <a:pt x="931068" y="993278"/>
                    <a:pt x="931068" y="736551"/>
                  </a:cubicBezTo>
                  <a:cubicBezTo>
                    <a:pt x="931068" y="663885"/>
                    <a:pt x="908108" y="599124"/>
                    <a:pt x="860036" y="546727"/>
                  </a:cubicBezTo>
                  <a:cubicBezTo>
                    <a:pt x="804550" y="492016"/>
                    <a:pt x="691505" y="445600"/>
                    <a:pt x="507268" y="409227"/>
                  </a:cubicBezTo>
                  <a:cubicBezTo>
                    <a:pt x="364487" y="382909"/>
                    <a:pt x="294252" y="340558"/>
                    <a:pt x="294252" y="285925"/>
                  </a:cubicBezTo>
                  <a:cubicBezTo>
                    <a:pt x="294252" y="231452"/>
                    <a:pt x="348064" y="203059"/>
                    <a:pt x="455529" y="203059"/>
                  </a:cubicBezTo>
                  <a:cubicBezTo>
                    <a:pt x="546571" y="203059"/>
                    <a:pt x="602376" y="229378"/>
                    <a:pt x="621111" y="275875"/>
                  </a:cubicBezTo>
                  <a:cubicBezTo>
                    <a:pt x="637534" y="318386"/>
                    <a:pt x="678032" y="340558"/>
                    <a:pt x="737424" y="342631"/>
                  </a:cubicBezTo>
                  <a:lnTo>
                    <a:pt x="898542" y="342631"/>
                  </a:lnTo>
                  <a:cubicBezTo>
                    <a:pt x="892802" y="231452"/>
                    <a:pt x="852463" y="146910"/>
                    <a:pt x="777764" y="86934"/>
                  </a:cubicBezTo>
                  <a:cubicBezTo>
                    <a:pt x="701151" y="28951"/>
                    <a:pt x="592251" y="0"/>
                    <a:pt x="451543" y="0"/>
                  </a:cubicBezTo>
                  <a:cubicBezTo>
                    <a:pt x="206080" y="3908"/>
                    <a:pt x="29577" y="108388"/>
                    <a:pt x="29577" y="334417"/>
                  </a:cubicBezTo>
                  <a:cubicBezTo>
                    <a:pt x="31649" y="502141"/>
                    <a:pt x="149159" y="607421"/>
                    <a:pt x="383141" y="649693"/>
                  </a:cubicBezTo>
                  <a:cubicBezTo>
                    <a:pt x="571284" y="682230"/>
                    <a:pt x="666472" y="726578"/>
                    <a:pt x="666472" y="781214"/>
                  </a:cubicBezTo>
                  <a:cubicBezTo>
                    <a:pt x="666472" y="849880"/>
                    <a:pt x="608515" y="882103"/>
                    <a:pt x="492679" y="882103"/>
                  </a:cubicBezTo>
                  <a:cubicBezTo>
                    <a:pt x="358348" y="882103"/>
                    <a:pt x="272648" y="841907"/>
                    <a:pt x="266668" y="7245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g12709bdffa8_0_2911"/>
            <p:cNvSpPr/>
            <p:nvPr/>
          </p:nvSpPr>
          <p:spPr>
            <a:xfrm>
              <a:off x="1374890" y="4819443"/>
              <a:ext cx="1517750" cy="1067689"/>
            </a:xfrm>
            <a:custGeom>
              <a:rect b="b" l="l" r="r" t="t"/>
              <a:pathLst>
                <a:path extrusionOk="0" h="1067689" w="1517750">
                  <a:moveTo>
                    <a:pt x="448672" y="223396"/>
                  </a:moveTo>
                  <a:cubicBezTo>
                    <a:pt x="569444" y="223396"/>
                    <a:pt x="630673" y="277471"/>
                    <a:pt x="636890" y="387375"/>
                  </a:cubicBezTo>
                  <a:lnTo>
                    <a:pt x="636890" y="1063784"/>
                  </a:lnTo>
                  <a:lnTo>
                    <a:pt x="880920" y="1063784"/>
                  </a:lnTo>
                  <a:lnTo>
                    <a:pt x="880920" y="391522"/>
                  </a:lnTo>
                  <a:cubicBezTo>
                    <a:pt x="882995" y="281379"/>
                    <a:pt x="944138" y="227305"/>
                    <a:pt x="1064996" y="227305"/>
                  </a:cubicBezTo>
                  <a:cubicBezTo>
                    <a:pt x="1185778" y="227305"/>
                    <a:pt x="1246998" y="281379"/>
                    <a:pt x="1253139" y="391522"/>
                  </a:cubicBezTo>
                  <a:lnTo>
                    <a:pt x="1253139" y="935778"/>
                  </a:lnTo>
                  <a:cubicBezTo>
                    <a:pt x="1253139" y="1019760"/>
                    <a:pt x="1296268" y="1061794"/>
                    <a:pt x="1382527" y="1067690"/>
                  </a:cubicBezTo>
                  <a:lnTo>
                    <a:pt x="1517733" y="1067690"/>
                  </a:lnTo>
                  <a:lnTo>
                    <a:pt x="1517733" y="445517"/>
                  </a:lnTo>
                  <a:cubicBezTo>
                    <a:pt x="1519571" y="146911"/>
                    <a:pt x="1372645" y="3669"/>
                    <a:pt x="1069062" y="3669"/>
                  </a:cubicBezTo>
                  <a:cubicBezTo>
                    <a:pt x="930028" y="3669"/>
                    <a:pt x="829973" y="30387"/>
                    <a:pt x="760699" y="85897"/>
                  </a:cubicBezTo>
                  <a:cubicBezTo>
                    <a:pt x="691502" y="28553"/>
                    <a:pt x="591847" y="0"/>
                    <a:pt x="452737" y="0"/>
                  </a:cubicBezTo>
                  <a:cubicBezTo>
                    <a:pt x="148992" y="0"/>
                    <a:pt x="0" y="143242"/>
                    <a:pt x="0" y="441449"/>
                  </a:cubicBezTo>
                  <a:lnTo>
                    <a:pt x="0" y="1063784"/>
                  </a:lnTo>
                  <a:lnTo>
                    <a:pt x="264509" y="1063784"/>
                  </a:lnTo>
                  <a:lnTo>
                    <a:pt x="264509" y="387375"/>
                  </a:lnTo>
                  <a:cubicBezTo>
                    <a:pt x="266747" y="277471"/>
                    <a:pt x="327890" y="223396"/>
                    <a:pt x="448672" y="2233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g12709bdffa8_0_2911"/>
            <p:cNvSpPr/>
            <p:nvPr/>
          </p:nvSpPr>
          <p:spPr>
            <a:xfrm>
              <a:off x="3018422" y="4817769"/>
              <a:ext cx="880929" cy="1069283"/>
            </a:xfrm>
            <a:custGeom>
              <a:rect b="b" l="l" r="r" t="t"/>
              <a:pathLst>
                <a:path extrusionOk="0" h="1069283" w="880929">
                  <a:moveTo>
                    <a:pt x="450909" y="203059"/>
                  </a:moveTo>
                  <a:cubicBezTo>
                    <a:pt x="567140" y="203059"/>
                    <a:pt x="626293" y="232648"/>
                    <a:pt x="632672" y="291907"/>
                  </a:cubicBezTo>
                  <a:cubicBezTo>
                    <a:pt x="632672" y="349012"/>
                    <a:pt x="571443" y="382510"/>
                    <a:pt x="450909" y="396308"/>
                  </a:cubicBezTo>
                  <a:cubicBezTo>
                    <a:pt x="176822" y="421989"/>
                    <a:pt x="5503" y="489301"/>
                    <a:pt x="0" y="739732"/>
                  </a:cubicBezTo>
                  <a:cubicBezTo>
                    <a:pt x="0" y="970552"/>
                    <a:pt x="163912" y="1086833"/>
                    <a:pt x="421566" y="1067135"/>
                  </a:cubicBezTo>
                  <a:cubicBezTo>
                    <a:pt x="714466" y="1047438"/>
                    <a:pt x="880929" y="919183"/>
                    <a:pt x="880929" y="631186"/>
                  </a:cubicBezTo>
                  <a:lnTo>
                    <a:pt x="880929" y="276035"/>
                  </a:lnTo>
                  <a:cubicBezTo>
                    <a:pt x="875188" y="89406"/>
                    <a:pt x="735279" y="0"/>
                    <a:pt x="438475" y="0"/>
                  </a:cubicBezTo>
                  <a:cubicBezTo>
                    <a:pt x="188228" y="0"/>
                    <a:pt x="59639" y="89406"/>
                    <a:pt x="29819" y="276035"/>
                  </a:cubicBezTo>
                  <a:lnTo>
                    <a:pt x="282056" y="276035"/>
                  </a:lnTo>
                  <a:cubicBezTo>
                    <a:pt x="296804" y="226746"/>
                    <a:pt x="351730" y="203059"/>
                    <a:pt x="450909" y="203059"/>
                  </a:cubicBezTo>
                  <a:close/>
                  <a:moveTo>
                    <a:pt x="385615" y="854023"/>
                  </a:moveTo>
                  <a:cubicBezTo>
                    <a:pt x="296804" y="854023"/>
                    <a:pt x="250409" y="814551"/>
                    <a:pt x="244030" y="731760"/>
                  </a:cubicBezTo>
                  <a:cubicBezTo>
                    <a:pt x="244030" y="654874"/>
                    <a:pt x="300955" y="605582"/>
                    <a:pt x="412959" y="585808"/>
                  </a:cubicBezTo>
                  <a:cubicBezTo>
                    <a:pt x="495314" y="570016"/>
                    <a:pt x="571529" y="548404"/>
                    <a:pt x="636899" y="522724"/>
                  </a:cubicBezTo>
                  <a:lnTo>
                    <a:pt x="636899" y="619308"/>
                  </a:lnTo>
                  <a:cubicBezTo>
                    <a:pt x="636814" y="767250"/>
                    <a:pt x="541872" y="854023"/>
                    <a:pt x="385615" y="8540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g12709bdffa8_0_2911"/>
            <p:cNvSpPr/>
            <p:nvPr/>
          </p:nvSpPr>
          <p:spPr>
            <a:xfrm>
              <a:off x="5216460" y="4303183"/>
              <a:ext cx="408455" cy="1583837"/>
            </a:xfrm>
            <a:custGeom>
              <a:rect b="b" l="l" r="r" t="t"/>
              <a:pathLst>
                <a:path extrusionOk="0" h="1583837" w="408455">
                  <a:moveTo>
                    <a:pt x="244078" y="292465"/>
                  </a:moveTo>
                  <a:lnTo>
                    <a:pt x="244078" y="129683"/>
                  </a:lnTo>
                  <a:cubicBezTo>
                    <a:pt x="244078" y="62050"/>
                    <a:pt x="190904" y="0"/>
                    <a:pt x="126647" y="0"/>
                  </a:cubicBezTo>
                  <a:lnTo>
                    <a:pt x="48" y="0"/>
                  </a:lnTo>
                  <a:lnTo>
                    <a:pt x="48" y="1388707"/>
                  </a:lnTo>
                  <a:cubicBezTo>
                    <a:pt x="-1704" y="1505236"/>
                    <a:pt x="44215" y="1566253"/>
                    <a:pt x="139958" y="1576140"/>
                  </a:cubicBezTo>
                  <a:cubicBezTo>
                    <a:pt x="235938" y="1586027"/>
                    <a:pt x="325872" y="1586027"/>
                    <a:pt x="408456" y="1578216"/>
                  </a:cubicBezTo>
                  <a:lnTo>
                    <a:pt x="408456" y="1378820"/>
                  </a:lnTo>
                  <a:lnTo>
                    <a:pt x="329776" y="1378820"/>
                  </a:lnTo>
                  <a:cubicBezTo>
                    <a:pt x="269747" y="1378820"/>
                    <a:pt x="244078" y="1354017"/>
                    <a:pt x="244078" y="1308402"/>
                  </a:cubicBezTo>
                  <a:lnTo>
                    <a:pt x="244078" y="700816"/>
                  </a:lnTo>
                  <a:lnTo>
                    <a:pt x="244078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g12709bdffa8_0_2911"/>
            <p:cNvSpPr/>
            <p:nvPr/>
          </p:nvSpPr>
          <p:spPr>
            <a:xfrm>
              <a:off x="5647957" y="4819443"/>
              <a:ext cx="942548" cy="1081815"/>
            </a:xfrm>
            <a:custGeom>
              <a:rect b="b" l="l" r="r" t="t"/>
              <a:pathLst>
                <a:path extrusionOk="0" h="1081815" w="942548">
                  <a:moveTo>
                    <a:pt x="474350" y="223396"/>
                  </a:moveTo>
                  <a:cubicBezTo>
                    <a:pt x="610108" y="223396"/>
                    <a:pt x="677954" y="326920"/>
                    <a:pt x="677954" y="535718"/>
                  </a:cubicBezTo>
                  <a:cubicBezTo>
                    <a:pt x="676040" y="748907"/>
                    <a:pt x="608042" y="858416"/>
                    <a:pt x="472274" y="858416"/>
                  </a:cubicBezTo>
                  <a:cubicBezTo>
                    <a:pt x="336507" y="858416"/>
                    <a:pt x="266432" y="752822"/>
                    <a:pt x="264595" y="544015"/>
                  </a:cubicBezTo>
                  <a:cubicBezTo>
                    <a:pt x="264681" y="330908"/>
                    <a:pt x="334431" y="223396"/>
                    <a:pt x="474350" y="223396"/>
                  </a:cubicBezTo>
                  <a:close/>
                  <a:moveTo>
                    <a:pt x="474350" y="0"/>
                  </a:moveTo>
                  <a:cubicBezTo>
                    <a:pt x="156733" y="0"/>
                    <a:pt x="0" y="173868"/>
                    <a:pt x="0" y="544015"/>
                  </a:cubicBezTo>
                  <a:cubicBezTo>
                    <a:pt x="0" y="908984"/>
                    <a:pt x="156733" y="1081815"/>
                    <a:pt x="474350" y="1081815"/>
                  </a:cubicBezTo>
                  <a:cubicBezTo>
                    <a:pt x="788206" y="1081815"/>
                    <a:pt x="942549" y="908898"/>
                    <a:pt x="942549" y="544015"/>
                  </a:cubicBezTo>
                  <a:cubicBezTo>
                    <a:pt x="942549" y="173947"/>
                    <a:pt x="788206" y="0"/>
                    <a:pt x="474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g12709bdffa8_0_2911"/>
            <p:cNvSpPr/>
            <p:nvPr/>
          </p:nvSpPr>
          <p:spPr>
            <a:xfrm>
              <a:off x="6716152" y="4817830"/>
              <a:ext cx="963113" cy="1497041"/>
            </a:xfrm>
            <a:custGeom>
              <a:rect b="b" l="l" r="r" t="t"/>
              <a:pathLst>
                <a:path extrusionOk="0" h="1497041" w="963113">
                  <a:moveTo>
                    <a:pt x="414073" y="1083504"/>
                  </a:moveTo>
                  <a:cubicBezTo>
                    <a:pt x="547365" y="1083504"/>
                    <a:pt x="650524" y="1033974"/>
                    <a:pt x="719084" y="934438"/>
                  </a:cubicBezTo>
                  <a:lnTo>
                    <a:pt x="719084" y="1037641"/>
                  </a:lnTo>
                  <a:cubicBezTo>
                    <a:pt x="719084" y="1206805"/>
                    <a:pt x="646382" y="1293978"/>
                    <a:pt x="505036" y="1293978"/>
                  </a:cubicBezTo>
                  <a:cubicBezTo>
                    <a:pt x="393898" y="1293978"/>
                    <a:pt x="331156" y="1255697"/>
                    <a:pt x="313142" y="1174983"/>
                  </a:cubicBezTo>
                  <a:lnTo>
                    <a:pt x="27183" y="1174983"/>
                  </a:lnTo>
                  <a:cubicBezTo>
                    <a:pt x="86973" y="1395505"/>
                    <a:pt x="233585" y="1497042"/>
                    <a:pt x="474578" y="1497042"/>
                  </a:cubicBezTo>
                  <a:cubicBezTo>
                    <a:pt x="807733" y="1491536"/>
                    <a:pt x="963114" y="1370226"/>
                    <a:pt x="963114" y="1100649"/>
                  </a:cubicBezTo>
                  <a:lnTo>
                    <a:pt x="963114" y="465398"/>
                  </a:lnTo>
                  <a:cubicBezTo>
                    <a:pt x="963114" y="140866"/>
                    <a:pt x="809732" y="-1817"/>
                    <a:pt x="484861" y="17"/>
                  </a:cubicBezTo>
                  <a:cubicBezTo>
                    <a:pt x="158485" y="5601"/>
                    <a:pt x="0" y="166548"/>
                    <a:pt x="0" y="530559"/>
                  </a:cubicBezTo>
                  <a:cubicBezTo>
                    <a:pt x="76" y="907720"/>
                    <a:pt x="135283" y="1083504"/>
                    <a:pt x="414073" y="1083504"/>
                  </a:cubicBezTo>
                  <a:close/>
                  <a:moveTo>
                    <a:pt x="488850" y="860105"/>
                  </a:moveTo>
                  <a:cubicBezTo>
                    <a:pt x="343437" y="860105"/>
                    <a:pt x="270650" y="753073"/>
                    <a:pt x="264671" y="538846"/>
                  </a:cubicBezTo>
                  <a:cubicBezTo>
                    <a:pt x="264671" y="314177"/>
                    <a:pt x="339448" y="202997"/>
                    <a:pt x="492915" y="202997"/>
                  </a:cubicBezTo>
                  <a:cubicBezTo>
                    <a:pt x="646382" y="202997"/>
                    <a:pt x="720922" y="314177"/>
                    <a:pt x="719084" y="538846"/>
                  </a:cubicBezTo>
                  <a:cubicBezTo>
                    <a:pt x="711115" y="753073"/>
                    <a:pt x="634263" y="860105"/>
                    <a:pt x="488850" y="8601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g12709bdffa8_0_2911"/>
            <p:cNvSpPr/>
            <p:nvPr/>
          </p:nvSpPr>
          <p:spPr>
            <a:xfrm>
              <a:off x="4661889" y="4843290"/>
              <a:ext cx="419889" cy="1039937"/>
            </a:xfrm>
            <a:custGeom>
              <a:rect b="b" l="l" r="r" t="t"/>
              <a:pathLst>
                <a:path extrusionOk="0" h="1039937" w="419889">
                  <a:moveTo>
                    <a:pt x="0" y="1039938"/>
                  </a:moveTo>
                  <a:lnTo>
                    <a:pt x="264595" y="1039938"/>
                  </a:lnTo>
                  <a:lnTo>
                    <a:pt x="264595" y="492412"/>
                  </a:lnTo>
                  <a:cubicBezTo>
                    <a:pt x="264595" y="363368"/>
                    <a:pt x="316331" y="20497"/>
                    <a:pt x="419890" y="0"/>
                  </a:cubicBezTo>
                  <a:cubicBezTo>
                    <a:pt x="146841" y="33737"/>
                    <a:pt x="6931" y="198992"/>
                    <a:pt x="0" y="496403"/>
                  </a:cubicBezTo>
                  <a:lnTo>
                    <a:pt x="0" y="10399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g12709bdffa8_0_2911"/>
            <p:cNvSpPr/>
            <p:nvPr/>
          </p:nvSpPr>
          <p:spPr>
            <a:xfrm>
              <a:off x="4661889" y="4488137"/>
              <a:ext cx="244020" cy="471437"/>
            </a:xfrm>
            <a:custGeom>
              <a:rect b="b" l="l" r="r" t="t"/>
              <a:pathLst>
                <a:path extrusionOk="0" h="471437" w="244020">
                  <a:moveTo>
                    <a:pt x="244020" y="292465"/>
                  </a:moveTo>
                  <a:lnTo>
                    <a:pt x="244020" y="129683"/>
                  </a:lnTo>
                  <a:cubicBezTo>
                    <a:pt x="244020" y="62050"/>
                    <a:pt x="190846" y="0"/>
                    <a:pt x="126513" y="0"/>
                  </a:cubicBezTo>
                  <a:lnTo>
                    <a:pt x="0" y="0"/>
                  </a:lnTo>
                  <a:lnTo>
                    <a:pt x="152" y="471438"/>
                  </a:lnTo>
                  <a:lnTo>
                    <a:pt x="244020" y="471438"/>
                  </a:lnTo>
                  <a:lnTo>
                    <a:pt x="244020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g12709bdffa8_0_2911"/>
            <p:cNvSpPr/>
            <p:nvPr/>
          </p:nvSpPr>
          <p:spPr>
            <a:xfrm>
              <a:off x="4025065" y="4842652"/>
              <a:ext cx="522658" cy="1040575"/>
            </a:xfrm>
            <a:custGeom>
              <a:rect b="b" l="l" r="r" t="t"/>
              <a:pathLst>
                <a:path extrusionOk="0" h="1040575" w="522658">
                  <a:moveTo>
                    <a:pt x="0" y="1040576"/>
                  </a:moveTo>
                  <a:lnTo>
                    <a:pt x="264604" y="1040576"/>
                  </a:lnTo>
                  <a:lnTo>
                    <a:pt x="264604" y="493050"/>
                  </a:lnTo>
                  <a:cubicBezTo>
                    <a:pt x="264604" y="339762"/>
                    <a:pt x="337544" y="262078"/>
                    <a:pt x="483356" y="262078"/>
                  </a:cubicBezTo>
                  <a:lnTo>
                    <a:pt x="522658" y="262078"/>
                  </a:lnTo>
                  <a:lnTo>
                    <a:pt x="522658" y="0"/>
                  </a:lnTo>
                  <a:cubicBezTo>
                    <a:pt x="214534" y="21774"/>
                    <a:pt x="7417" y="184795"/>
                    <a:pt x="86" y="496955"/>
                  </a:cubicBezTo>
                  <a:lnTo>
                    <a:pt x="86" y="1040576"/>
                  </a:lnTo>
                  <a:lnTo>
                    <a:pt x="0" y="10405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g12709bdffa8_0_2911"/>
            <p:cNvSpPr/>
            <p:nvPr/>
          </p:nvSpPr>
          <p:spPr>
            <a:xfrm>
              <a:off x="356946" y="6029112"/>
              <a:ext cx="1060969" cy="277368"/>
            </a:xfrm>
            <a:custGeom>
              <a:rect b="b" l="l" r="r" t="t"/>
              <a:pathLst>
                <a:path extrusionOk="0" h="277368" w="1060969">
                  <a:moveTo>
                    <a:pt x="101302" y="277368"/>
                  </a:moveTo>
                  <a:cubicBezTo>
                    <a:pt x="87338" y="277368"/>
                    <a:pt x="74263" y="276225"/>
                    <a:pt x="62076" y="273939"/>
                  </a:cubicBezTo>
                  <a:cubicBezTo>
                    <a:pt x="49889" y="271396"/>
                    <a:pt x="38591" y="267586"/>
                    <a:pt x="28182" y="262509"/>
                  </a:cubicBezTo>
                  <a:cubicBezTo>
                    <a:pt x="17772" y="257175"/>
                    <a:pt x="8378" y="250698"/>
                    <a:pt x="0" y="243078"/>
                  </a:cubicBezTo>
                  <a:lnTo>
                    <a:pt x="11806" y="219075"/>
                  </a:lnTo>
                  <a:cubicBezTo>
                    <a:pt x="25516" y="230505"/>
                    <a:pt x="39226" y="238630"/>
                    <a:pt x="52936" y="243459"/>
                  </a:cubicBezTo>
                  <a:cubicBezTo>
                    <a:pt x="66900" y="248288"/>
                    <a:pt x="83149" y="250698"/>
                    <a:pt x="101683" y="250698"/>
                  </a:cubicBezTo>
                  <a:cubicBezTo>
                    <a:pt x="123264" y="250698"/>
                    <a:pt x="140021" y="246507"/>
                    <a:pt x="151953" y="238125"/>
                  </a:cubicBezTo>
                  <a:cubicBezTo>
                    <a:pt x="163886" y="229486"/>
                    <a:pt x="169853" y="217427"/>
                    <a:pt x="169853" y="201930"/>
                  </a:cubicBezTo>
                  <a:cubicBezTo>
                    <a:pt x="169853" y="192529"/>
                    <a:pt x="166806" y="185042"/>
                    <a:pt x="160712" y="179451"/>
                  </a:cubicBezTo>
                  <a:cubicBezTo>
                    <a:pt x="154873" y="173612"/>
                    <a:pt x="146748" y="169040"/>
                    <a:pt x="136339" y="165735"/>
                  </a:cubicBezTo>
                  <a:cubicBezTo>
                    <a:pt x="126183" y="162182"/>
                    <a:pt x="114631" y="158877"/>
                    <a:pt x="101683" y="155829"/>
                  </a:cubicBezTo>
                  <a:cubicBezTo>
                    <a:pt x="88735" y="153038"/>
                    <a:pt x="76421" y="149857"/>
                    <a:pt x="64742" y="146304"/>
                  </a:cubicBezTo>
                  <a:cubicBezTo>
                    <a:pt x="53063" y="142494"/>
                    <a:pt x="42654" y="137798"/>
                    <a:pt x="33514" y="132207"/>
                  </a:cubicBezTo>
                  <a:cubicBezTo>
                    <a:pt x="24627" y="126616"/>
                    <a:pt x="17645" y="119510"/>
                    <a:pt x="12568" y="110871"/>
                  </a:cubicBezTo>
                  <a:cubicBezTo>
                    <a:pt x="7490" y="102232"/>
                    <a:pt x="4951" y="91440"/>
                    <a:pt x="4951" y="78486"/>
                  </a:cubicBezTo>
                  <a:cubicBezTo>
                    <a:pt x="4951" y="62989"/>
                    <a:pt x="9013" y="49406"/>
                    <a:pt x="17138" y="37719"/>
                  </a:cubicBezTo>
                  <a:cubicBezTo>
                    <a:pt x="25262" y="25784"/>
                    <a:pt x="36687" y="16507"/>
                    <a:pt x="51413" y="9906"/>
                  </a:cubicBezTo>
                  <a:cubicBezTo>
                    <a:pt x="66138" y="3305"/>
                    <a:pt x="83530" y="0"/>
                    <a:pt x="103587" y="0"/>
                  </a:cubicBezTo>
                  <a:cubicBezTo>
                    <a:pt x="116028" y="0"/>
                    <a:pt x="127961" y="1400"/>
                    <a:pt x="139386" y="4191"/>
                  </a:cubicBezTo>
                  <a:cubicBezTo>
                    <a:pt x="150811" y="6734"/>
                    <a:pt x="161348" y="10544"/>
                    <a:pt x="170995" y="15621"/>
                  </a:cubicBezTo>
                  <a:cubicBezTo>
                    <a:pt x="180897" y="20698"/>
                    <a:pt x="189656" y="26927"/>
                    <a:pt x="197273" y="34290"/>
                  </a:cubicBezTo>
                  <a:lnTo>
                    <a:pt x="185086" y="58293"/>
                  </a:lnTo>
                  <a:cubicBezTo>
                    <a:pt x="172645" y="47368"/>
                    <a:pt x="159824" y="39367"/>
                    <a:pt x="146622" y="34290"/>
                  </a:cubicBezTo>
                  <a:cubicBezTo>
                    <a:pt x="133419" y="29213"/>
                    <a:pt x="119075" y="26670"/>
                    <a:pt x="103587" y="26670"/>
                  </a:cubicBezTo>
                  <a:cubicBezTo>
                    <a:pt x="82515" y="26670"/>
                    <a:pt x="66011" y="31118"/>
                    <a:pt x="54079" y="40005"/>
                  </a:cubicBezTo>
                  <a:cubicBezTo>
                    <a:pt x="42146" y="48892"/>
                    <a:pt x="36179" y="61341"/>
                    <a:pt x="36179" y="77343"/>
                  </a:cubicBezTo>
                  <a:cubicBezTo>
                    <a:pt x="36179" y="87249"/>
                    <a:pt x="38845" y="95250"/>
                    <a:pt x="44177" y="101346"/>
                  </a:cubicBezTo>
                  <a:cubicBezTo>
                    <a:pt x="49509" y="107442"/>
                    <a:pt x="56998" y="112395"/>
                    <a:pt x="66646" y="116205"/>
                  </a:cubicBezTo>
                  <a:cubicBezTo>
                    <a:pt x="76294" y="119758"/>
                    <a:pt x="87338" y="123063"/>
                    <a:pt x="99779" y="126111"/>
                  </a:cubicBezTo>
                  <a:cubicBezTo>
                    <a:pt x="112981" y="129159"/>
                    <a:pt x="125676" y="132464"/>
                    <a:pt x="137862" y="136017"/>
                  </a:cubicBezTo>
                  <a:cubicBezTo>
                    <a:pt x="150049" y="139570"/>
                    <a:pt x="160839" y="144018"/>
                    <a:pt x="170233" y="149352"/>
                  </a:cubicBezTo>
                  <a:cubicBezTo>
                    <a:pt x="179881" y="154429"/>
                    <a:pt x="187498" y="161163"/>
                    <a:pt x="193084" y="169545"/>
                  </a:cubicBezTo>
                  <a:cubicBezTo>
                    <a:pt x="198669" y="177670"/>
                    <a:pt x="201462" y="188090"/>
                    <a:pt x="201462" y="200787"/>
                  </a:cubicBezTo>
                  <a:cubicBezTo>
                    <a:pt x="201462" y="216284"/>
                    <a:pt x="197399" y="229743"/>
                    <a:pt x="189275" y="241173"/>
                  </a:cubicBezTo>
                  <a:cubicBezTo>
                    <a:pt x="181151" y="252603"/>
                    <a:pt x="169598" y="261490"/>
                    <a:pt x="154619" y="267843"/>
                  </a:cubicBezTo>
                  <a:cubicBezTo>
                    <a:pt x="139640" y="274196"/>
                    <a:pt x="121867" y="277368"/>
                    <a:pt x="101302" y="277368"/>
                  </a:cubicBezTo>
                  <a:close/>
                  <a:moveTo>
                    <a:pt x="248704" y="274320"/>
                  </a:moveTo>
                  <a:lnTo>
                    <a:pt x="248704" y="136398"/>
                  </a:lnTo>
                  <a:cubicBezTo>
                    <a:pt x="248704" y="127511"/>
                    <a:pt x="248449" y="118615"/>
                    <a:pt x="247942" y="109728"/>
                  </a:cubicBezTo>
                  <a:cubicBezTo>
                    <a:pt x="247688" y="100584"/>
                    <a:pt x="246926" y="91564"/>
                    <a:pt x="245657" y="82677"/>
                  </a:cubicBezTo>
                  <a:lnTo>
                    <a:pt x="274981" y="82677"/>
                  </a:lnTo>
                  <a:lnTo>
                    <a:pt x="278409" y="122301"/>
                  </a:lnTo>
                  <a:lnTo>
                    <a:pt x="274600" y="124968"/>
                  </a:lnTo>
                  <a:cubicBezTo>
                    <a:pt x="279170" y="109985"/>
                    <a:pt x="287040" y="98422"/>
                    <a:pt x="298212" y="90297"/>
                  </a:cubicBezTo>
                  <a:cubicBezTo>
                    <a:pt x="309637" y="82172"/>
                    <a:pt x="323093" y="78105"/>
                    <a:pt x="338581" y="78105"/>
                  </a:cubicBezTo>
                  <a:cubicBezTo>
                    <a:pt x="357114" y="78105"/>
                    <a:pt x="371459" y="82677"/>
                    <a:pt x="381615" y="91821"/>
                  </a:cubicBezTo>
                  <a:cubicBezTo>
                    <a:pt x="392024" y="100965"/>
                    <a:pt x="398625" y="114938"/>
                    <a:pt x="401419" y="133731"/>
                  </a:cubicBezTo>
                  <a:lnTo>
                    <a:pt x="392278" y="128778"/>
                  </a:lnTo>
                  <a:cubicBezTo>
                    <a:pt x="396340" y="113281"/>
                    <a:pt x="404465" y="100965"/>
                    <a:pt x="416652" y="91821"/>
                  </a:cubicBezTo>
                  <a:cubicBezTo>
                    <a:pt x="429092" y="82677"/>
                    <a:pt x="443944" y="78105"/>
                    <a:pt x="461210" y="78105"/>
                  </a:cubicBezTo>
                  <a:cubicBezTo>
                    <a:pt x="482282" y="78105"/>
                    <a:pt x="498151" y="84458"/>
                    <a:pt x="508814" y="97155"/>
                  </a:cubicBezTo>
                  <a:cubicBezTo>
                    <a:pt x="519477" y="109604"/>
                    <a:pt x="524809" y="128521"/>
                    <a:pt x="524809" y="153924"/>
                  </a:cubicBezTo>
                  <a:lnTo>
                    <a:pt x="524809" y="274320"/>
                  </a:lnTo>
                  <a:lnTo>
                    <a:pt x="493961" y="274320"/>
                  </a:lnTo>
                  <a:lnTo>
                    <a:pt x="493961" y="155448"/>
                  </a:lnTo>
                  <a:cubicBezTo>
                    <a:pt x="493961" y="137665"/>
                    <a:pt x="490787" y="124711"/>
                    <a:pt x="484441" y="116586"/>
                  </a:cubicBezTo>
                  <a:cubicBezTo>
                    <a:pt x="478093" y="108204"/>
                    <a:pt x="468065" y="104013"/>
                    <a:pt x="454355" y="104013"/>
                  </a:cubicBezTo>
                  <a:cubicBezTo>
                    <a:pt x="438360" y="104013"/>
                    <a:pt x="425664" y="109471"/>
                    <a:pt x="416271" y="120396"/>
                  </a:cubicBezTo>
                  <a:cubicBezTo>
                    <a:pt x="407131" y="131321"/>
                    <a:pt x="402561" y="146180"/>
                    <a:pt x="402561" y="164973"/>
                  </a:cubicBezTo>
                  <a:lnTo>
                    <a:pt x="402561" y="274320"/>
                  </a:lnTo>
                  <a:lnTo>
                    <a:pt x="371713" y="274320"/>
                  </a:lnTo>
                  <a:lnTo>
                    <a:pt x="371713" y="155448"/>
                  </a:lnTo>
                  <a:cubicBezTo>
                    <a:pt x="371713" y="137665"/>
                    <a:pt x="368412" y="124711"/>
                    <a:pt x="361812" y="116586"/>
                  </a:cubicBezTo>
                  <a:cubicBezTo>
                    <a:pt x="355464" y="108204"/>
                    <a:pt x="345436" y="104013"/>
                    <a:pt x="331726" y="104013"/>
                  </a:cubicBezTo>
                  <a:cubicBezTo>
                    <a:pt x="315476" y="104013"/>
                    <a:pt x="302655" y="109471"/>
                    <a:pt x="293261" y="120396"/>
                  </a:cubicBezTo>
                  <a:cubicBezTo>
                    <a:pt x="284121" y="131321"/>
                    <a:pt x="279551" y="146180"/>
                    <a:pt x="279551" y="164973"/>
                  </a:cubicBezTo>
                  <a:lnTo>
                    <a:pt x="279551" y="274320"/>
                  </a:lnTo>
                  <a:lnTo>
                    <a:pt x="248704" y="274320"/>
                  </a:lnTo>
                  <a:close/>
                  <a:moveTo>
                    <a:pt x="656923" y="276987"/>
                  </a:moveTo>
                  <a:cubicBezTo>
                    <a:pt x="639913" y="276987"/>
                    <a:pt x="624933" y="273053"/>
                    <a:pt x="611984" y="265176"/>
                  </a:cubicBezTo>
                  <a:cubicBezTo>
                    <a:pt x="599290" y="257051"/>
                    <a:pt x="589388" y="245621"/>
                    <a:pt x="582279" y="230886"/>
                  </a:cubicBezTo>
                  <a:cubicBezTo>
                    <a:pt x="575424" y="215903"/>
                    <a:pt x="571997" y="198377"/>
                    <a:pt x="571997" y="178308"/>
                  </a:cubicBezTo>
                  <a:cubicBezTo>
                    <a:pt x="571997" y="158239"/>
                    <a:pt x="575552" y="140713"/>
                    <a:pt x="582660" y="125730"/>
                  </a:cubicBezTo>
                  <a:cubicBezTo>
                    <a:pt x="589769" y="110747"/>
                    <a:pt x="599671" y="99060"/>
                    <a:pt x="612365" y="90678"/>
                  </a:cubicBezTo>
                  <a:cubicBezTo>
                    <a:pt x="625313" y="82296"/>
                    <a:pt x="640166" y="78105"/>
                    <a:pt x="656923" y="78105"/>
                  </a:cubicBezTo>
                  <a:cubicBezTo>
                    <a:pt x="674441" y="78105"/>
                    <a:pt x="689294" y="82420"/>
                    <a:pt x="701481" y="91059"/>
                  </a:cubicBezTo>
                  <a:cubicBezTo>
                    <a:pt x="713667" y="99698"/>
                    <a:pt x="721919" y="112014"/>
                    <a:pt x="726235" y="128016"/>
                  </a:cubicBezTo>
                  <a:lnTo>
                    <a:pt x="721665" y="131064"/>
                  </a:lnTo>
                  <a:lnTo>
                    <a:pt x="721665" y="82677"/>
                  </a:lnTo>
                  <a:lnTo>
                    <a:pt x="752132" y="82677"/>
                  </a:lnTo>
                  <a:lnTo>
                    <a:pt x="752132" y="274320"/>
                  </a:lnTo>
                  <a:lnTo>
                    <a:pt x="721665" y="274320"/>
                  </a:lnTo>
                  <a:lnTo>
                    <a:pt x="721665" y="224790"/>
                  </a:lnTo>
                  <a:lnTo>
                    <a:pt x="726235" y="227076"/>
                  </a:lnTo>
                  <a:cubicBezTo>
                    <a:pt x="721919" y="243078"/>
                    <a:pt x="713667" y="255394"/>
                    <a:pt x="701481" y="264033"/>
                  </a:cubicBezTo>
                  <a:cubicBezTo>
                    <a:pt x="689294" y="272672"/>
                    <a:pt x="674441" y="276987"/>
                    <a:pt x="656923" y="276987"/>
                  </a:cubicBezTo>
                  <a:close/>
                  <a:moveTo>
                    <a:pt x="663016" y="251460"/>
                  </a:moveTo>
                  <a:cubicBezTo>
                    <a:pt x="681805" y="251460"/>
                    <a:pt x="696276" y="245107"/>
                    <a:pt x="706431" y="232410"/>
                  </a:cubicBezTo>
                  <a:cubicBezTo>
                    <a:pt x="716587" y="219456"/>
                    <a:pt x="721665" y="201168"/>
                    <a:pt x="721665" y="177546"/>
                  </a:cubicBezTo>
                  <a:cubicBezTo>
                    <a:pt x="721665" y="153924"/>
                    <a:pt x="716461" y="135760"/>
                    <a:pt x="706051" y="123063"/>
                  </a:cubicBezTo>
                  <a:cubicBezTo>
                    <a:pt x="695896" y="110366"/>
                    <a:pt x="681550" y="104013"/>
                    <a:pt x="663016" y="104013"/>
                  </a:cubicBezTo>
                  <a:cubicBezTo>
                    <a:pt x="644229" y="104013"/>
                    <a:pt x="629503" y="110614"/>
                    <a:pt x="618839" y="123825"/>
                  </a:cubicBezTo>
                  <a:cubicBezTo>
                    <a:pt x="608430" y="136779"/>
                    <a:pt x="603225" y="154943"/>
                    <a:pt x="603225" y="178308"/>
                  </a:cubicBezTo>
                  <a:cubicBezTo>
                    <a:pt x="603225" y="201673"/>
                    <a:pt x="608430" y="219713"/>
                    <a:pt x="618839" y="232410"/>
                  </a:cubicBezTo>
                  <a:cubicBezTo>
                    <a:pt x="629503" y="245107"/>
                    <a:pt x="644229" y="251460"/>
                    <a:pt x="663016" y="251460"/>
                  </a:cubicBezTo>
                  <a:close/>
                  <a:moveTo>
                    <a:pt x="811774" y="274320"/>
                  </a:moveTo>
                  <a:lnTo>
                    <a:pt x="811774" y="136398"/>
                  </a:lnTo>
                  <a:cubicBezTo>
                    <a:pt x="811774" y="127511"/>
                    <a:pt x="811520" y="118615"/>
                    <a:pt x="811013" y="109728"/>
                  </a:cubicBezTo>
                  <a:cubicBezTo>
                    <a:pt x="810758" y="100584"/>
                    <a:pt x="809997" y="91564"/>
                    <a:pt x="808728" y="82677"/>
                  </a:cubicBezTo>
                  <a:lnTo>
                    <a:pt x="838052" y="82677"/>
                  </a:lnTo>
                  <a:lnTo>
                    <a:pt x="842241" y="129921"/>
                  </a:lnTo>
                  <a:lnTo>
                    <a:pt x="838052" y="128778"/>
                  </a:lnTo>
                  <a:cubicBezTo>
                    <a:pt x="841606" y="112014"/>
                    <a:pt x="849223" y="99441"/>
                    <a:pt x="860902" y="91059"/>
                  </a:cubicBezTo>
                  <a:cubicBezTo>
                    <a:pt x="872835" y="82420"/>
                    <a:pt x="886164" y="78105"/>
                    <a:pt x="900890" y="78105"/>
                  </a:cubicBezTo>
                  <a:cubicBezTo>
                    <a:pt x="904191" y="78105"/>
                    <a:pt x="907237" y="78362"/>
                    <a:pt x="910030" y="78867"/>
                  </a:cubicBezTo>
                  <a:cubicBezTo>
                    <a:pt x="913076" y="79124"/>
                    <a:pt x="915869" y="79629"/>
                    <a:pt x="918408" y="80391"/>
                  </a:cubicBezTo>
                  <a:lnTo>
                    <a:pt x="917646" y="108585"/>
                  </a:lnTo>
                  <a:cubicBezTo>
                    <a:pt x="911807" y="106556"/>
                    <a:pt x="905079" y="105537"/>
                    <a:pt x="897462" y="105537"/>
                  </a:cubicBezTo>
                  <a:cubicBezTo>
                    <a:pt x="884260" y="105537"/>
                    <a:pt x="873596" y="108461"/>
                    <a:pt x="865472" y="114300"/>
                  </a:cubicBezTo>
                  <a:cubicBezTo>
                    <a:pt x="857601" y="120139"/>
                    <a:pt x="851762" y="127635"/>
                    <a:pt x="847954" y="136779"/>
                  </a:cubicBezTo>
                  <a:cubicBezTo>
                    <a:pt x="844399" y="145666"/>
                    <a:pt x="842622" y="155067"/>
                    <a:pt x="842622" y="164973"/>
                  </a:cubicBezTo>
                  <a:lnTo>
                    <a:pt x="842622" y="274320"/>
                  </a:lnTo>
                  <a:lnTo>
                    <a:pt x="811774" y="274320"/>
                  </a:lnTo>
                  <a:close/>
                  <a:moveTo>
                    <a:pt x="937959" y="107061"/>
                  </a:moveTo>
                  <a:lnTo>
                    <a:pt x="937959" y="82677"/>
                  </a:lnTo>
                  <a:lnTo>
                    <a:pt x="1060969" y="82677"/>
                  </a:lnTo>
                  <a:lnTo>
                    <a:pt x="1060969" y="107061"/>
                  </a:lnTo>
                  <a:lnTo>
                    <a:pt x="937959" y="107061"/>
                  </a:lnTo>
                  <a:close/>
                  <a:moveTo>
                    <a:pt x="1060207" y="246888"/>
                  </a:moveTo>
                  <a:lnTo>
                    <a:pt x="1060207" y="273177"/>
                  </a:lnTo>
                  <a:cubicBezTo>
                    <a:pt x="1055894" y="274444"/>
                    <a:pt x="1051582" y="275339"/>
                    <a:pt x="1047259" y="275844"/>
                  </a:cubicBezTo>
                  <a:cubicBezTo>
                    <a:pt x="1043203" y="276606"/>
                    <a:pt x="1038633" y="276987"/>
                    <a:pt x="1033549" y="276987"/>
                  </a:cubicBezTo>
                  <a:cubicBezTo>
                    <a:pt x="1015783" y="276987"/>
                    <a:pt x="1001559" y="271910"/>
                    <a:pt x="990895" y="261747"/>
                  </a:cubicBezTo>
                  <a:cubicBezTo>
                    <a:pt x="980489" y="251584"/>
                    <a:pt x="975281" y="236344"/>
                    <a:pt x="975281" y="216027"/>
                  </a:cubicBezTo>
                  <a:lnTo>
                    <a:pt x="975281" y="33528"/>
                  </a:lnTo>
                  <a:lnTo>
                    <a:pt x="1006129" y="22479"/>
                  </a:lnTo>
                  <a:lnTo>
                    <a:pt x="1006129" y="211836"/>
                  </a:lnTo>
                  <a:cubicBezTo>
                    <a:pt x="1006129" y="221999"/>
                    <a:pt x="1007528" y="229867"/>
                    <a:pt x="1010318" y="235458"/>
                  </a:cubicBezTo>
                  <a:cubicBezTo>
                    <a:pt x="1013365" y="241049"/>
                    <a:pt x="1017430" y="244983"/>
                    <a:pt x="1022505" y="247269"/>
                  </a:cubicBezTo>
                  <a:cubicBezTo>
                    <a:pt x="1027589" y="249298"/>
                    <a:pt x="1033301" y="250317"/>
                    <a:pt x="1039642" y="250317"/>
                  </a:cubicBezTo>
                  <a:cubicBezTo>
                    <a:pt x="1043451" y="250317"/>
                    <a:pt x="1046878" y="250060"/>
                    <a:pt x="1049925" y="249555"/>
                  </a:cubicBezTo>
                  <a:cubicBezTo>
                    <a:pt x="1052972" y="249050"/>
                    <a:pt x="1056399" y="248155"/>
                    <a:pt x="1060207" y="2468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g12709bdffa8_0_2911"/>
            <p:cNvSpPr/>
            <p:nvPr/>
          </p:nvSpPr>
          <p:spPr>
            <a:xfrm>
              <a:off x="2533419" y="6030637"/>
              <a:ext cx="1481153" cy="357758"/>
            </a:xfrm>
            <a:custGeom>
              <a:rect b="b" l="l" r="r" t="t"/>
              <a:pathLst>
                <a:path extrusionOk="0" h="357758" w="1481153">
                  <a:moveTo>
                    <a:pt x="0" y="272796"/>
                  </a:moveTo>
                  <a:lnTo>
                    <a:pt x="0" y="1524"/>
                  </a:lnTo>
                  <a:lnTo>
                    <a:pt x="31228" y="1524"/>
                  </a:lnTo>
                  <a:lnTo>
                    <a:pt x="31228" y="246126"/>
                  </a:lnTo>
                  <a:lnTo>
                    <a:pt x="167187" y="246126"/>
                  </a:lnTo>
                  <a:lnTo>
                    <a:pt x="167187" y="272796"/>
                  </a:lnTo>
                  <a:lnTo>
                    <a:pt x="0" y="272796"/>
                  </a:lnTo>
                  <a:close/>
                  <a:moveTo>
                    <a:pt x="282561" y="275463"/>
                  </a:moveTo>
                  <a:cubicBezTo>
                    <a:pt x="264281" y="275463"/>
                    <a:pt x="248285" y="271396"/>
                    <a:pt x="234576" y="263271"/>
                  </a:cubicBezTo>
                  <a:cubicBezTo>
                    <a:pt x="221113" y="255146"/>
                    <a:pt x="210583" y="243716"/>
                    <a:pt x="202966" y="228981"/>
                  </a:cubicBezTo>
                  <a:cubicBezTo>
                    <a:pt x="195597" y="213998"/>
                    <a:pt x="191922" y="196339"/>
                    <a:pt x="191922" y="176022"/>
                  </a:cubicBezTo>
                  <a:cubicBezTo>
                    <a:pt x="191922" y="155953"/>
                    <a:pt x="195597" y="138427"/>
                    <a:pt x="202966" y="123444"/>
                  </a:cubicBezTo>
                  <a:cubicBezTo>
                    <a:pt x="210583" y="108461"/>
                    <a:pt x="221113" y="96898"/>
                    <a:pt x="234576" y="88773"/>
                  </a:cubicBezTo>
                  <a:cubicBezTo>
                    <a:pt x="248285" y="80648"/>
                    <a:pt x="264281" y="76581"/>
                    <a:pt x="282561" y="76581"/>
                  </a:cubicBezTo>
                  <a:cubicBezTo>
                    <a:pt x="300841" y="76581"/>
                    <a:pt x="316703" y="80648"/>
                    <a:pt x="330165" y="88773"/>
                  </a:cubicBezTo>
                  <a:cubicBezTo>
                    <a:pt x="343875" y="96898"/>
                    <a:pt x="354405" y="108461"/>
                    <a:pt x="361774" y="123444"/>
                  </a:cubicBezTo>
                  <a:cubicBezTo>
                    <a:pt x="369391" y="138427"/>
                    <a:pt x="373199" y="155953"/>
                    <a:pt x="373199" y="176022"/>
                  </a:cubicBezTo>
                  <a:cubicBezTo>
                    <a:pt x="373199" y="196339"/>
                    <a:pt x="369391" y="213998"/>
                    <a:pt x="361774" y="228981"/>
                  </a:cubicBezTo>
                  <a:cubicBezTo>
                    <a:pt x="354405" y="243716"/>
                    <a:pt x="343875" y="255146"/>
                    <a:pt x="330165" y="263271"/>
                  </a:cubicBezTo>
                  <a:cubicBezTo>
                    <a:pt x="316703" y="271396"/>
                    <a:pt x="300841" y="275463"/>
                    <a:pt x="282561" y="275463"/>
                  </a:cubicBezTo>
                  <a:close/>
                  <a:moveTo>
                    <a:pt x="282561" y="249936"/>
                  </a:moveTo>
                  <a:cubicBezTo>
                    <a:pt x="301345" y="249936"/>
                    <a:pt x="315817" y="243716"/>
                    <a:pt x="325976" y="231267"/>
                  </a:cubicBezTo>
                  <a:cubicBezTo>
                    <a:pt x="336382" y="218570"/>
                    <a:pt x="341590" y="200149"/>
                    <a:pt x="341590" y="176022"/>
                  </a:cubicBezTo>
                  <a:cubicBezTo>
                    <a:pt x="341590" y="152400"/>
                    <a:pt x="336382" y="134236"/>
                    <a:pt x="325976" y="121539"/>
                  </a:cubicBezTo>
                  <a:cubicBezTo>
                    <a:pt x="315560" y="108842"/>
                    <a:pt x="301088" y="102489"/>
                    <a:pt x="282561" y="102489"/>
                  </a:cubicBezTo>
                  <a:cubicBezTo>
                    <a:pt x="264024" y="102489"/>
                    <a:pt x="249428" y="108842"/>
                    <a:pt x="238765" y="121539"/>
                  </a:cubicBezTo>
                  <a:cubicBezTo>
                    <a:pt x="228349" y="134236"/>
                    <a:pt x="223150" y="152400"/>
                    <a:pt x="223150" y="176022"/>
                  </a:cubicBezTo>
                  <a:cubicBezTo>
                    <a:pt x="223150" y="200149"/>
                    <a:pt x="228225" y="218570"/>
                    <a:pt x="238384" y="231267"/>
                  </a:cubicBezTo>
                  <a:cubicBezTo>
                    <a:pt x="248790" y="243716"/>
                    <a:pt x="263519" y="249936"/>
                    <a:pt x="282561" y="249936"/>
                  </a:cubicBezTo>
                  <a:close/>
                  <a:moveTo>
                    <a:pt x="505445" y="357759"/>
                  </a:moveTo>
                  <a:cubicBezTo>
                    <a:pt x="476501" y="357759"/>
                    <a:pt x="451366" y="351158"/>
                    <a:pt x="430039" y="337947"/>
                  </a:cubicBezTo>
                  <a:lnTo>
                    <a:pt x="435371" y="312801"/>
                  </a:lnTo>
                  <a:cubicBezTo>
                    <a:pt x="447310" y="319659"/>
                    <a:pt x="458602" y="324612"/>
                    <a:pt x="469265" y="327660"/>
                  </a:cubicBezTo>
                  <a:cubicBezTo>
                    <a:pt x="479929" y="330708"/>
                    <a:pt x="491992" y="332232"/>
                    <a:pt x="505445" y="332232"/>
                  </a:cubicBezTo>
                  <a:cubicBezTo>
                    <a:pt x="523725" y="332232"/>
                    <a:pt x="537568" y="327279"/>
                    <a:pt x="546955" y="317373"/>
                  </a:cubicBezTo>
                  <a:cubicBezTo>
                    <a:pt x="556610" y="307724"/>
                    <a:pt x="561427" y="293246"/>
                    <a:pt x="561427" y="273939"/>
                  </a:cubicBezTo>
                  <a:lnTo>
                    <a:pt x="561427" y="222123"/>
                  </a:lnTo>
                  <a:lnTo>
                    <a:pt x="565617" y="217170"/>
                  </a:lnTo>
                  <a:cubicBezTo>
                    <a:pt x="562570" y="227333"/>
                    <a:pt x="557752" y="236220"/>
                    <a:pt x="551145" y="243840"/>
                  </a:cubicBezTo>
                  <a:cubicBezTo>
                    <a:pt x="544804" y="251203"/>
                    <a:pt x="536930" y="256918"/>
                    <a:pt x="527533" y="260985"/>
                  </a:cubicBezTo>
                  <a:cubicBezTo>
                    <a:pt x="518145" y="265052"/>
                    <a:pt x="507482" y="267081"/>
                    <a:pt x="495543" y="267081"/>
                  </a:cubicBezTo>
                  <a:cubicBezTo>
                    <a:pt x="478539" y="267081"/>
                    <a:pt x="463553" y="263147"/>
                    <a:pt x="450604" y="255270"/>
                  </a:cubicBezTo>
                  <a:cubicBezTo>
                    <a:pt x="437913" y="247145"/>
                    <a:pt x="427888" y="235963"/>
                    <a:pt x="420518" y="221742"/>
                  </a:cubicBezTo>
                  <a:cubicBezTo>
                    <a:pt x="413416" y="207521"/>
                    <a:pt x="409855" y="190881"/>
                    <a:pt x="409855" y="171831"/>
                  </a:cubicBezTo>
                  <a:cubicBezTo>
                    <a:pt x="409855" y="152781"/>
                    <a:pt x="413416" y="136141"/>
                    <a:pt x="420518" y="121920"/>
                  </a:cubicBezTo>
                  <a:cubicBezTo>
                    <a:pt x="427888" y="107699"/>
                    <a:pt x="437913" y="96650"/>
                    <a:pt x="450604" y="88773"/>
                  </a:cubicBezTo>
                  <a:cubicBezTo>
                    <a:pt x="463553" y="80648"/>
                    <a:pt x="478539" y="76581"/>
                    <a:pt x="495543" y="76581"/>
                  </a:cubicBezTo>
                  <a:cubicBezTo>
                    <a:pt x="513318" y="76581"/>
                    <a:pt x="528295" y="81029"/>
                    <a:pt x="540481" y="89916"/>
                  </a:cubicBezTo>
                  <a:cubicBezTo>
                    <a:pt x="552925" y="98555"/>
                    <a:pt x="561304" y="110747"/>
                    <a:pt x="565617" y="126492"/>
                  </a:cubicBezTo>
                  <a:lnTo>
                    <a:pt x="561047" y="122301"/>
                  </a:lnTo>
                  <a:lnTo>
                    <a:pt x="561047" y="81153"/>
                  </a:lnTo>
                  <a:lnTo>
                    <a:pt x="591894" y="81153"/>
                  </a:lnTo>
                  <a:lnTo>
                    <a:pt x="591894" y="271272"/>
                  </a:lnTo>
                  <a:cubicBezTo>
                    <a:pt x="591894" y="299971"/>
                    <a:pt x="584535" y="321564"/>
                    <a:pt x="569806" y="336042"/>
                  </a:cubicBezTo>
                  <a:cubicBezTo>
                    <a:pt x="555334" y="350520"/>
                    <a:pt x="533883" y="357759"/>
                    <a:pt x="505445" y="357759"/>
                  </a:cubicBezTo>
                  <a:close/>
                  <a:moveTo>
                    <a:pt x="501636" y="241173"/>
                  </a:moveTo>
                  <a:cubicBezTo>
                    <a:pt x="520173" y="241173"/>
                    <a:pt x="534645" y="235077"/>
                    <a:pt x="545051" y="222885"/>
                  </a:cubicBezTo>
                  <a:cubicBezTo>
                    <a:pt x="555715" y="210436"/>
                    <a:pt x="561047" y="193424"/>
                    <a:pt x="561047" y="171831"/>
                  </a:cubicBezTo>
                  <a:cubicBezTo>
                    <a:pt x="561047" y="150238"/>
                    <a:pt x="555715" y="133350"/>
                    <a:pt x="545051" y="121158"/>
                  </a:cubicBezTo>
                  <a:cubicBezTo>
                    <a:pt x="534645" y="108709"/>
                    <a:pt x="520173" y="102489"/>
                    <a:pt x="501636" y="102489"/>
                  </a:cubicBezTo>
                  <a:cubicBezTo>
                    <a:pt x="482851" y="102489"/>
                    <a:pt x="467999" y="108709"/>
                    <a:pt x="457079" y="121158"/>
                  </a:cubicBezTo>
                  <a:cubicBezTo>
                    <a:pt x="446415" y="133350"/>
                    <a:pt x="441083" y="150238"/>
                    <a:pt x="441083" y="171831"/>
                  </a:cubicBezTo>
                  <a:cubicBezTo>
                    <a:pt x="441083" y="193672"/>
                    <a:pt x="446415" y="210693"/>
                    <a:pt x="457079" y="222885"/>
                  </a:cubicBezTo>
                  <a:cubicBezTo>
                    <a:pt x="467999" y="235077"/>
                    <a:pt x="482851" y="241173"/>
                    <a:pt x="501636" y="241173"/>
                  </a:cubicBezTo>
                  <a:close/>
                  <a:moveTo>
                    <a:pt x="651124" y="272796"/>
                  </a:moveTo>
                  <a:lnTo>
                    <a:pt x="651124" y="81153"/>
                  </a:lnTo>
                  <a:lnTo>
                    <a:pt x="681971" y="81153"/>
                  </a:lnTo>
                  <a:lnTo>
                    <a:pt x="681971" y="272796"/>
                  </a:lnTo>
                  <a:lnTo>
                    <a:pt x="651124" y="272796"/>
                  </a:lnTo>
                  <a:close/>
                  <a:moveTo>
                    <a:pt x="648077" y="0"/>
                  </a:moveTo>
                  <a:lnTo>
                    <a:pt x="685780" y="0"/>
                  </a:lnTo>
                  <a:lnTo>
                    <a:pt x="685780" y="35052"/>
                  </a:lnTo>
                  <a:lnTo>
                    <a:pt x="648077" y="35052"/>
                  </a:lnTo>
                  <a:lnTo>
                    <a:pt x="648077" y="0"/>
                  </a:lnTo>
                  <a:close/>
                  <a:moveTo>
                    <a:pt x="806609" y="275463"/>
                  </a:moveTo>
                  <a:cubicBezTo>
                    <a:pt x="774371" y="275463"/>
                    <a:pt x="748856" y="267205"/>
                    <a:pt x="730061" y="250698"/>
                  </a:cubicBezTo>
                  <a:lnTo>
                    <a:pt x="740344" y="227838"/>
                  </a:lnTo>
                  <a:cubicBezTo>
                    <a:pt x="750502" y="235715"/>
                    <a:pt x="760909" y="241554"/>
                    <a:pt x="771572" y="245364"/>
                  </a:cubicBezTo>
                  <a:cubicBezTo>
                    <a:pt x="782493" y="248917"/>
                    <a:pt x="794556" y="250698"/>
                    <a:pt x="807751" y="250698"/>
                  </a:cubicBezTo>
                  <a:cubicBezTo>
                    <a:pt x="822223" y="250698"/>
                    <a:pt x="833144" y="248288"/>
                    <a:pt x="840503" y="243459"/>
                  </a:cubicBezTo>
                  <a:cubicBezTo>
                    <a:pt x="848120" y="238382"/>
                    <a:pt x="851929" y="231143"/>
                    <a:pt x="851929" y="221742"/>
                  </a:cubicBezTo>
                  <a:cubicBezTo>
                    <a:pt x="851929" y="214122"/>
                    <a:pt x="849396" y="208150"/>
                    <a:pt x="844312" y="203835"/>
                  </a:cubicBezTo>
                  <a:cubicBezTo>
                    <a:pt x="839237" y="199263"/>
                    <a:pt x="830859" y="195577"/>
                    <a:pt x="819177" y="192786"/>
                  </a:cubicBezTo>
                  <a:lnTo>
                    <a:pt x="786806" y="185166"/>
                  </a:lnTo>
                  <a:cubicBezTo>
                    <a:pt x="770811" y="181613"/>
                    <a:pt x="758376" y="175260"/>
                    <a:pt x="749484" y="166116"/>
                  </a:cubicBezTo>
                  <a:cubicBezTo>
                    <a:pt x="740858" y="156972"/>
                    <a:pt x="736535" y="146047"/>
                    <a:pt x="736535" y="133350"/>
                  </a:cubicBezTo>
                  <a:cubicBezTo>
                    <a:pt x="736535" y="122177"/>
                    <a:pt x="739582" y="112395"/>
                    <a:pt x="745675" y="104013"/>
                  </a:cubicBezTo>
                  <a:cubicBezTo>
                    <a:pt x="751769" y="95374"/>
                    <a:pt x="760280" y="88649"/>
                    <a:pt x="771191" y="83820"/>
                  </a:cubicBezTo>
                  <a:cubicBezTo>
                    <a:pt x="782112" y="78991"/>
                    <a:pt x="795060" y="76581"/>
                    <a:pt x="810037" y="76581"/>
                  </a:cubicBezTo>
                  <a:cubicBezTo>
                    <a:pt x="823499" y="76581"/>
                    <a:pt x="836190" y="78743"/>
                    <a:pt x="848120" y="83058"/>
                  </a:cubicBezTo>
                  <a:cubicBezTo>
                    <a:pt x="860059" y="87373"/>
                    <a:pt x="870085" y="93602"/>
                    <a:pt x="878206" y="101727"/>
                  </a:cubicBezTo>
                  <a:lnTo>
                    <a:pt x="867924" y="124206"/>
                  </a:lnTo>
                  <a:cubicBezTo>
                    <a:pt x="858784" y="116586"/>
                    <a:pt x="849396" y="110995"/>
                    <a:pt x="839742" y="107442"/>
                  </a:cubicBezTo>
                  <a:cubicBezTo>
                    <a:pt x="830354" y="103632"/>
                    <a:pt x="820452" y="101727"/>
                    <a:pt x="810037" y="101727"/>
                  </a:cubicBezTo>
                  <a:cubicBezTo>
                    <a:pt x="796327" y="101727"/>
                    <a:pt x="785663" y="104394"/>
                    <a:pt x="778046" y="109728"/>
                  </a:cubicBezTo>
                  <a:cubicBezTo>
                    <a:pt x="770687" y="115062"/>
                    <a:pt x="767002" y="122301"/>
                    <a:pt x="767002" y="131445"/>
                  </a:cubicBezTo>
                  <a:cubicBezTo>
                    <a:pt x="767002" y="139322"/>
                    <a:pt x="769287" y="145542"/>
                    <a:pt x="773857" y="150114"/>
                  </a:cubicBezTo>
                  <a:cubicBezTo>
                    <a:pt x="778684" y="154686"/>
                    <a:pt x="786301" y="158239"/>
                    <a:pt x="796708" y="160782"/>
                  </a:cubicBezTo>
                  <a:lnTo>
                    <a:pt x="829078" y="168783"/>
                  </a:lnTo>
                  <a:cubicBezTo>
                    <a:pt x="847111" y="172593"/>
                    <a:pt x="860307" y="178946"/>
                    <a:pt x="868685" y="187833"/>
                  </a:cubicBezTo>
                  <a:cubicBezTo>
                    <a:pt x="877321" y="196472"/>
                    <a:pt x="881634" y="207521"/>
                    <a:pt x="881634" y="220980"/>
                  </a:cubicBezTo>
                  <a:cubicBezTo>
                    <a:pt x="881634" y="237487"/>
                    <a:pt x="874912" y="250698"/>
                    <a:pt x="861449" y="260604"/>
                  </a:cubicBezTo>
                  <a:cubicBezTo>
                    <a:pt x="847996" y="270510"/>
                    <a:pt x="829716" y="275463"/>
                    <a:pt x="806609" y="275463"/>
                  </a:cubicBezTo>
                  <a:close/>
                  <a:moveTo>
                    <a:pt x="901904" y="105537"/>
                  </a:moveTo>
                  <a:lnTo>
                    <a:pt x="901904" y="81153"/>
                  </a:lnTo>
                  <a:lnTo>
                    <a:pt x="1024913" y="81153"/>
                  </a:lnTo>
                  <a:lnTo>
                    <a:pt x="1024913" y="105537"/>
                  </a:lnTo>
                  <a:lnTo>
                    <a:pt x="901904" y="105537"/>
                  </a:lnTo>
                  <a:close/>
                  <a:moveTo>
                    <a:pt x="1024152" y="245364"/>
                  </a:moveTo>
                  <a:lnTo>
                    <a:pt x="1024152" y="271653"/>
                  </a:lnTo>
                  <a:cubicBezTo>
                    <a:pt x="1019829" y="272920"/>
                    <a:pt x="1015516" y="273815"/>
                    <a:pt x="1011203" y="274320"/>
                  </a:cubicBezTo>
                  <a:cubicBezTo>
                    <a:pt x="1007138" y="275082"/>
                    <a:pt x="1002568" y="275463"/>
                    <a:pt x="997493" y="275463"/>
                  </a:cubicBezTo>
                  <a:cubicBezTo>
                    <a:pt x="979718" y="275463"/>
                    <a:pt x="965503" y="270386"/>
                    <a:pt x="954840" y="260223"/>
                  </a:cubicBezTo>
                  <a:cubicBezTo>
                    <a:pt x="944424" y="250060"/>
                    <a:pt x="939226" y="234820"/>
                    <a:pt x="939226" y="214503"/>
                  </a:cubicBezTo>
                  <a:lnTo>
                    <a:pt x="939226" y="32004"/>
                  </a:lnTo>
                  <a:lnTo>
                    <a:pt x="970073" y="20955"/>
                  </a:lnTo>
                  <a:lnTo>
                    <a:pt x="970073" y="210312"/>
                  </a:lnTo>
                  <a:cubicBezTo>
                    <a:pt x="970073" y="220475"/>
                    <a:pt x="971463" y="228343"/>
                    <a:pt x="974262" y="233934"/>
                  </a:cubicBezTo>
                  <a:cubicBezTo>
                    <a:pt x="977309" y="239525"/>
                    <a:pt x="981365" y="243459"/>
                    <a:pt x="986449" y="245745"/>
                  </a:cubicBezTo>
                  <a:cubicBezTo>
                    <a:pt x="991524" y="247774"/>
                    <a:pt x="997236" y="248793"/>
                    <a:pt x="1003587" y="248793"/>
                  </a:cubicBezTo>
                  <a:cubicBezTo>
                    <a:pt x="1007395" y="248793"/>
                    <a:pt x="1010822" y="248536"/>
                    <a:pt x="1013869" y="248031"/>
                  </a:cubicBezTo>
                  <a:cubicBezTo>
                    <a:pt x="1016916" y="247526"/>
                    <a:pt x="1020343" y="246631"/>
                    <a:pt x="1024152" y="245364"/>
                  </a:cubicBezTo>
                  <a:close/>
                  <a:moveTo>
                    <a:pt x="1062083" y="272796"/>
                  </a:moveTo>
                  <a:lnTo>
                    <a:pt x="1062083" y="81153"/>
                  </a:lnTo>
                  <a:lnTo>
                    <a:pt x="1092931" y="81153"/>
                  </a:lnTo>
                  <a:lnTo>
                    <a:pt x="1092931" y="272796"/>
                  </a:lnTo>
                  <a:lnTo>
                    <a:pt x="1062083" y="272796"/>
                  </a:lnTo>
                  <a:close/>
                  <a:moveTo>
                    <a:pt x="1059036" y="0"/>
                  </a:moveTo>
                  <a:lnTo>
                    <a:pt x="1096739" y="0"/>
                  </a:lnTo>
                  <a:lnTo>
                    <a:pt x="1096739" y="35052"/>
                  </a:lnTo>
                  <a:lnTo>
                    <a:pt x="1059036" y="35052"/>
                  </a:lnTo>
                  <a:lnTo>
                    <a:pt x="1059036" y="0"/>
                  </a:lnTo>
                  <a:close/>
                  <a:moveTo>
                    <a:pt x="1233183" y="275463"/>
                  </a:moveTo>
                  <a:cubicBezTo>
                    <a:pt x="1214398" y="275463"/>
                    <a:pt x="1198146" y="271396"/>
                    <a:pt x="1184436" y="263271"/>
                  </a:cubicBezTo>
                  <a:cubicBezTo>
                    <a:pt x="1170726" y="255146"/>
                    <a:pt x="1160062" y="243716"/>
                    <a:pt x="1152446" y="228981"/>
                  </a:cubicBezTo>
                  <a:cubicBezTo>
                    <a:pt x="1145086" y="214246"/>
                    <a:pt x="1141401" y="196853"/>
                    <a:pt x="1141401" y="176784"/>
                  </a:cubicBezTo>
                  <a:cubicBezTo>
                    <a:pt x="1141401" y="156972"/>
                    <a:pt x="1145210" y="139570"/>
                    <a:pt x="1152827" y="124587"/>
                  </a:cubicBezTo>
                  <a:cubicBezTo>
                    <a:pt x="1160443" y="109347"/>
                    <a:pt x="1171240" y="97536"/>
                    <a:pt x="1185197" y="89154"/>
                  </a:cubicBezTo>
                  <a:cubicBezTo>
                    <a:pt x="1199165" y="80772"/>
                    <a:pt x="1215664" y="76581"/>
                    <a:pt x="1234706" y="76581"/>
                  </a:cubicBezTo>
                  <a:cubicBezTo>
                    <a:pt x="1247654" y="76581"/>
                    <a:pt x="1260098" y="78867"/>
                    <a:pt x="1272028" y="83439"/>
                  </a:cubicBezTo>
                  <a:cubicBezTo>
                    <a:pt x="1284215" y="87754"/>
                    <a:pt x="1294250" y="93850"/>
                    <a:pt x="1302114" y="101727"/>
                  </a:cubicBezTo>
                  <a:lnTo>
                    <a:pt x="1291831" y="124587"/>
                  </a:lnTo>
                  <a:cubicBezTo>
                    <a:pt x="1282444" y="117224"/>
                    <a:pt x="1273170" y="111757"/>
                    <a:pt x="1264030" y="108204"/>
                  </a:cubicBezTo>
                  <a:cubicBezTo>
                    <a:pt x="1255148" y="104394"/>
                    <a:pt x="1245884" y="102489"/>
                    <a:pt x="1236230" y="102489"/>
                  </a:cubicBezTo>
                  <a:cubicBezTo>
                    <a:pt x="1216940" y="102489"/>
                    <a:pt x="1201573" y="108966"/>
                    <a:pt x="1190148" y="121920"/>
                  </a:cubicBezTo>
                  <a:cubicBezTo>
                    <a:pt x="1178980" y="134874"/>
                    <a:pt x="1173392" y="153162"/>
                    <a:pt x="1173392" y="176784"/>
                  </a:cubicBezTo>
                  <a:cubicBezTo>
                    <a:pt x="1173392" y="200149"/>
                    <a:pt x="1178980" y="218189"/>
                    <a:pt x="1190148" y="230886"/>
                  </a:cubicBezTo>
                  <a:cubicBezTo>
                    <a:pt x="1201326" y="243583"/>
                    <a:pt x="1216683" y="249936"/>
                    <a:pt x="1236230" y="249936"/>
                  </a:cubicBezTo>
                  <a:cubicBezTo>
                    <a:pt x="1245627" y="249936"/>
                    <a:pt x="1254890" y="248155"/>
                    <a:pt x="1264030" y="244602"/>
                  </a:cubicBezTo>
                  <a:cubicBezTo>
                    <a:pt x="1273170" y="240792"/>
                    <a:pt x="1282444" y="235201"/>
                    <a:pt x="1291831" y="227838"/>
                  </a:cubicBezTo>
                  <a:lnTo>
                    <a:pt x="1302114" y="250698"/>
                  </a:lnTo>
                  <a:cubicBezTo>
                    <a:pt x="1293993" y="258318"/>
                    <a:pt x="1283710" y="264414"/>
                    <a:pt x="1271266" y="268986"/>
                  </a:cubicBezTo>
                  <a:cubicBezTo>
                    <a:pt x="1259080" y="273301"/>
                    <a:pt x="1246388" y="275463"/>
                    <a:pt x="1233183" y="275463"/>
                  </a:cubicBezTo>
                  <a:close/>
                  <a:moveTo>
                    <a:pt x="1406130" y="275463"/>
                  </a:moveTo>
                  <a:cubicBezTo>
                    <a:pt x="1373882" y="275463"/>
                    <a:pt x="1348366" y="267205"/>
                    <a:pt x="1329582" y="250698"/>
                  </a:cubicBezTo>
                  <a:lnTo>
                    <a:pt x="1339864" y="227838"/>
                  </a:lnTo>
                  <a:cubicBezTo>
                    <a:pt x="1350023" y="235715"/>
                    <a:pt x="1360429" y="241554"/>
                    <a:pt x="1371093" y="245364"/>
                  </a:cubicBezTo>
                  <a:cubicBezTo>
                    <a:pt x="1382013" y="248917"/>
                    <a:pt x="1394066" y="250698"/>
                    <a:pt x="1407272" y="250698"/>
                  </a:cubicBezTo>
                  <a:cubicBezTo>
                    <a:pt x="1421744" y="250698"/>
                    <a:pt x="1432664" y="248288"/>
                    <a:pt x="1440024" y="243459"/>
                  </a:cubicBezTo>
                  <a:cubicBezTo>
                    <a:pt x="1447641" y="238382"/>
                    <a:pt x="1451449" y="231143"/>
                    <a:pt x="1451449" y="221742"/>
                  </a:cubicBezTo>
                  <a:cubicBezTo>
                    <a:pt x="1451449" y="214122"/>
                    <a:pt x="1448907" y="208150"/>
                    <a:pt x="1443832" y="203835"/>
                  </a:cubicBezTo>
                  <a:cubicBezTo>
                    <a:pt x="1438757" y="199263"/>
                    <a:pt x="1430379" y="195577"/>
                    <a:pt x="1418697" y="192786"/>
                  </a:cubicBezTo>
                  <a:lnTo>
                    <a:pt x="1386326" y="185166"/>
                  </a:lnTo>
                  <a:cubicBezTo>
                    <a:pt x="1370331" y="181613"/>
                    <a:pt x="1357887" y="175260"/>
                    <a:pt x="1349004" y="166116"/>
                  </a:cubicBezTo>
                  <a:cubicBezTo>
                    <a:pt x="1340369" y="156972"/>
                    <a:pt x="1336056" y="146047"/>
                    <a:pt x="1336056" y="133350"/>
                  </a:cubicBezTo>
                  <a:cubicBezTo>
                    <a:pt x="1336056" y="122177"/>
                    <a:pt x="1339103" y="112395"/>
                    <a:pt x="1345196" y="104013"/>
                  </a:cubicBezTo>
                  <a:cubicBezTo>
                    <a:pt x="1351289" y="95374"/>
                    <a:pt x="1359792" y="88649"/>
                    <a:pt x="1370712" y="83820"/>
                  </a:cubicBezTo>
                  <a:cubicBezTo>
                    <a:pt x="1381632" y="78991"/>
                    <a:pt x="1394581" y="76581"/>
                    <a:pt x="1409557" y="76581"/>
                  </a:cubicBezTo>
                  <a:cubicBezTo>
                    <a:pt x="1423010" y="76581"/>
                    <a:pt x="1435711" y="78743"/>
                    <a:pt x="1447641" y="83058"/>
                  </a:cubicBezTo>
                  <a:cubicBezTo>
                    <a:pt x="1459570" y="87373"/>
                    <a:pt x="1469605" y="93602"/>
                    <a:pt x="1477727" y="101727"/>
                  </a:cubicBezTo>
                  <a:lnTo>
                    <a:pt x="1467444" y="124206"/>
                  </a:lnTo>
                  <a:cubicBezTo>
                    <a:pt x="1458304" y="116586"/>
                    <a:pt x="1448907" y="110995"/>
                    <a:pt x="1439262" y="107442"/>
                  </a:cubicBezTo>
                  <a:cubicBezTo>
                    <a:pt x="1429865" y="103632"/>
                    <a:pt x="1419963" y="101727"/>
                    <a:pt x="1409557" y="101727"/>
                  </a:cubicBezTo>
                  <a:cubicBezTo>
                    <a:pt x="1395847" y="101727"/>
                    <a:pt x="1385184" y="104394"/>
                    <a:pt x="1377567" y="109728"/>
                  </a:cubicBezTo>
                  <a:cubicBezTo>
                    <a:pt x="1370207" y="115062"/>
                    <a:pt x="1366523" y="122301"/>
                    <a:pt x="1366523" y="131445"/>
                  </a:cubicBezTo>
                  <a:cubicBezTo>
                    <a:pt x="1366523" y="139322"/>
                    <a:pt x="1368808" y="145542"/>
                    <a:pt x="1373378" y="150114"/>
                  </a:cubicBezTo>
                  <a:cubicBezTo>
                    <a:pt x="1378205" y="154686"/>
                    <a:pt x="1385821" y="158239"/>
                    <a:pt x="1396228" y="160782"/>
                  </a:cubicBezTo>
                  <a:lnTo>
                    <a:pt x="1428599" y="168783"/>
                  </a:lnTo>
                  <a:cubicBezTo>
                    <a:pt x="1446622" y="172593"/>
                    <a:pt x="1459827" y="178946"/>
                    <a:pt x="1468206" y="187833"/>
                  </a:cubicBezTo>
                  <a:cubicBezTo>
                    <a:pt x="1476841" y="196472"/>
                    <a:pt x="1481154" y="207521"/>
                    <a:pt x="1481154" y="220980"/>
                  </a:cubicBezTo>
                  <a:cubicBezTo>
                    <a:pt x="1481154" y="237487"/>
                    <a:pt x="1474423" y="250698"/>
                    <a:pt x="1460970" y="260604"/>
                  </a:cubicBezTo>
                  <a:cubicBezTo>
                    <a:pt x="1447517" y="270510"/>
                    <a:pt x="1429237" y="275463"/>
                    <a:pt x="1406130" y="2754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g12709bdffa8_0_2911"/>
            <p:cNvSpPr/>
            <p:nvPr/>
          </p:nvSpPr>
          <p:spPr>
            <a:xfrm>
              <a:off x="5142141" y="6021492"/>
              <a:ext cx="1459056" cy="284607"/>
            </a:xfrm>
            <a:custGeom>
              <a:rect b="b" l="l" r="r" t="t"/>
              <a:pathLst>
                <a:path extrusionOk="0" h="284607" w="1459056">
                  <a:moveTo>
                    <a:pt x="0" y="281940"/>
                  </a:moveTo>
                  <a:lnTo>
                    <a:pt x="0" y="10668"/>
                  </a:lnTo>
                  <a:lnTo>
                    <a:pt x="108157" y="10668"/>
                  </a:lnTo>
                  <a:cubicBezTo>
                    <a:pt x="136082" y="10668"/>
                    <a:pt x="157790" y="17402"/>
                    <a:pt x="173280" y="30861"/>
                  </a:cubicBezTo>
                  <a:cubicBezTo>
                    <a:pt x="189018" y="44320"/>
                    <a:pt x="196892" y="62865"/>
                    <a:pt x="196892" y="86487"/>
                  </a:cubicBezTo>
                  <a:cubicBezTo>
                    <a:pt x="196892" y="109852"/>
                    <a:pt x="189018" y="128397"/>
                    <a:pt x="173280" y="142113"/>
                  </a:cubicBezTo>
                  <a:cubicBezTo>
                    <a:pt x="157542" y="155829"/>
                    <a:pt x="135834" y="162687"/>
                    <a:pt x="108157" y="162687"/>
                  </a:cubicBezTo>
                  <a:lnTo>
                    <a:pt x="31228" y="162687"/>
                  </a:lnTo>
                  <a:lnTo>
                    <a:pt x="31228" y="281940"/>
                  </a:lnTo>
                  <a:lnTo>
                    <a:pt x="0" y="281940"/>
                  </a:lnTo>
                  <a:close/>
                  <a:moveTo>
                    <a:pt x="31228" y="136779"/>
                  </a:moveTo>
                  <a:lnTo>
                    <a:pt x="105491" y="136779"/>
                  </a:lnTo>
                  <a:cubicBezTo>
                    <a:pt x="125552" y="136779"/>
                    <a:pt x="140652" y="132464"/>
                    <a:pt x="150811" y="123825"/>
                  </a:cubicBezTo>
                  <a:cubicBezTo>
                    <a:pt x="160970" y="114938"/>
                    <a:pt x="166045" y="102489"/>
                    <a:pt x="166045" y="86487"/>
                  </a:cubicBezTo>
                  <a:cubicBezTo>
                    <a:pt x="166045" y="70485"/>
                    <a:pt x="160970" y="58169"/>
                    <a:pt x="150811" y="49530"/>
                  </a:cubicBezTo>
                  <a:cubicBezTo>
                    <a:pt x="140652" y="40891"/>
                    <a:pt x="125552" y="36576"/>
                    <a:pt x="105491" y="36576"/>
                  </a:cubicBezTo>
                  <a:lnTo>
                    <a:pt x="31228" y="36576"/>
                  </a:lnTo>
                  <a:lnTo>
                    <a:pt x="31228" y="136779"/>
                  </a:lnTo>
                  <a:close/>
                  <a:moveTo>
                    <a:pt x="244258" y="281940"/>
                  </a:moveTo>
                  <a:lnTo>
                    <a:pt x="244258" y="1524"/>
                  </a:lnTo>
                  <a:lnTo>
                    <a:pt x="275106" y="1524"/>
                  </a:lnTo>
                  <a:lnTo>
                    <a:pt x="275106" y="281940"/>
                  </a:lnTo>
                  <a:lnTo>
                    <a:pt x="244258" y="281940"/>
                  </a:lnTo>
                  <a:close/>
                  <a:moveTo>
                    <a:pt x="408503" y="284607"/>
                  </a:moveTo>
                  <a:cubicBezTo>
                    <a:pt x="391489" y="284607"/>
                    <a:pt x="376513" y="280673"/>
                    <a:pt x="363564" y="272796"/>
                  </a:cubicBezTo>
                  <a:cubicBezTo>
                    <a:pt x="350873" y="264671"/>
                    <a:pt x="340972" y="253241"/>
                    <a:pt x="333859" y="238506"/>
                  </a:cubicBezTo>
                  <a:cubicBezTo>
                    <a:pt x="327005" y="223523"/>
                    <a:pt x="323577" y="205997"/>
                    <a:pt x="323577" y="185928"/>
                  </a:cubicBezTo>
                  <a:cubicBezTo>
                    <a:pt x="323577" y="165859"/>
                    <a:pt x="327128" y="148333"/>
                    <a:pt x="334240" y="133350"/>
                  </a:cubicBezTo>
                  <a:cubicBezTo>
                    <a:pt x="341352" y="118367"/>
                    <a:pt x="351254" y="106680"/>
                    <a:pt x="363945" y="98298"/>
                  </a:cubicBezTo>
                  <a:cubicBezTo>
                    <a:pt x="376894" y="89916"/>
                    <a:pt x="391746" y="85725"/>
                    <a:pt x="408503" y="85725"/>
                  </a:cubicBezTo>
                  <a:cubicBezTo>
                    <a:pt x="426021" y="85725"/>
                    <a:pt x="440874" y="90040"/>
                    <a:pt x="453061" y="98679"/>
                  </a:cubicBezTo>
                  <a:cubicBezTo>
                    <a:pt x="465247" y="107318"/>
                    <a:pt x="473502" y="119634"/>
                    <a:pt x="477815" y="135636"/>
                  </a:cubicBezTo>
                  <a:lnTo>
                    <a:pt x="473245" y="138684"/>
                  </a:lnTo>
                  <a:lnTo>
                    <a:pt x="473245" y="90297"/>
                  </a:lnTo>
                  <a:lnTo>
                    <a:pt x="503712" y="90297"/>
                  </a:lnTo>
                  <a:lnTo>
                    <a:pt x="503712" y="281940"/>
                  </a:lnTo>
                  <a:lnTo>
                    <a:pt x="473245" y="281940"/>
                  </a:lnTo>
                  <a:lnTo>
                    <a:pt x="473245" y="232410"/>
                  </a:lnTo>
                  <a:lnTo>
                    <a:pt x="477815" y="234696"/>
                  </a:lnTo>
                  <a:cubicBezTo>
                    <a:pt x="473502" y="250698"/>
                    <a:pt x="465247" y="263014"/>
                    <a:pt x="453061" y="271653"/>
                  </a:cubicBezTo>
                  <a:cubicBezTo>
                    <a:pt x="440874" y="280292"/>
                    <a:pt x="426021" y="284607"/>
                    <a:pt x="408503" y="284607"/>
                  </a:cubicBezTo>
                  <a:close/>
                  <a:moveTo>
                    <a:pt x="414596" y="259080"/>
                  </a:moveTo>
                  <a:cubicBezTo>
                    <a:pt x="433381" y="259080"/>
                    <a:pt x="447853" y="252727"/>
                    <a:pt x="458011" y="240030"/>
                  </a:cubicBezTo>
                  <a:cubicBezTo>
                    <a:pt x="468170" y="227076"/>
                    <a:pt x="473245" y="208788"/>
                    <a:pt x="473245" y="185166"/>
                  </a:cubicBezTo>
                  <a:cubicBezTo>
                    <a:pt x="473245" y="161544"/>
                    <a:pt x="468037" y="143380"/>
                    <a:pt x="457631" y="130683"/>
                  </a:cubicBezTo>
                  <a:cubicBezTo>
                    <a:pt x="447472" y="117986"/>
                    <a:pt x="433134" y="111633"/>
                    <a:pt x="414596" y="111633"/>
                  </a:cubicBezTo>
                  <a:cubicBezTo>
                    <a:pt x="395812" y="111633"/>
                    <a:pt x="381083" y="118234"/>
                    <a:pt x="370420" y="131445"/>
                  </a:cubicBezTo>
                  <a:cubicBezTo>
                    <a:pt x="360013" y="144399"/>
                    <a:pt x="354805" y="162563"/>
                    <a:pt x="354805" y="185928"/>
                  </a:cubicBezTo>
                  <a:cubicBezTo>
                    <a:pt x="354805" y="209293"/>
                    <a:pt x="360013" y="227333"/>
                    <a:pt x="370420" y="240030"/>
                  </a:cubicBezTo>
                  <a:cubicBezTo>
                    <a:pt x="381083" y="252727"/>
                    <a:pt x="395812" y="259080"/>
                    <a:pt x="414596" y="259080"/>
                  </a:cubicBezTo>
                  <a:close/>
                  <a:moveTo>
                    <a:pt x="536311" y="114681"/>
                  </a:moveTo>
                  <a:lnTo>
                    <a:pt x="536311" y="90297"/>
                  </a:lnTo>
                  <a:lnTo>
                    <a:pt x="659321" y="90297"/>
                  </a:lnTo>
                  <a:lnTo>
                    <a:pt x="659321" y="114681"/>
                  </a:lnTo>
                  <a:lnTo>
                    <a:pt x="536311" y="114681"/>
                  </a:lnTo>
                  <a:close/>
                  <a:moveTo>
                    <a:pt x="658560" y="254508"/>
                  </a:moveTo>
                  <a:lnTo>
                    <a:pt x="658560" y="280797"/>
                  </a:lnTo>
                  <a:cubicBezTo>
                    <a:pt x="654247" y="282064"/>
                    <a:pt x="649934" y="282959"/>
                    <a:pt x="645611" y="283464"/>
                  </a:cubicBezTo>
                  <a:cubicBezTo>
                    <a:pt x="641555" y="284226"/>
                    <a:pt x="636985" y="284607"/>
                    <a:pt x="631901" y="284607"/>
                  </a:cubicBezTo>
                  <a:cubicBezTo>
                    <a:pt x="614135" y="284607"/>
                    <a:pt x="599911" y="279530"/>
                    <a:pt x="589247" y="269367"/>
                  </a:cubicBezTo>
                  <a:cubicBezTo>
                    <a:pt x="578841" y="259204"/>
                    <a:pt x="573633" y="243964"/>
                    <a:pt x="573633" y="223647"/>
                  </a:cubicBezTo>
                  <a:lnTo>
                    <a:pt x="573633" y="41148"/>
                  </a:lnTo>
                  <a:lnTo>
                    <a:pt x="604481" y="30099"/>
                  </a:lnTo>
                  <a:lnTo>
                    <a:pt x="604481" y="219456"/>
                  </a:lnTo>
                  <a:cubicBezTo>
                    <a:pt x="604481" y="229619"/>
                    <a:pt x="605880" y="237487"/>
                    <a:pt x="608670" y="243078"/>
                  </a:cubicBezTo>
                  <a:cubicBezTo>
                    <a:pt x="611717" y="248669"/>
                    <a:pt x="615782" y="252603"/>
                    <a:pt x="620857" y="254889"/>
                  </a:cubicBezTo>
                  <a:cubicBezTo>
                    <a:pt x="625941" y="256918"/>
                    <a:pt x="631654" y="257937"/>
                    <a:pt x="637995" y="257937"/>
                  </a:cubicBezTo>
                  <a:cubicBezTo>
                    <a:pt x="641803" y="257937"/>
                    <a:pt x="645230" y="257680"/>
                    <a:pt x="648277" y="257175"/>
                  </a:cubicBezTo>
                  <a:cubicBezTo>
                    <a:pt x="651324" y="256670"/>
                    <a:pt x="654751" y="255775"/>
                    <a:pt x="658560" y="254508"/>
                  </a:cubicBezTo>
                  <a:close/>
                  <a:moveTo>
                    <a:pt x="673545" y="114681"/>
                  </a:moveTo>
                  <a:lnTo>
                    <a:pt x="673545" y="90297"/>
                  </a:lnTo>
                  <a:lnTo>
                    <a:pt x="788558" y="90297"/>
                  </a:lnTo>
                  <a:lnTo>
                    <a:pt x="788558" y="114681"/>
                  </a:lnTo>
                  <a:lnTo>
                    <a:pt x="673545" y="114681"/>
                  </a:lnTo>
                  <a:close/>
                  <a:moveTo>
                    <a:pt x="793889" y="29718"/>
                  </a:moveTo>
                  <a:cubicBezTo>
                    <a:pt x="786787" y="27689"/>
                    <a:pt x="780179" y="26670"/>
                    <a:pt x="774086" y="26670"/>
                  </a:cubicBezTo>
                  <a:cubicBezTo>
                    <a:pt x="767993" y="26670"/>
                    <a:pt x="762414" y="27813"/>
                    <a:pt x="757329" y="30099"/>
                  </a:cubicBezTo>
                  <a:cubicBezTo>
                    <a:pt x="752511" y="32128"/>
                    <a:pt x="748703" y="35938"/>
                    <a:pt x="745904" y="41529"/>
                  </a:cubicBezTo>
                  <a:cubicBezTo>
                    <a:pt x="743114" y="47120"/>
                    <a:pt x="741715" y="54864"/>
                    <a:pt x="741715" y="64770"/>
                  </a:cubicBezTo>
                  <a:lnTo>
                    <a:pt x="741715" y="281940"/>
                  </a:lnTo>
                  <a:lnTo>
                    <a:pt x="710867" y="281940"/>
                  </a:lnTo>
                  <a:lnTo>
                    <a:pt x="710867" y="60960"/>
                  </a:lnTo>
                  <a:cubicBezTo>
                    <a:pt x="710867" y="40386"/>
                    <a:pt x="715952" y="25146"/>
                    <a:pt x="726101" y="15240"/>
                  </a:cubicBezTo>
                  <a:cubicBezTo>
                    <a:pt x="736260" y="5077"/>
                    <a:pt x="750227" y="0"/>
                    <a:pt x="767993" y="0"/>
                  </a:cubicBezTo>
                  <a:cubicBezTo>
                    <a:pt x="772315" y="0"/>
                    <a:pt x="776628" y="257"/>
                    <a:pt x="780941" y="762"/>
                  </a:cubicBezTo>
                  <a:cubicBezTo>
                    <a:pt x="785263" y="1267"/>
                    <a:pt x="789576" y="2162"/>
                    <a:pt x="793889" y="3429"/>
                  </a:cubicBezTo>
                  <a:lnTo>
                    <a:pt x="793889" y="29718"/>
                  </a:lnTo>
                  <a:close/>
                  <a:moveTo>
                    <a:pt x="906255" y="284607"/>
                  </a:moveTo>
                  <a:cubicBezTo>
                    <a:pt x="887975" y="284607"/>
                    <a:pt x="871980" y="280540"/>
                    <a:pt x="858270" y="272415"/>
                  </a:cubicBezTo>
                  <a:cubicBezTo>
                    <a:pt x="844807" y="264290"/>
                    <a:pt x="834277" y="252860"/>
                    <a:pt x="826660" y="238125"/>
                  </a:cubicBezTo>
                  <a:cubicBezTo>
                    <a:pt x="819291" y="223142"/>
                    <a:pt x="815616" y="205483"/>
                    <a:pt x="815616" y="185166"/>
                  </a:cubicBezTo>
                  <a:cubicBezTo>
                    <a:pt x="815616" y="165097"/>
                    <a:pt x="819291" y="147571"/>
                    <a:pt x="826660" y="132588"/>
                  </a:cubicBezTo>
                  <a:cubicBezTo>
                    <a:pt x="834277" y="117605"/>
                    <a:pt x="844807" y="106042"/>
                    <a:pt x="858270" y="97917"/>
                  </a:cubicBezTo>
                  <a:cubicBezTo>
                    <a:pt x="871980" y="89792"/>
                    <a:pt x="887975" y="85725"/>
                    <a:pt x="906255" y="85725"/>
                  </a:cubicBezTo>
                  <a:cubicBezTo>
                    <a:pt x="924535" y="85725"/>
                    <a:pt x="940397" y="89792"/>
                    <a:pt x="953859" y="97917"/>
                  </a:cubicBezTo>
                  <a:cubicBezTo>
                    <a:pt x="967569" y="106042"/>
                    <a:pt x="978100" y="117605"/>
                    <a:pt x="985469" y="132588"/>
                  </a:cubicBezTo>
                  <a:cubicBezTo>
                    <a:pt x="993085" y="147571"/>
                    <a:pt x="996894" y="165097"/>
                    <a:pt x="996894" y="185166"/>
                  </a:cubicBezTo>
                  <a:cubicBezTo>
                    <a:pt x="996894" y="205483"/>
                    <a:pt x="993085" y="223142"/>
                    <a:pt x="985469" y="238125"/>
                  </a:cubicBezTo>
                  <a:cubicBezTo>
                    <a:pt x="978100" y="252860"/>
                    <a:pt x="967569" y="264290"/>
                    <a:pt x="953859" y="272415"/>
                  </a:cubicBezTo>
                  <a:cubicBezTo>
                    <a:pt x="940397" y="280540"/>
                    <a:pt x="924535" y="284607"/>
                    <a:pt x="906255" y="284607"/>
                  </a:cubicBezTo>
                  <a:close/>
                  <a:moveTo>
                    <a:pt x="906255" y="259080"/>
                  </a:moveTo>
                  <a:cubicBezTo>
                    <a:pt x="925040" y="259080"/>
                    <a:pt x="939511" y="252860"/>
                    <a:pt x="949670" y="240411"/>
                  </a:cubicBezTo>
                  <a:cubicBezTo>
                    <a:pt x="960076" y="227714"/>
                    <a:pt x="965284" y="209293"/>
                    <a:pt x="965284" y="185166"/>
                  </a:cubicBezTo>
                  <a:cubicBezTo>
                    <a:pt x="965284" y="161544"/>
                    <a:pt x="960076" y="143380"/>
                    <a:pt x="949670" y="130683"/>
                  </a:cubicBezTo>
                  <a:cubicBezTo>
                    <a:pt x="939254" y="117986"/>
                    <a:pt x="924782" y="111633"/>
                    <a:pt x="906255" y="111633"/>
                  </a:cubicBezTo>
                  <a:cubicBezTo>
                    <a:pt x="887717" y="111633"/>
                    <a:pt x="873122" y="117986"/>
                    <a:pt x="862459" y="130683"/>
                  </a:cubicBezTo>
                  <a:cubicBezTo>
                    <a:pt x="852043" y="143380"/>
                    <a:pt x="846845" y="161544"/>
                    <a:pt x="846845" y="185166"/>
                  </a:cubicBezTo>
                  <a:cubicBezTo>
                    <a:pt x="846845" y="209293"/>
                    <a:pt x="851919" y="227714"/>
                    <a:pt x="862078" y="240411"/>
                  </a:cubicBezTo>
                  <a:cubicBezTo>
                    <a:pt x="872484" y="252860"/>
                    <a:pt x="887213" y="259080"/>
                    <a:pt x="906255" y="259080"/>
                  </a:cubicBezTo>
                  <a:close/>
                  <a:moveTo>
                    <a:pt x="1044974" y="281940"/>
                  </a:moveTo>
                  <a:lnTo>
                    <a:pt x="1044974" y="144018"/>
                  </a:lnTo>
                  <a:cubicBezTo>
                    <a:pt x="1044974" y="135131"/>
                    <a:pt x="1044727" y="126235"/>
                    <a:pt x="1044212" y="117348"/>
                  </a:cubicBezTo>
                  <a:cubicBezTo>
                    <a:pt x="1043965" y="108204"/>
                    <a:pt x="1043203" y="99184"/>
                    <a:pt x="1041927" y="90297"/>
                  </a:cubicBezTo>
                  <a:lnTo>
                    <a:pt x="1071252" y="90297"/>
                  </a:lnTo>
                  <a:lnTo>
                    <a:pt x="1075441" y="137541"/>
                  </a:lnTo>
                  <a:lnTo>
                    <a:pt x="1071252" y="136398"/>
                  </a:lnTo>
                  <a:cubicBezTo>
                    <a:pt x="1074812" y="119634"/>
                    <a:pt x="1082429" y="107061"/>
                    <a:pt x="1094102" y="98679"/>
                  </a:cubicBezTo>
                  <a:cubicBezTo>
                    <a:pt x="1106041" y="90040"/>
                    <a:pt x="1119371" y="85725"/>
                    <a:pt x="1134089" y="85725"/>
                  </a:cubicBezTo>
                  <a:cubicBezTo>
                    <a:pt x="1137393" y="85725"/>
                    <a:pt x="1140440" y="85982"/>
                    <a:pt x="1143230" y="86487"/>
                  </a:cubicBezTo>
                  <a:cubicBezTo>
                    <a:pt x="1146276" y="86744"/>
                    <a:pt x="1149076" y="87249"/>
                    <a:pt x="1151608" y="88011"/>
                  </a:cubicBezTo>
                  <a:lnTo>
                    <a:pt x="1150846" y="116205"/>
                  </a:lnTo>
                  <a:cubicBezTo>
                    <a:pt x="1145010" y="114176"/>
                    <a:pt x="1138279" y="113157"/>
                    <a:pt x="1130662" y="113157"/>
                  </a:cubicBezTo>
                  <a:cubicBezTo>
                    <a:pt x="1117466" y="113157"/>
                    <a:pt x="1106803" y="116081"/>
                    <a:pt x="1098672" y="121920"/>
                  </a:cubicBezTo>
                  <a:cubicBezTo>
                    <a:pt x="1090808" y="127759"/>
                    <a:pt x="1084962" y="135255"/>
                    <a:pt x="1081153" y="144399"/>
                  </a:cubicBezTo>
                  <a:cubicBezTo>
                    <a:pt x="1077602" y="153286"/>
                    <a:pt x="1075822" y="162687"/>
                    <a:pt x="1075822" y="172593"/>
                  </a:cubicBezTo>
                  <a:lnTo>
                    <a:pt x="1075822" y="281940"/>
                  </a:lnTo>
                  <a:lnTo>
                    <a:pt x="1044974" y="281940"/>
                  </a:lnTo>
                  <a:close/>
                  <a:moveTo>
                    <a:pt x="1182951" y="281940"/>
                  </a:moveTo>
                  <a:lnTo>
                    <a:pt x="1182951" y="144018"/>
                  </a:lnTo>
                  <a:cubicBezTo>
                    <a:pt x="1182951" y="135131"/>
                    <a:pt x="1182703" y="126235"/>
                    <a:pt x="1182189" y="117348"/>
                  </a:cubicBezTo>
                  <a:cubicBezTo>
                    <a:pt x="1181941" y="108204"/>
                    <a:pt x="1181180" y="99184"/>
                    <a:pt x="1179904" y="90297"/>
                  </a:cubicBezTo>
                  <a:lnTo>
                    <a:pt x="1209228" y="90297"/>
                  </a:lnTo>
                  <a:lnTo>
                    <a:pt x="1212656" y="129921"/>
                  </a:lnTo>
                  <a:lnTo>
                    <a:pt x="1208847" y="132588"/>
                  </a:lnTo>
                  <a:cubicBezTo>
                    <a:pt x="1213418" y="117605"/>
                    <a:pt x="1221291" y="106042"/>
                    <a:pt x="1232459" y="97917"/>
                  </a:cubicBezTo>
                  <a:cubicBezTo>
                    <a:pt x="1243885" y="89792"/>
                    <a:pt x="1257347" y="85725"/>
                    <a:pt x="1272828" y="85725"/>
                  </a:cubicBezTo>
                  <a:cubicBezTo>
                    <a:pt x="1291365" y="85725"/>
                    <a:pt x="1305713" y="90297"/>
                    <a:pt x="1315862" y="99441"/>
                  </a:cubicBezTo>
                  <a:cubicBezTo>
                    <a:pt x="1326278" y="108585"/>
                    <a:pt x="1332876" y="122558"/>
                    <a:pt x="1335665" y="141351"/>
                  </a:cubicBezTo>
                  <a:lnTo>
                    <a:pt x="1326526" y="136398"/>
                  </a:lnTo>
                  <a:cubicBezTo>
                    <a:pt x="1330591" y="120901"/>
                    <a:pt x="1338712" y="108585"/>
                    <a:pt x="1350899" y="99441"/>
                  </a:cubicBezTo>
                  <a:cubicBezTo>
                    <a:pt x="1363343" y="90297"/>
                    <a:pt x="1378196" y="85725"/>
                    <a:pt x="1395457" y="85725"/>
                  </a:cubicBezTo>
                  <a:cubicBezTo>
                    <a:pt x="1416536" y="85725"/>
                    <a:pt x="1432398" y="92078"/>
                    <a:pt x="1443061" y="104775"/>
                  </a:cubicBezTo>
                  <a:cubicBezTo>
                    <a:pt x="1453725" y="117224"/>
                    <a:pt x="1459056" y="136141"/>
                    <a:pt x="1459056" y="161544"/>
                  </a:cubicBezTo>
                  <a:lnTo>
                    <a:pt x="1459056" y="281940"/>
                  </a:lnTo>
                  <a:lnTo>
                    <a:pt x="1428209" y="281940"/>
                  </a:lnTo>
                  <a:lnTo>
                    <a:pt x="1428209" y="163068"/>
                  </a:lnTo>
                  <a:cubicBezTo>
                    <a:pt x="1428209" y="145285"/>
                    <a:pt x="1425038" y="132331"/>
                    <a:pt x="1418688" y="124206"/>
                  </a:cubicBezTo>
                  <a:cubicBezTo>
                    <a:pt x="1412347" y="115824"/>
                    <a:pt x="1402312" y="111633"/>
                    <a:pt x="1388602" y="111633"/>
                  </a:cubicBezTo>
                  <a:cubicBezTo>
                    <a:pt x="1372607" y="111633"/>
                    <a:pt x="1359915" y="117091"/>
                    <a:pt x="1350518" y="128016"/>
                  </a:cubicBezTo>
                  <a:cubicBezTo>
                    <a:pt x="1341378" y="138941"/>
                    <a:pt x="1336808" y="153800"/>
                    <a:pt x="1336808" y="172593"/>
                  </a:cubicBezTo>
                  <a:lnTo>
                    <a:pt x="1336808" y="281940"/>
                  </a:lnTo>
                  <a:lnTo>
                    <a:pt x="1305960" y="281940"/>
                  </a:lnTo>
                  <a:lnTo>
                    <a:pt x="1305960" y="163068"/>
                  </a:lnTo>
                  <a:cubicBezTo>
                    <a:pt x="1305960" y="145285"/>
                    <a:pt x="1302666" y="132331"/>
                    <a:pt x="1296059" y="124206"/>
                  </a:cubicBezTo>
                  <a:cubicBezTo>
                    <a:pt x="1289718" y="115824"/>
                    <a:pt x="1279683" y="111633"/>
                    <a:pt x="1265973" y="111633"/>
                  </a:cubicBezTo>
                  <a:cubicBezTo>
                    <a:pt x="1249730" y="111633"/>
                    <a:pt x="1236906" y="117091"/>
                    <a:pt x="1227508" y="128016"/>
                  </a:cubicBezTo>
                  <a:cubicBezTo>
                    <a:pt x="1218368" y="138941"/>
                    <a:pt x="1213798" y="153800"/>
                    <a:pt x="1213798" y="172593"/>
                  </a:cubicBezTo>
                  <a:lnTo>
                    <a:pt x="1213798" y="281940"/>
                  </a:lnTo>
                  <a:lnTo>
                    <a:pt x="1182951" y="2819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g12709bdffa8_0_2911"/>
            <p:cNvSpPr/>
            <p:nvPr/>
          </p:nvSpPr>
          <p:spPr>
            <a:xfrm>
              <a:off x="4527854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g12709bdffa8_0_2911"/>
            <p:cNvSpPr/>
            <p:nvPr/>
          </p:nvSpPr>
          <p:spPr>
            <a:xfrm>
              <a:off x="1919132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--Warehouse">
  <p:cSld name="Background--Warehouse">
    <p:bg>
      <p:bgPr>
        <a:solidFill>
          <a:schemeClr val="accent5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g12709bdffa8_0_2930"/>
          <p:cNvPicPr preferRelativeResize="0"/>
          <p:nvPr/>
        </p:nvPicPr>
        <p:blipFill rotWithShape="1">
          <a:blip r:embed="rId2">
            <a:alphaModFix amt="40000"/>
          </a:blip>
          <a:srcRect b="12059" l="0" r="52412" t="24769"/>
          <a:stretch/>
        </p:blipFill>
        <p:spPr>
          <a:xfrm>
            <a:off x="3007268" y="-1"/>
            <a:ext cx="918473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g12709bdffa8_0_2930"/>
          <p:cNvSpPr txBox="1"/>
          <p:nvPr>
            <p:ph idx="1" type="body"/>
          </p:nvPr>
        </p:nvSpPr>
        <p:spPr>
          <a:xfrm>
            <a:off x="155786" y="6472155"/>
            <a:ext cx="5940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8" name="Google Shape;508;g12709bdffa8_0_2930"/>
          <p:cNvSpPr txBox="1"/>
          <p:nvPr>
            <p:ph type="title"/>
          </p:nvPr>
        </p:nvSpPr>
        <p:spPr>
          <a:xfrm>
            <a:off x="155786" y="1191528"/>
            <a:ext cx="5054700" cy="48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  <a:defRPr b="1" sz="32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09" name="Google Shape;509;g12709bdffa8_0_2930"/>
          <p:cNvGrpSpPr/>
          <p:nvPr/>
        </p:nvGrpSpPr>
        <p:grpSpPr>
          <a:xfrm>
            <a:off x="300945" y="308243"/>
            <a:ext cx="2012792" cy="571765"/>
            <a:chOff x="338666" y="4303183"/>
            <a:chExt cx="7340599" cy="2085212"/>
          </a:xfrm>
        </p:grpSpPr>
        <p:sp>
          <p:nvSpPr>
            <p:cNvPr id="510" name="Google Shape;510;g12709bdffa8_0_2930"/>
            <p:cNvSpPr/>
            <p:nvPr/>
          </p:nvSpPr>
          <p:spPr>
            <a:xfrm>
              <a:off x="338666" y="4817769"/>
              <a:ext cx="931067" cy="1085156"/>
            </a:xfrm>
            <a:custGeom>
              <a:rect b="b" l="l" r="r" t="t"/>
              <a:pathLst>
                <a:path extrusionOk="0" h="1085156" w="931067">
                  <a:moveTo>
                    <a:pt x="266668" y="724502"/>
                  </a:moveTo>
                  <a:lnTo>
                    <a:pt x="0" y="724502"/>
                  </a:lnTo>
                  <a:cubicBezTo>
                    <a:pt x="0" y="847803"/>
                    <a:pt x="39462" y="937691"/>
                    <a:pt x="117749" y="995117"/>
                  </a:cubicBezTo>
                  <a:cubicBezTo>
                    <a:pt x="188382" y="1054534"/>
                    <a:pt x="298318" y="1085157"/>
                    <a:pt x="451383" y="1085157"/>
                  </a:cubicBezTo>
                  <a:cubicBezTo>
                    <a:pt x="735511" y="1085157"/>
                    <a:pt x="931068" y="993278"/>
                    <a:pt x="931068" y="736551"/>
                  </a:cubicBezTo>
                  <a:cubicBezTo>
                    <a:pt x="931068" y="663885"/>
                    <a:pt x="908108" y="599124"/>
                    <a:pt x="860036" y="546727"/>
                  </a:cubicBezTo>
                  <a:cubicBezTo>
                    <a:pt x="804550" y="492016"/>
                    <a:pt x="691505" y="445600"/>
                    <a:pt x="507268" y="409227"/>
                  </a:cubicBezTo>
                  <a:cubicBezTo>
                    <a:pt x="364487" y="382909"/>
                    <a:pt x="294252" y="340558"/>
                    <a:pt x="294252" y="285925"/>
                  </a:cubicBezTo>
                  <a:cubicBezTo>
                    <a:pt x="294252" y="231452"/>
                    <a:pt x="348064" y="203059"/>
                    <a:pt x="455529" y="203059"/>
                  </a:cubicBezTo>
                  <a:cubicBezTo>
                    <a:pt x="546571" y="203059"/>
                    <a:pt x="602376" y="229378"/>
                    <a:pt x="621111" y="275875"/>
                  </a:cubicBezTo>
                  <a:cubicBezTo>
                    <a:pt x="637534" y="318386"/>
                    <a:pt x="678032" y="340558"/>
                    <a:pt x="737424" y="342631"/>
                  </a:cubicBezTo>
                  <a:lnTo>
                    <a:pt x="898542" y="342631"/>
                  </a:lnTo>
                  <a:cubicBezTo>
                    <a:pt x="892802" y="231452"/>
                    <a:pt x="852463" y="146910"/>
                    <a:pt x="777764" y="86934"/>
                  </a:cubicBezTo>
                  <a:cubicBezTo>
                    <a:pt x="701151" y="28951"/>
                    <a:pt x="592251" y="0"/>
                    <a:pt x="451543" y="0"/>
                  </a:cubicBezTo>
                  <a:cubicBezTo>
                    <a:pt x="206080" y="3908"/>
                    <a:pt x="29577" y="108388"/>
                    <a:pt x="29577" y="334417"/>
                  </a:cubicBezTo>
                  <a:cubicBezTo>
                    <a:pt x="31649" y="502141"/>
                    <a:pt x="149159" y="607421"/>
                    <a:pt x="383141" y="649693"/>
                  </a:cubicBezTo>
                  <a:cubicBezTo>
                    <a:pt x="571284" y="682230"/>
                    <a:pt x="666472" y="726578"/>
                    <a:pt x="666472" y="781214"/>
                  </a:cubicBezTo>
                  <a:cubicBezTo>
                    <a:pt x="666472" y="849880"/>
                    <a:pt x="608515" y="882103"/>
                    <a:pt x="492679" y="882103"/>
                  </a:cubicBezTo>
                  <a:cubicBezTo>
                    <a:pt x="358348" y="882103"/>
                    <a:pt x="272648" y="841907"/>
                    <a:pt x="266668" y="7245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g12709bdffa8_0_2930"/>
            <p:cNvSpPr/>
            <p:nvPr/>
          </p:nvSpPr>
          <p:spPr>
            <a:xfrm>
              <a:off x="1374890" y="4819443"/>
              <a:ext cx="1517750" cy="1067689"/>
            </a:xfrm>
            <a:custGeom>
              <a:rect b="b" l="l" r="r" t="t"/>
              <a:pathLst>
                <a:path extrusionOk="0" h="1067689" w="1517750">
                  <a:moveTo>
                    <a:pt x="448672" y="223396"/>
                  </a:moveTo>
                  <a:cubicBezTo>
                    <a:pt x="569444" y="223396"/>
                    <a:pt x="630673" y="277471"/>
                    <a:pt x="636890" y="387375"/>
                  </a:cubicBezTo>
                  <a:lnTo>
                    <a:pt x="636890" y="1063784"/>
                  </a:lnTo>
                  <a:lnTo>
                    <a:pt x="880920" y="1063784"/>
                  </a:lnTo>
                  <a:lnTo>
                    <a:pt x="880920" y="391522"/>
                  </a:lnTo>
                  <a:cubicBezTo>
                    <a:pt x="882995" y="281379"/>
                    <a:pt x="944138" y="227305"/>
                    <a:pt x="1064996" y="227305"/>
                  </a:cubicBezTo>
                  <a:cubicBezTo>
                    <a:pt x="1185778" y="227305"/>
                    <a:pt x="1246998" y="281379"/>
                    <a:pt x="1253139" y="391522"/>
                  </a:cubicBezTo>
                  <a:lnTo>
                    <a:pt x="1253139" y="935778"/>
                  </a:lnTo>
                  <a:cubicBezTo>
                    <a:pt x="1253139" y="1019760"/>
                    <a:pt x="1296268" y="1061794"/>
                    <a:pt x="1382527" y="1067690"/>
                  </a:cubicBezTo>
                  <a:lnTo>
                    <a:pt x="1517733" y="1067690"/>
                  </a:lnTo>
                  <a:lnTo>
                    <a:pt x="1517733" y="445517"/>
                  </a:lnTo>
                  <a:cubicBezTo>
                    <a:pt x="1519571" y="146911"/>
                    <a:pt x="1372645" y="3669"/>
                    <a:pt x="1069062" y="3669"/>
                  </a:cubicBezTo>
                  <a:cubicBezTo>
                    <a:pt x="930028" y="3669"/>
                    <a:pt x="829973" y="30387"/>
                    <a:pt x="760699" y="85897"/>
                  </a:cubicBezTo>
                  <a:cubicBezTo>
                    <a:pt x="691502" y="28553"/>
                    <a:pt x="591847" y="0"/>
                    <a:pt x="452737" y="0"/>
                  </a:cubicBezTo>
                  <a:cubicBezTo>
                    <a:pt x="148992" y="0"/>
                    <a:pt x="0" y="143242"/>
                    <a:pt x="0" y="441449"/>
                  </a:cubicBezTo>
                  <a:lnTo>
                    <a:pt x="0" y="1063784"/>
                  </a:lnTo>
                  <a:lnTo>
                    <a:pt x="264509" y="1063784"/>
                  </a:lnTo>
                  <a:lnTo>
                    <a:pt x="264509" y="387375"/>
                  </a:lnTo>
                  <a:cubicBezTo>
                    <a:pt x="266747" y="277471"/>
                    <a:pt x="327890" y="223396"/>
                    <a:pt x="448672" y="2233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g12709bdffa8_0_2930"/>
            <p:cNvSpPr/>
            <p:nvPr/>
          </p:nvSpPr>
          <p:spPr>
            <a:xfrm>
              <a:off x="3018422" y="4817769"/>
              <a:ext cx="880929" cy="1069283"/>
            </a:xfrm>
            <a:custGeom>
              <a:rect b="b" l="l" r="r" t="t"/>
              <a:pathLst>
                <a:path extrusionOk="0" h="1069283" w="880929">
                  <a:moveTo>
                    <a:pt x="450909" y="203059"/>
                  </a:moveTo>
                  <a:cubicBezTo>
                    <a:pt x="567140" y="203059"/>
                    <a:pt x="626293" y="232648"/>
                    <a:pt x="632672" y="291907"/>
                  </a:cubicBezTo>
                  <a:cubicBezTo>
                    <a:pt x="632672" y="349012"/>
                    <a:pt x="571443" y="382510"/>
                    <a:pt x="450909" y="396308"/>
                  </a:cubicBezTo>
                  <a:cubicBezTo>
                    <a:pt x="176822" y="421989"/>
                    <a:pt x="5503" y="489301"/>
                    <a:pt x="0" y="739732"/>
                  </a:cubicBezTo>
                  <a:cubicBezTo>
                    <a:pt x="0" y="970552"/>
                    <a:pt x="163912" y="1086833"/>
                    <a:pt x="421566" y="1067135"/>
                  </a:cubicBezTo>
                  <a:cubicBezTo>
                    <a:pt x="714466" y="1047438"/>
                    <a:pt x="880929" y="919183"/>
                    <a:pt x="880929" y="631186"/>
                  </a:cubicBezTo>
                  <a:lnTo>
                    <a:pt x="880929" y="276035"/>
                  </a:lnTo>
                  <a:cubicBezTo>
                    <a:pt x="875188" y="89406"/>
                    <a:pt x="735279" y="0"/>
                    <a:pt x="438475" y="0"/>
                  </a:cubicBezTo>
                  <a:cubicBezTo>
                    <a:pt x="188228" y="0"/>
                    <a:pt x="59639" y="89406"/>
                    <a:pt x="29819" y="276035"/>
                  </a:cubicBezTo>
                  <a:lnTo>
                    <a:pt x="282056" y="276035"/>
                  </a:lnTo>
                  <a:cubicBezTo>
                    <a:pt x="296804" y="226746"/>
                    <a:pt x="351730" y="203059"/>
                    <a:pt x="450909" y="203059"/>
                  </a:cubicBezTo>
                  <a:close/>
                  <a:moveTo>
                    <a:pt x="385615" y="854023"/>
                  </a:moveTo>
                  <a:cubicBezTo>
                    <a:pt x="296804" y="854023"/>
                    <a:pt x="250409" y="814551"/>
                    <a:pt x="244030" y="731760"/>
                  </a:cubicBezTo>
                  <a:cubicBezTo>
                    <a:pt x="244030" y="654874"/>
                    <a:pt x="300955" y="605582"/>
                    <a:pt x="412959" y="585808"/>
                  </a:cubicBezTo>
                  <a:cubicBezTo>
                    <a:pt x="495314" y="570016"/>
                    <a:pt x="571529" y="548404"/>
                    <a:pt x="636899" y="522724"/>
                  </a:cubicBezTo>
                  <a:lnTo>
                    <a:pt x="636899" y="619308"/>
                  </a:lnTo>
                  <a:cubicBezTo>
                    <a:pt x="636814" y="767250"/>
                    <a:pt x="541872" y="854023"/>
                    <a:pt x="385615" y="8540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g12709bdffa8_0_2930"/>
            <p:cNvSpPr/>
            <p:nvPr/>
          </p:nvSpPr>
          <p:spPr>
            <a:xfrm>
              <a:off x="5216460" y="4303183"/>
              <a:ext cx="408455" cy="1583837"/>
            </a:xfrm>
            <a:custGeom>
              <a:rect b="b" l="l" r="r" t="t"/>
              <a:pathLst>
                <a:path extrusionOk="0" h="1583837" w="408455">
                  <a:moveTo>
                    <a:pt x="244078" y="292465"/>
                  </a:moveTo>
                  <a:lnTo>
                    <a:pt x="244078" y="129683"/>
                  </a:lnTo>
                  <a:cubicBezTo>
                    <a:pt x="244078" y="62050"/>
                    <a:pt x="190904" y="0"/>
                    <a:pt x="126647" y="0"/>
                  </a:cubicBezTo>
                  <a:lnTo>
                    <a:pt x="48" y="0"/>
                  </a:lnTo>
                  <a:lnTo>
                    <a:pt x="48" y="1388707"/>
                  </a:lnTo>
                  <a:cubicBezTo>
                    <a:pt x="-1704" y="1505236"/>
                    <a:pt x="44215" y="1566253"/>
                    <a:pt x="139958" y="1576140"/>
                  </a:cubicBezTo>
                  <a:cubicBezTo>
                    <a:pt x="235938" y="1586027"/>
                    <a:pt x="325872" y="1586027"/>
                    <a:pt x="408456" y="1578216"/>
                  </a:cubicBezTo>
                  <a:lnTo>
                    <a:pt x="408456" y="1378820"/>
                  </a:lnTo>
                  <a:lnTo>
                    <a:pt x="329776" y="1378820"/>
                  </a:lnTo>
                  <a:cubicBezTo>
                    <a:pt x="269747" y="1378820"/>
                    <a:pt x="244078" y="1354017"/>
                    <a:pt x="244078" y="1308402"/>
                  </a:cubicBezTo>
                  <a:lnTo>
                    <a:pt x="244078" y="700816"/>
                  </a:lnTo>
                  <a:lnTo>
                    <a:pt x="244078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g12709bdffa8_0_2930"/>
            <p:cNvSpPr/>
            <p:nvPr/>
          </p:nvSpPr>
          <p:spPr>
            <a:xfrm>
              <a:off x="5647957" y="4819443"/>
              <a:ext cx="942548" cy="1081815"/>
            </a:xfrm>
            <a:custGeom>
              <a:rect b="b" l="l" r="r" t="t"/>
              <a:pathLst>
                <a:path extrusionOk="0" h="1081815" w="942548">
                  <a:moveTo>
                    <a:pt x="474350" y="223396"/>
                  </a:moveTo>
                  <a:cubicBezTo>
                    <a:pt x="610108" y="223396"/>
                    <a:pt x="677954" y="326920"/>
                    <a:pt x="677954" y="535718"/>
                  </a:cubicBezTo>
                  <a:cubicBezTo>
                    <a:pt x="676040" y="748907"/>
                    <a:pt x="608042" y="858416"/>
                    <a:pt x="472274" y="858416"/>
                  </a:cubicBezTo>
                  <a:cubicBezTo>
                    <a:pt x="336507" y="858416"/>
                    <a:pt x="266432" y="752822"/>
                    <a:pt x="264595" y="544015"/>
                  </a:cubicBezTo>
                  <a:cubicBezTo>
                    <a:pt x="264681" y="330908"/>
                    <a:pt x="334431" y="223396"/>
                    <a:pt x="474350" y="223396"/>
                  </a:cubicBezTo>
                  <a:close/>
                  <a:moveTo>
                    <a:pt x="474350" y="0"/>
                  </a:moveTo>
                  <a:cubicBezTo>
                    <a:pt x="156733" y="0"/>
                    <a:pt x="0" y="173868"/>
                    <a:pt x="0" y="544015"/>
                  </a:cubicBezTo>
                  <a:cubicBezTo>
                    <a:pt x="0" y="908984"/>
                    <a:pt x="156733" y="1081815"/>
                    <a:pt x="474350" y="1081815"/>
                  </a:cubicBezTo>
                  <a:cubicBezTo>
                    <a:pt x="788206" y="1081815"/>
                    <a:pt x="942549" y="908898"/>
                    <a:pt x="942549" y="544015"/>
                  </a:cubicBezTo>
                  <a:cubicBezTo>
                    <a:pt x="942549" y="173947"/>
                    <a:pt x="788206" y="0"/>
                    <a:pt x="474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g12709bdffa8_0_2930"/>
            <p:cNvSpPr/>
            <p:nvPr/>
          </p:nvSpPr>
          <p:spPr>
            <a:xfrm>
              <a:off x="6716152" y="4817830"/>
              <a:ext cx="963113" cy="1497041"/>
            </a:xfrm>
            <a:custGeom>
              <a:rect b="b" l="l" r="r" t="t"/>
              <a:pathLst>
                <a:path extrusionOk="0" h="1497041" w="963113">
                  <a:moveTo>
                    <a:pt x="414073" y="1083504"/>
                  </a:moveTo>
                  <a:cubicBezTo>
                    <a:pt x="547365" y="1083504"/>
                    <a:pt x="650524" y="1033974"/>
                    <a:pt x="719084" y="934438"/>
                  </a:cubicBezTo>
                  <a:lnTo>
                    <a:pt x="719084" y="1037641"/>
                  </a:lnTo>
                  <a:cubicBezTo>
                    <a:pt x="719084" y="1206805"/>
                    <a:pt x="646382" y="1293978"/>
                    <a:pt x="505036" y="1293978"/>
                  </a:cubicBezTo>
                  <a:cubicBezTo>
                    <a:pt x="393898" y="1293978"/>
                    <a:pt x="331156" y="1255697"/>
                    <a:pt x="313142" y="1174983"/>
                  </a:cubicBezTo>
                  <a:lnTo>
                    <a:pt x="27183" y="1174983"/>
                  </a:lnTo>
                  <a:cubicBezTo>
                    <a:pt x="86973" y="1395505"/>
                    <a:pt x="233585" y="1497042"/>
                    <a:pt x="474578" y="1497042"/>
                  </a:cubicBezTo>
                  <a:cubicBezTo>
                    <a:pt x="807733" y="1491536"/>
                    <a:pt x="963114" y="1370226"/>
                    <a:pt x="963114" y="1100649"/>
                  </a:cubicBezTo>
                  <a:lnTo>
                    <a:pt x="963114" y="465398"/>
                  </a:lnTo>
                  <a:cubicBezTo>
                    <a:pt x="963114" y="140866"/>
                    <a:pt x="809732" y="-1817"/>
                    <a:pt x="484861" y="17"/>
                  </a:cubicBezTo>
                  <a:cubicBezTo>
                    <a:pt x="158485" y="5601"/>
                    <a:pt x="0" y="166548"/>
                    <a:pt x="0" y="530559"/>
                  </a:cubicBezTo>
                  <a:cubicBezTo>
                    <a:pt x="76" y="907720"/>
                    <a:pt x="135283" y="1083504"/>
                    <a:pt x="414073" y="1083504"/>
                  </a:cubicBezTo>
                  <a:close/>
                  <a:moveTo>
                    <a:pt x="488850" y="860105"/>
                  </a:moveTo>
                  <a:cubicBezTo>
                    <a:pt x="343437" y="860105"/>
                    <a:pt x="270650" y="753073"/>
                    <a:pt x="264671" y="538846"/>
                  </a:cubicBezTo>
                  <a:cubicBezTo>
                    <a:pt x="264671" y="314177"/>
                    <a:pt x="339448" y="202997"/>
                    <a:pt x="492915" y="202997"/>
                  </a:cubicBezTo>
                  <a:cubicBezTo>
                    <a:pt x="646382" y="202997"/>
                    <a:pt x="720922" y="314177"/>
                    <a:pt x="719084" y="538846"/>
                  </a:cubicBezTo>
                  <a:cubicBezTo>
                    <a:pt x="711115" y="753073"/>
                    <a:pt x="634263" y="860105"/>
                    <a:pt x="488850" y="8601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g12709bdffa8_0_2930"/>
            <p:cNvSpPr/>
            <p:nvPr/>
          </p:nvSpPr>
          <p:spPr>
            <a:xfrm>
              <a:off x="4661889" y="4843290"/>
              <a:ext cx="419889" cy="1039937"/>
            </a:xfrm>
            <a:custGeom>
              <a:rect b="b" l="l" r="r" t="t"/>
              <a:pathLst>
                <a:path extrusionOk="0" h="1039937" w="419889">
                  <a:moveTo>
                    <a:pt x="0" y="1039938"/>
                  </a:moveTo>
                  <a:lnTo>
                    <a:pt x="264595" y="1039938"/>
                  </a:lnTo>
                  <a:lnTo>
                    <a:pt x="264595" y="492412"/>
                  </a:lnTo>
                  <a:cubicBezTo>
                    <a:pt x="264595" y="363368"/>
                    <a:pt x="316331" y="20497"/>
                    <a:pt x="419890" y="0"/>
                  </a:cubicBezTo>
                  <a:cubicBezTo>
                    <a:pt x="146841" y="33737"/>
                    <a:pt x="6931" y="198992"/>
                    <a:pt x="0" y="496403"/>
                  </a:cubicBezTo>
                  <a:lnTo>
                    <a:pt x="0" y="10399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g12709bdffa8_0_2930"/>
            <p:cNvSpPr/>
            <p:nvPr/>
          </p:nvSpPr>
          <p:spPr>
            <a:xfrm>
              <a:off x="4661889" y="4488137"/>
              <a:ext cx="244020" cy="471437"/>
            </a:xfrm>
            <a:custGeom>
              <a:rect b="b" l="l" r="r" t="t"/>
              <a:pathLst>
                <a:path extrusionOk="0" h="471437" w="244020">
                  <a:moveTo>
                    <a:pt x="244020" y="292465"/>
                  </a:moveTo>
                  <a:lnTo>
                    <a:pt x="244020" y="129683"/>
                  </a:lnTo>
                  <a:cubicBezTo>
                    <a:pt x="244020" y="62050"/>
                    <a:pt x="190846" y="0"/>
                    <a:pt x="126513" y="0"/>
                  </a:cubicBezTo>
                  <a:lnTo>
                    <a:pt x="0" y="0"/>
                  </a:lnTo>
                  <a:lnTo>
                    <a:pt x="152" y="471438"/>
                  </a:lnTo>
                  <a:lnTo>
                    <a:pt x="244020" y="471438"/>
                  </a:lnTo>
                  <a:lnTo>
                    <a:pt x="244020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g12709bdffa8_0_2930"/>
            <p:cNvSpPr/>
            <p:nvPr/>
          </p:nvSpPr>
          <p:spPr>
            <a:xfrm>
              <a:off x="4025065" y="4842652"/>
              <a:ext cx="522658" cy="1040575"/>
            </a:xfrm>
            <a:custGeom>
              <a:rect b="b" l="l" r="r" t="t"/>
              <a:pathLst>
                <a:path extrusionOk="0" h="1040575" w="522658">
                  <a:moveTo>
                    <a:pt x="0" y="1040576"/>
                  </a:moveTo>
                  <a:lnTo>
                    <a:pt x="264604" y="1040576"/>
                  </a:lnTo>
                  <a:lnTo>
                    <a:pt x="264604" y="493050"/>
                  </a:lnTo>
                  <a:cubicBezTo>
                    <a:pt x="264604" y="339762"/>
                    <a:pt x="337544" y="262078"/>
                    <a:pt x="483356" y="262078"/>
                  </a:cubicBezTo>
                  <a:lnTo>
                    <a:pt x="522658" y="262078"/>
                  </a:lnTo>
                  <a:lnTo>
                    <a:pt x="522658" y="0"/>
                  </a:lnTo>
                  <a:cubicBezTo>
                    <a:pt x="214534" y="21774"/>
                    <a:pt x="7417" y="184795"/>
                    <a:pt x="86" y="496955"/>
                  </a:cubicBezTo>
                  <a:lnTo>
                    <a:pt x="86" y="1040576"/>
                  </a:lnTo>
                  <a:lnTo>
                    <a:pt x="0" y="10405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g12709bdffa8_0_2930"/>
            <p:cNvSpPr/>
            <p:nvPr/>
          </p:nvSpPr>
          <p:spPr>
            <a:xfrm>
              <a:off x="356946" y="6029112"/>
              <a:ext cx="1060969" cy="277368"/>
            </a:xfrm>
            <a:custGeom>
              <a:rect b="b" l="l" r="r" t="t"/>
              <a:pathLst>
                <a:path extrusionOk="0" h="277368" w="1060969">
                  <a:moveTo>
                    <a:pt x="101302" y="277368"/>
                  </a:moveTo>
                  <a:cubicBezTo>
                    <a:pt x="87338" y="277368"/>
                    <a:pt x="74263" y="276225"/>
                    <a:pt x="62076" y="273939"/>
                  </a:cubicBezTo>
                  <a:cubicBezTo>
                    <a:pt x="49889" y="271396"/>
                    <a:pt x="38591" y="267586"/>
                    <a:pt x="28182" y="262509"/>
                  </a:cubicBezTo>
                  <a:cubicBezTo>
                    <a:pt x="17772" y="257175"/>
                    <a:pt x="8378" y="250698"/>
                    <a:pt x="0" y="243078"/>
                  </a:cubicBezTo>
                  <a:lnTo>
                    <a:pt x="11806" y="219075"/>
                  </a:lnTo>
                  <a:cubicBezTo>
                    <a:pt x="25516" y="230505"/>
                    <a:pt x="39226" y="238630"/>
                    <a:pt x="52936" y="243459"/>
                  </a:cubicBezTo>
                  <a:cubicBezTo>
                    <a:pt x="66900" y="248288"/>
                    <a:pt x="83149" y="250698"/>
                    <a:pt x="101683" y="250698"/>
                  </a:cubicBezTo>
                  <a:cubicBezTo>
                    <a:pt x="123264" y="250698"/>
                    <a:pt x="140021" y="246507"/>
                    <a:pt x="151953" y="238125"/>
                  </a:cubicBezTo>
                  <a:cubicBezTo>
                    <a:pt x="163886" y="229486"/>
                    <a:pt x="169853" y="217427"/>
                    <a:pt x="169853" y="201930"/>
                  </a:cubicBezTo>
                  <a:cubicBezTo>
                    <a:pt x="169853" y="192529"/>
                    <a:pt x="166806" y="185042"/>
                    <a:pt x="160712" y="179451"/>
                  </a:cubicBezTo>
                  <a:cubicBezTo>
                    <a:pt x="154873" y="173612"/>
                    <a:pt x="146748" y="169040"/>
                    <a:pt x="136339" y="165735"/>
                  </a:cubicBezTo>
                  <a:cubicBezTo>
                    <a:pt x="126183" y="162182"/>
                    <a:pt x="114631" y="158877"/>
                    <a:pt x="101683" y="155829"/>
                  </a:cubicBezTo>
                  <a:cubicBezTo>
                    <a:pt x="88735" y="153038"/>
                    <a:pt x="76421" y="149857"/>
                    <a:pt x="64742" y="146304"/>
                  </a:cubicBezTo>
                  <a:cubicBezTo>
                    <a:pt x="53063" y="142494"/>
                    <a:pt x="42654" y="137798"/>
                    <a:pt x="33514" y="132207"/>
                  </a:cubicBezTo>
                  <a:cubicBezTo>
                    <a:pt x="24627" y="126616"/>
                    <a:pt x="17645" y="119510"/>
                    <a:pt x="12568" y="110871"/>
                  </a:cubicBezTo>
                  <a:cubicBezTo>
                    <a:pt x="7490" y="102232"/>
                    <a:pt x="4951" y="91440"/>
                    <a:pt x="4951" y="78486"/>
                  </a:cubicBezTo>
                  <a:cubicBezTo>
                    <a:pt x="4951" y="62989"/>
                    <a:pt x="9013" y="49406"/>
                    <a:pt x="17138" y="37719"/>
                  </a:cubicBezTo>
                  <a:cubicBezTo>
                    <a:pt x="25262" y="25784"/>
                    <a:pt x="36687" y="16507"/>
                    <a:pt x="51413" y="9906"/>
                  </a:cubicBezTo>
                  <a:cubicBezTo>
                    <a:pt x="66138" y="3305"/>
                    <a:pt x="83530" y="0"/>
                    <a:pt x="103587" y="0"/>
                  </a:cubicBezTo>
                  <a:cubicBezTo>
                    <a:pt x="116028" y="0"/>
                    <a:pt x="127961" y="1400"/>
                    <a:pt x="139386" y="4191"/>
                  </a:cubicBezTo>
                  <a:cubicBezTo>
                    <a:pt x="150811" y="6734"/>
                    <a:pt x="161348" y="10544"/>
                    <a:pt x="170995" y="15621"/>
                  </a:cubicBezTo>
                  <a:cubicBezTo>
                    <a:pt x="180897" y="20698"/>
                    <a:pt x="189656" y="26927"/>
                    <a:pt x="197273" y="34290"/>
                  </a:cubicBezTo>
                  <a:lnTo>
                    <a:pt x="185086" y="58293"/>
                  </a:lnTo>
                  <a:cubicBezTo>
                    <a:pt x="172645" y="47368"/>
                    <a:pt x="159824" y="39367"/>
                    <a:pt x="146622" y="34290"/>
                  </a:cubicBezTo>
                  <a:cubicBezTo>
                    <a:pt x="133419" y="29213"/>
                    <a:pt x="119075" y="26670"/>
                    <a:pt x="103587" y="26670"/>
                  </a:cubicBezTo>
                  <a:cubicBezTo>
                    <a:pt x="82515" y="26670"/>
                    <a:pt x="66011" y="31118"/>
                    <a:pt x="54079" y="40005"/>
                  </a:cubicBezTo>
                  <a:cubicBezTo>
                    <a:pt x="42146" y="48892"/>
                    <a:pt x="36179" y="61341"/>
                    <a:pt x="36179" y="77343"/>
                  </a:cubicBezTo>
                  <a:cubicBezTo>
                    <a:pt x="36179" y="87249"/>
                    <a:pt x="38845" y="95250"/>
                    <a:pt x="44177" y="101346"/>
                  </a:cubicBezTo>
                  <a:cubicBezTo>
                    <a:pt x="49509" y="107442"/>
                    <a:pt x="56998" y="112395"/>
                    <a:pt x="66646" y="116205"/>
                  </a:cubicBezTo>
                  <a:cubicBezTo>
                    <a:pt x="76294" y="119758"/>
                    <a:pt x="87338" y="123063"/>
                    <a:pt x="99779" y="126111"/>
                  </a:cubicBezTo>
                  <a:cubicBezTo>
                    <a:pt x="112981" y="129159"/>
                    <a:pt x="125676" y="132464"/>
                    <a:pt x="137862" y="136017"/>
                  </a:cubicBezTo>
                  <a:cubicBezTo>
                    <a:pt x="150049" y="139570"/>
                    <a:pt x="160839" y="144018"/>
                    <a:pt x="170233" y="149352"/>
                  </a:cubicBezTo>
                  <a:cubicBezTo>
                    <a:pt x="179881" y="154429"/>
                    <a:pt x="187498" y="161163"/>
                    <a:pt x="193084" y="169545"/>
                  </a:cubicBezTo>
                  <a:cubicBezTo>
                    <a:pt x="198669" y="177670"/>
                    <a:pt x="201462" y="188090"/>
                    <a:pt x="201462" y="200787"/>
                  </a:cubicBezTo>
                  <a:cubicBezTo>
                    <a:pt x="201462" y="216284"/>
                    <a:pt x="197399" y="229743"/>
                    <a:pt x="189275" y="241173"/>
                  </a:cubicBezTo>
                  <a:cubicBezTo>
                    <a:pt x="181151" y="252603"/>
                    <a:pt x="169598" y="261490"/>
                    <a:pt x="154619" y="267843"/>
                  </a:cubicBezTo>
                  <a:cubicBezTo>
                    <a:pt x="139640" y="274196"/>
                    <a:pt x="121867" y="277368"/>
                    <a:pt x="101302" y="277368"/>
                  </a:cubicBezTo>
                  <a:close/>
                  <a:moveTo>
                    <a:pt x="248704" y="274320"/>
                  </a:moveTo>
                  <a:lnTo>
                    <a:pt x="248704" y="136398"/>
                  </a:lnTo>
                  <a:cubicBezTo>
                    <a:pt x="248704" y="127511"/>
                    <a:pt x="248449" y="118615"/>
                    <a:pt x="247942" y="109728"/>
                  </a:cubicBezTo>
                  <a:cubicBezTo>
                    <a:pt x="247688" y="100584"/>
                    <a:pt x="246926" y="91564"/>
                    <a:pt x="245657" y="82677"/>
                  </a:cubicBezTo>
                  <a:lnTo>
                    <a:pt x="274981" y="82677"/>
                  </a:lnTo>
                  <a:lnTo>
                    <a:pt x="278409" y="122301"/>
                  </a:lnTo>
                  <a:lnTo>
                    <a:pt x="274600" y="124968"/>
                  </a:lnTo>
                  <a:cubicBezTo>
                    <a:pt x="279170" y="109985"/>
                    <a:pt x="287040" y="98422"/>
                    <a:pt x="298212" y="90297"/>
                  </a:cubicBezTo>
                  <a:cubicBezTo>
                    <a:pt x="309637" y="82172"/>
                    <a:pt x="323093" y="78105"/>
                    <a:pt x="338581" y="78105"/>
                  </a:cubicBezTo>
                  <a:cubicBezTo>
                    <a:pt x="357114" y="78105"/>
                    <a:pt x="371459" y="82677"/>
                    <a:pt x="381615" y="91821"/>
                  </a:cubicBezTo>
                  <a:cubicBezTo>
                    <a:pt x="392024" y="100965"/>
                    <a:pt x="398625" y="114938"/>
                    <a:pt x="401419" y="133731"/>
                  </a:cubicBezTo>
                  <a:lnTo>
                    <a:pt x="392278" y="128778"/>
                  </a:lnTo>
                  <a:cubicBezTo>
                    <a:pt x="396340" y="113281"/>
                    <a:pt x="404465" y="100965"/>
                    <a:pt x="416652" y="91821"/>
                  </a:cubicBezTo>
                  <a:cubicBezTo>
                    <a:pt x="429092" y="82677"/>
                    <a:pt x="443944" y="78105"/>
                    <a:pt x="461210" y="78105"/>
                  </a:cubicBezTo>
                  <a:cubicBezTo>
                    <a:pt x="482282" y="78105"/>
                    <a:pt x="498151" y="84458"/>
                    <a:pt x="508814" y="97155"/>
                  </a:cubicBezTo>
                  <a:cubicBezTo>
                    <a:pt x="519477" y="109604"/>
                    <a:pt x="524809" y="128521"/>
                    <a:pt x="524809" y="153924"/>
                  </a:cubicBezTo>
                  <a:lnTo>
                    <a:pt x="524809" y="274320"/>
                  </a:lnTo>
                  <a:lnTo>
                    <a:pt x="493961" y="274320"/>
                  </a:lnTo>
                  <a:lnTo>
                    <a:pt x="493961" y="155448"/>
                  </a:lnTo>
                  <a:cubicBezTo>
                    <a:pt x="493961" y="137665"/>
                    <a:pt x="490787" y="124711"/>
                    <a:pt x="484441" y="116586"/>
                  </a:cubicBezTo>
                  <a:cubicBezTo>
                    <a:pt x="478093" y="108204"/>
                    <a:pt x="468065" y="104013"/>
                    <a:pt x="454355" y="104013"/>
                  </a:cubicBezTo>
                  <a:cubicBezTo>
                    <a:pt x="438360" y="104013"/>
                    <a:pt x="425664" y="109471"/>
                    <a:pt x="416271" y="120396"/>
                  </a:cubicBezTo>
                  <a:cubicBezTo>
                    <a:pt x="407131" y="131321"/>
                    <a:pt x="402561" y="146180"/>
                    <a:pt x="402561" y="164973"/>
                  </a:cubicBezTo>
                  <a:lnTo>
                    <a:pt x="402561" y="274320"/>
                  </a:lnTo>
                  <a:lnTo>
                    <a:pt x="371713" y="274320"/>
                  </a:lnTo>
                  <a:lnTo>
                    <a:pt x="371713" y="155448"/>
                  </a:lnTo>
                  <a:cubicBezTo>
                    <a:pt x="371713" y="137665"/>
                    <a:pt x="368412" y="124711"/>
                    <a:pt x="361812" y="116586"/>
                  </a:cubicBezTo>
                  <a:cubicBezTo>
                    <a:pt x="355464" y="108204"/>
                    <a:pt x="345436" y="104013"/>
                    <a:pt x="331726" y="104013"/>
                  </a:cubicBezTo>
                  <a:cubicBezTo>
                    <a:pt x="315476" y="104013"/>
                    <a:pt x="302655" y="109471"/>
                    <a:pt x="293261" y="120396"/>
                  </a:cubicBezTo>
                  <a:cubicBezTo>
                    <a:pt x="284121" y="131321"/>
                    <a:pt x="279551" y="146180"/>
                    <a:pt x="279551" y="164973"/>
                  </a:cubicBezTo>
                  <a:lnTo>
                    <a:pt x="279551" y="274320"/>
                  </a:lnTo>
                  <a:lnTo>
                    <a:pt x="248704" y="274320"/>
                  </a:lnTo>
                  <a:close/>
                  <a:moveTo>
                    <a:pt x="656923" y="276987"/>
                  </a:moveTo>
                  <a:cubicBezTo>
                    <a:pt x="639913" y="276987"/>
                    <a:pt x="624933" y="273053"/>
                    <a:pt x="611984" y="265176"/>
                  </a:cubicBezTo>
                  <a:cubicBezTo>
                    <a:pt x="599290" y="257051"/>
                    <a:pt x="589388" y="245621"/>
                    <a:pt x="582279" y="230886"/>
                  </a:cubicBezTo>
                  <a:cubicBezTo>
                    <a:pt x="575424" y="215903"/>
                    <a:pt x="571997" y="198377"/>
                    <a:pt x="571997" y="178308"/>
                  </a:cubicBezTo>
                  <a:cubicBezTo>
                    <a:pt x="571997" y="158239"/>
                    <a:pt x="575552" y="140713"/>
                    <a:pt x="582660" y="125730"/>
                  </a:cubicBezTo>
                  <a:cubicBezTo>
                    <a:pt x="589769" y="110747"/>
                    <a:pt x="599671" y="99060"/>
                    <a:pt x="612365" y="90678"/>
                  </a:cubicBezTo>
                  <a:cubicBezTo>
                    <a:pt x="625313" y="82296"/>
                    <a:pt x="640166" y="78105"/>
                    <a:pt x="656923" y="78105"/>
                  </a:cubicBezTo>
                  <a:cubicBezTo>
                    <a:pt x="674441" y="78105"/>
                    <a:pt x="689294" y="82420"/>
                    <a:pt x="701481" y="91059"/>
                  </a:cubicBezTo>
                  <a:cubicBezTo>
                    <a:pt x="713667" y="99698"/>
                    <a:pt x="721919" y="112014"/>
                    <a:pt x="726235" y="128016"/>
                  </a:cubicBezTo>
                  <a:lnTo>
                    <a:pt x="721665" y="131064"/>
                  </a:lnTo>
                  <a:lnTo>
                    <a:pt x="721665" y="82677"/>
                  </a:lnTo>
                  <a:lnTo>
                    <a:pt x="752132" y="82677"/>
                  </a:lnTo>
                  <a:lnTo>
                    <a:pt x="752132" y="274320"/>
                  </a:lnTo>
                  <a:lnTo>
                    <a:pt x="721665" y="274320"/>
                  </a:lnTo>
                  <a:lnTo>
                    <a:pt x="721665" y="224790"/>
                  </a:lnTo>
                  <a:lnTo>
                    <a:pt x="726235" y="227076"/>
                  </a:lnTo>
                  <a:cubicBezTo>
                    <a:pt x="721919" y="243078"/>
                    <a:pt x="713667" y="255394"/>
                    <a:pt x="701481" y="264033"/>
                  </a:cubicBezTo>
                  <a:cubicBezTo>
                    <a:pt x="689294" y="272672"/>
                    <a:pt x="674441" y="276987"/>
                    <a:pt x="656923" y="276987"/>
                  </a:cubicBezTo>
                  <a:close/>
                  <a:moveTo>
                    <a:pt x="663016" y="251460"/>
                  </a:moveTo>
                  <a:cubicBezTo>
                    <a:pt x="681805" y="251460"/>
                    <a:pt x="696276" y="245107"/>
                    <a:pt x="706431" y="232410"/>
                  </a:cubicBezTo>
                  <a:cubicBezTo>
                    <a:pt x="716587" y="219456"/>
                    <a:pt x="721665" y="201168"/>
                    <a:pt x="721665" y="177546"/>
                  </a:cubicBezTo>
                  <a:cubicBezTo>
                    <a:pt x="721665" y="153924"/>
                    <a:pt x="716461" y="135760"/>
                    <a:pt x="706051" y="123063"/>
                  </a:cubicBezTo>
                  <a:cubicBezTo>
                    <a:pt x="695896" y="110366"/>
                    <a:pt x="681550" y="104013"/>
                    <a:pt x="663016" y="104013"/>
                  </a:cubicBezTo>
                  <a:cubicBezTo>
                    <a:pt x="644229" y="104013"/>
                    <a:pt x="629503" y="110614"/>
                    <a:pt x="618839" y="123825"/>
                  </a:cubicBezTo>
                  <a:cubicBezTo>
                    <a:pt x="608430" y="136779"/>
                    <a:pt x="603225" y="154943"/>
                    <a:pt x="603225" y="178308"/>
                  </a:cubicBezTo>
                  <a:cubicBezTo>
                    <a:pt x="603225" y="201673"/>
                    <a:pt x="608430" y="219713"/>
                    <a:pt x="618839" y="232410"/>
                  </a:cubicBezTo>
                  <a:cubicBezTo>
                    <a:pt x="629503" y="245107"/>
                    <a:pt x="644229" y="251460"/>
                    <a:pt x="663016" y="251460"/>
                  </a:cubicBezTo>
                  <a:close/>
                  <a:moveTo>
                    <a:pt x="811774" y="274320"/>
                  </a:moveTo>
                  <a:lnTo>
                    <a:pt x="811774" y="136398"/>
                  </a:lnTo>
                  <a:cubicBezTo>
                    <a:pt x="811774" y="127511"/>
                    <a:pt x="811520" y="118615"/>
                    <a:pt x="811013" y="109728"/>
                  </a:cubicBezTo>
                  <a:cubicBezTo>
                    <a:pt x="810758" y="100584"/>
                    <a:pt x="809997" y="91564"/>
                    <a:pt x="808728" y="82677"/>
                  </a:cubicBezTo>
                  <a:lnTo>
                    <a:pt x="838052" y="82677"/>
                  </a:lnTo>
                  <a:lnTo>
                    <a:pt x="842241" y="129921"/>
                  </a:lnTo>
                  <a:lnTo>
                    <a:pt x="838052" y="128778"/>
                  </a:lnTo>
                  <a:cubicBezTo>
                    <a:pt x="841606" y="112014"/>
                    <a:pt x="849223" y="99441"/>
                    <a:pt x="860902" y="91059"/>
                  </a:cubicBezTo>
                  <a:cubicBezTo>
                    <a:pt x="872835" y="82420"/>
                    <a:pt x="886164" y="78105"/>
                    <a:pt x="900890" y="78105"/>
                  </a:cubicBezTo>
                  <a:cubicBezTo>
                    <a:pt x="904191" y="78105"/>
                    <a:pt x="907237" y="78362"/>
                    <a:pt x="910030" y="78867"/>
                  </a:cubicBezTo>
                  <a:cubicBezTo>
                    <a:pt x="913076" y="79124"/>
                    <a:pt x="915869" y="79629"/>
                    <a:pt x="918408" y="80391"/>
                  </a:cubicBezTo>
                  <a:lnTo>
                    <a:pt x="917646" y="108585"/>
                  </a:lnTo>
                  <a:cubicBezTo>
                    <a:pt x="911807" y="106556"/>
                    <a:pt x="905079" y="105537"/>
                    <a:pt x="897462" y="105537"/>
                  </a:cubicBezTo>
                  <a:cubicBezTo>
                    <a:pt x="884260" y="105537"/>
                    <a:pt x="873596" y="108461"/>
                    <a:pt x="865472" y="114300"/>
                  </a:cubicBezTo>
                  <a:cubicBezTo>
                    <a:pt x="857601" y="120139"/>
                    <a:pt x="851762" y="127635"/>
                    <a:pt x="847954" y="136779"/>
                  </a:cubicBezTo>
                  <a:cubicBezTo>
                    <a:pt x="844399" y="145666"/>
                    <a:pt x="842622" y="155067"/>
                    <a:pt x="842622" y="164973"/>
                  </a:cubicBezTo>
                  <a:lnTo>
                    <a:pt x="842622" y="274320"/>
                  </a:lnTo>
                  <a:lnTo>
                    <a:pt x="811774" y="274320"/>
                  </a:lnTo>
                  <a:close/>
                  <a:moveTo>
                    <a:pt x="937959" y="107061"/>
                  </a:moveTo>
                  <a:lnTo>
                    <a:pt x="937959" y="82677"/>
                  </a:lnTo>
                  <a:lnTo>
                    <a:pt x="1060969" y="82677"/>
                  </a:lnTo>
                  <a:lnTo>
                    <a:pt x="1060969" y="107061"/>
                  </a:lnTo>
                  <a:lnTo>
                    <a:pt x="937959" y="107061"/>
                  </a:lnTo>
                  <a:close/>
                  <a:moveTo>
                    <a:pt x="1060207" y="246888"/>
                  </a:moveTo>
                  <a:lnTo>
                    <a:pt x="1060207" y="273177"/>
                  </a:lnTo>
                  <a:cubicBezTo>
                    <a:pt x="1055894" y="274444"/>
                    <a:pt x="1051582" y="275339"/>
                    <a:pt x="1047259" y="275844"/>
                  </a:cubicBezTo>
                  <a:cubicBezTo>
                    <a:pt x="1043203" y="276606"/>
                    <a:pt x="1038633" y="276987"/>
                    <a:pt x="1033549" y="276987"/>
                  </a:cubicBezTo>
                  <a:cubicBezTo>
                    <a:pt x="1015783" y="276987"/>
                    <a:pt x="1001559" y="271910"/>
                    <a:pt x="990895" y="261747"/>
                  </a:cubicBezTo>
                  <a:cubicBezTo>
                    <a:pt x="980489" y="251584"/>
                    <a:pt x="975281" y="236344"/>
                    <a:pt x="975281" y="216027"/>
                  </a:cubicBezTo>
                  <a:lnTo>
                    <a:pt x="975281" y="33528"/>
                  </a:lnTo>
                  <a:lnTo>
                    <a:pt x="1006129" y="22479"/>
                  </a:lnTo>
                  <a:lnTo>
                    <a:pt x="1006129" y="211836"/>
                  </a:lnTo>
                  <a:cubicBezTo>
                    <a:pt x="1006129" y="221999"/>
                    <a:pt x="1007528" y="229867"/>
                    <a:pt x="1010318" y="235458"/>
                  </a:cubicBezTo>
                  <a:cubicBezTo>
                    <a:pt x="1013365" y="241049"/>
                    <a:pt x="1017430" y="244983"/>
                    <a:pt x="1022505" y="247269"/>
                  </a:cubicBezTo>
                  <a:cubicBezTo>
                    <a:pt x="1027589" y="249298"/>
                    <a:pt x="1033301" y="250317"/>
                    <a:pt x="1039642" y="250317"/>
                  </a:cubicBezTo>
                  <a:cubicBezTo>
                    <a:pt x="1043451" y="250317"/>
                    <a:pt x="1046878" y="250060"/>
                    <a:pt x="1049925" y="249555"/>
                  </a:cubicBezTo>
                  <a:cubicBezTo>
                    <a:pt x="1052972" y="249050"/>
                    <a:pt x="1056399" y="248155"/>
                    <a:pt x="1060207" y="2468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g12709bdffa8_0_2930"/>
            <p:cNvSpPr/>
            <p:nvPr/>
          </p:nvSpPr>
          <p:spPr>
            <a:xfrm>
              <a:off x="2533419" y="6030637"/>
              <a:ext cx="1481153" cy="357758"/>
            </a:xfrm>
            <a:custGeom>
              <a:rect b="b" l="l" r="r" t="t"/>
              <a:pathLst>
                <a:path extrusionOk="0" h="357758" w="1481153">
                  <a:moveTo>
                    <a:pt x="0" y="272796"/>
                  </a:moveTo>
                  <a:lnTo>
                    <a:pt x="0" y="1524"/>
                  </a:lnTo>
                  <a:lnTo>
                    <a:pt x="31228" y="1524"/>
                  </a:lnTo>
                  <a:lnTo>
                    <a:pt x="31228" y="246126"/>
                  </a:lnTo>
                  <a:lnTo>
                    <a:pt x="167187" y="246126"/>
                  </a:lnTo>
                  <a:lnTo>
                    <a:pt x="167187" y="272796"/>
                  </a:lnTo>
                  <a:lnTo>
                    <a:pt x="0" y="272796"/>
                  </a:lnTo>
                  <a:close/>
                  <a:moveTo>
                    <a:pt x="282561" y="275463"/>
                  </a:moveTo>
                  <a:cubicBezTo>
                    <a:pt x="264281" y="275463"/>
                    <a:pt x="248285" y="271396"/>
                    <a:pt x="234576" y="263271"/>
                  </a:cubicBezTo>
                  <a:cubicBezTo>
                    <a:pt x="221113" y="255146"/>
                    <a:pt x="210583" y="243716"/>
                    <a:pt x="202966" y="228981"/>
                  </a:cubicBezTo>
                  <a:cubicBezTo>
                    <a:pt x="195597" y="213998"/>
                    <a:pt x="191922" y="196339"/>
                    <a:pt x="191922" y="176022"/>
                  </a:cubicBezTo>
                  <a:cubicBezTo>
                    <a:pt x="191922" y="155953"/>
                    <a:pt x="195597" y="138427"/>
                    <a:pt x="202966" y="123444"/>
                  </a:cubicBezTo>
                  <a:cubicBezTo>
                    <a:pt x="210583" y="108461"/>
                    <a:pt x="221113" y="96898"/>
                    <a:pt x="234576" y="88773"/>
                  </a:cubicBezTo>
                  <a:cubicBezTo>
                    <a:pt x="248285" y="80648"/>
                    <a:pt x="264281" y="76581"/>
                    <a:pt x="282561" y="76581"/>
                  </a:cubicBezTo>
                  <a:cubicBezTo>
                    <a:pt x="300841" y="76581"/>
                    <a:pt x="316703" y="80648"/>
                    <a:pt x="330165" y="88773"/>
                  </a:cubicBezTo>
                  <a:cubicBezTo>
                    <a:pt x="343875" y="96898"/>
                    <a:pt x="354405" y="108461"/>
                    <a:pt x="361774" y="123444"/>
                  </a:cubicBezTo>
                  <a:cubicBezTo>
                    <a:pt x="369391" y="138427"/>
                    <a:pt x="373199" y="155953"/>
                    <a:pt x="373199" y="176022"/>
                  </a:cubicBezTo>
                  <a:cubicBezTo>
                    <a:pt x="373199" y="196339"/>
                    <a:pt x="369391" y="213998"/>
                    <a:pt x="361774" y="228981"/>
                  </a:cubicBezTo>
                  <a:cubicBezTo>
                    <a:pt x="354405" y="243716"/>
                    <a:pt x="343875" y="255146"/>
                    <a:pt x="330165" y="263271"/>
                  </a:cubicBezTo>
                  <a:cubicBezTo>
                    <a:pt x="316703" y="271396"/>
                    <a:pt x="300841" y="275463"/>
                    <a:pt x="282561" y="275463"/>
                  </a:cubicBezTo>
                  <a:close/>
                  <a:moveTo>
                    <a:pt x="282561" y="249936"/>
                  </a:moveTo>
                  <a:cubicBezTo>
                    <a:pt x="301345" y="249936"/>
                    <a:pt x="315817" y="243716"/>
                    <a:pt x="325976" y="231267"/>
                  </a:cubicBezTo>
                  <a:cubicBezTo>
                    <a:pt x="336382" y="218570"/>
                    <a:pt x="341590" y="200149"/>
                    <a:pt x="341590" y="176022"/>
                  </a:cubicBezTo>
                  <a:cubicBezTo>
                    <a:pt x="341590" y="152400"/>
                    <a:pt x="336382" y="134236"/>
                    <a:pt x="325976" y="121539"/>
                  </a:cubicBezTo>
                  <a:cubicBezTo>
                    <a:pt x="315560" y="108842"/>
                    <a:pt x="301088" y="102489"/>
                    <a:pt x="282561" y="102489"/>
                  </a:cubicBezTo>
                  <a:cubicBezTo>
                    <a:pt x="264024" y="102489"/>
                    <a:pt x="249428" y="108842"/>
                    <a:pt x="238765" y="121539"/>
                  </a:cubicBezTo>
                  <a:cubicBezTo>
                    <a:pt x="228349" y="134236"/>
                    <a:pt x="223150" y="152400"/>
                    <a:pt x="223150" y="176022"/>
                  </a:cubicBezTo>
                  <a:cubicBezTo>
                    <a:pt x="223150" y="200149"/>
                    <a:pt x="228225" y="218570"/>
                    <a:pt x="238384" y="231267"/>
                  </a:cubicBezTo>
                  <a:cubicBezTo>
                    <a:pt x="248790" y="243716"/>
                    <a:pt x="263519" y="249936"/>
                    <a:pt x="282561" y="249936"/>
                  </a:cubicBezTo>
                  <a:close/>
                  <a:moveTo>
                    <a:pt x="505445" y="357759"/>
                  </a:moveTo>
                  <a:cubicBezTo>
                    <a:pt x="476501" y="357759"/>
                    <a:pt x="451366" y="351158"/>
                    <a:pt x="430039" y="337947"/>
                  </a:cubicBezTo>
                  <a:lnTo>
                    <a:pt x="435371" y="312801"/>
                  </a:lnTo>
                  <a:cubicBezTo>
                    <a:pt x="447310" y="319659"/>
                    <a:pt x="458602" y="324612"/>
                    <a:pt x="469265" y="327660"/>
                  </a:cubicBezTo>
                  <a:cubicBezTo>
                    <a:pt x="479929" y="330708"/>
                    <a:pt x="491992" y="332232"/>
                    <a:pt x="505445" y="332232"/>
                  </a:cubicBezTo>
                  <a:cubicBezTo>
                    <a:pt x="523725" y="332232"/>
                    <a:pt x="537568" y="327279"/>
                    <a:pt x="546955" y="317373"/>
                  </a:cubicBezTo>
                  <a:cubicBezTo>
                    <a:pt x="556610" y="307724"/>
                    <a:pt x="561427" y="293246"/>
                    <a:pt x="561427" y="273939"/>
                  </a:cubicBezTo>
                  <a:lnTo>
                    <a:pt x="561427" y="222123"/>
                  </a:lnTo>
                  <a:lnTo>
                    <a:pt x="565617" y="217170"/>
                  </a:lnTo>
                  <a:cubicBezTo>
                    <a:pt x="562570" y="227333"/>
                    <a:pt x="557752" y="236220"/>
                    <a:pt x="551145" y="243840"/>
                  </a:cubicBezTo>
                  <a:cubicBezTo>
                    <a:pt x="544804" y="251203"/>
                    <a:pt x="536930" y="256918"/>
                    <a:pt x="527533" y="260985"/>
                  </a:cubicBezTo>
                  <a:cubicBezTo>
                    <a:pt x="518145" y="265052"/>
                    <a:pt x="507482" y="267081"/>
                    <a:pt x="495543" y="267081"/>
                  </a:cubicBezTo>
                  <a:cubicBezTo>
                    <a:pt x="478539" y="267081"/>
                    <a:pt x="463553" y="263147"/>
                    <a:pt x="450604" y="255270"/>
                  </a:cubicBezTo>
                  <a:cubicBezTo>
                    <a:pt x="437913" y="247145"/>
                    <a:pt x="427888" y="235963"/>
                    <a:pt x="420518" y="221742"/>
                  </a:cubicBezTo>
                  <a:cubicBezTo>
                    <a:pt x="413416" y="207521"/>
                    <a:pt x="409855" y="190881"/>
                    <a:pt x="409855" y="171831"/>
                  </a:cubicBezTo>
                  <a:cubicBezTo>
                    <a:pt x="409855" y="152781"/>
                    <a:pt x="413416" y="136141"/>
                    <a:pt x="420518" y="121920"/>
                  </a:cubicBezTo>
                  <a:cubicBezTo>
                    <a:pt x="427888" y="107699"/>
                    <a:pt x="437913" y="96650"/>
                    <a:pt x="450604" y="88773"/>
                  </a:cubicBezTo>
                  <a:cubicBezTo>
                    <a:pt x="463553" y="80648"/>
                    <a:pt x="478539" y="76581"/>
                    <a:pt x="495543" y="76581"/>
                  </a:cubicBezTo>
                  <a:cubicBezTo>
                    <a:pt x="513318" y="76581"/>
                    <a:pt x="528295" y="81029"/>
                    <a:pt x="540481" y="89916"/>
                  </a:cubicBezTo>
                  <a:cubicBezTo>
                    <a:pt x="552925" y="98555"/>
                    <a:pt x="561304" y="110747"/>
                    <a:pt x="565617" y="126492"/>
                  </a:cubicBezTo>
                  <a:lnTo>
                    <a:pt x="561047" y="122301"/>
                  </a:lnTo>
                  <a:lnTo>
                    <a:pt x="561047" y="81153"/>
                  </a:lnTo>
                  <a:lnTo>
                    <a:pt x="591894" y="81153"/>
                  </a:lnTo>
                  <a:lnTo>
                    <a:pt x="591894" y="271272"/>
                  </a:lnTo>
                  <a:cubicBezTo>
                    <a:pt x="591894" y="299971"/>
                    <a:pt x="584535" y="321564"/>
                    <a:pt x="569806" y="336042"/>
                  </a:cubicBezTo>
                  <a:cubicBezTo>
                    <a:pt x="555334" y="350520"/>
                    <a:pt x="533883" y="357759"/>
                    <a:pt x="505445" y="357759"/>
                  </a:cubicBezTo>
                  <a:close/>
                  <a:moveTo>
                    <a:pt x="501636" y="241173"/>
                  </a:moveTo>
                  <a:cubicBezTo>
                    <a:pt x="520173" y="241173"/>
                    <a:pt x="534645" y="235077"/>
                    <a:pt x="545051" y="222885"/>
                  </a:cubicBezTo>
                  <a:cubicBezTo>
                    <a:pt x="555715" y="210436"/>
                    <a:pt x="561047" y="193424"/>
                    <a:pt x="561047" y="171831"/>
                  </a:cubicBezTo>
                  <a:cubicBezTo>
                    <a:pt x="561047" y="150238"/>
                    <a:pt x="555715" y="133350"/>
                    <a:pt x="545051" y="121158"/>
                  </a:cubicBezTo>
                  <a:cubicBezTo>
                    <a:pt x="534645" y="108709"/>
                    <a:pt x="520173" y="102489"/>
                    <a:pt x="501636" y="102489"/>
                  </a:cubicBezTo>
                  <a:cubicBezTo>
                    <a:pt x="482851" y="102489"/>
                    <a:pt x="467999" y="108709"/>
                    <a:pt x="457079" y="121158"/>
                  </a:cubicBezTo>
                  <a:cubicBezTo>
                    <a:pt x="446415" y="133350"/>
                    <a:pt x="441083" y="150238"/>
                    <a:pt x="441083" y="171831"/>
                  </a:cubicBezTo>
                  <a:cubicBezTo>
                    <a:pt x="441083" y="193672"/>
                    <a:pt x="446415" y="210693"/>
                    <a:pt x="457079" y="222885"/>
                  </a:cubicBezTo>
                  <a:cubicBezTo>
                    <a:pt x="467999" y="235077"/>
                    <a:pt x="482851" y="241173"/>
                    <a:pt x="501636" y="241173"/>
                  </a:cubicBezTo>
                  <a:close/>
                  <a:moveTo>
                    <a:pt x="651124" y="272796"/>
                  </a:moveTo>
                  <a:lnTo>
                    <a:pt x="651124" y="81153"/>
                  </a:lnTo>
                  <a:lnTo>
                    <a:pt x="681971" y="81153"/>
                  </a:lnTo>
                  <a:lnTo>
                    <a:pt x="681971" y="272796"/>
                  </a:lnTo>
                  <a:lnTo>
                    <a:pt x="651124" y="272796"/>
                  </a:lnTo>
                  <a:close/>
                  <a:moveTo>
                    <a:pt x="648077" y="0"/>
                  </a:moveTo>
                  <a:lnTo>
                    <a:pt x="685780" y="0"/>
                  </a:lnTo>
                  <a:lnTo>
                    <a:pt x="685780" y="35052"/>
                  </a:lnTo>
                  <a:lnTo>
                    <a:pt x="648077" y="35052"/>
                  </a:lnTo>
                  <a:lnTo>
                    <a:pt x="648077" y="0"/>
                  </a:lnTo>
                  <a:close/>
                  <a:moveTo>
                    <a:pt x="806609" y="275463"/>
                  </a:moveTo>
                  <a:cubicBezTo>
                    <a:pt x="774371" y="275463"/>
                    <a:pt x="748856" y="267205"/>
                    <a:pt x="730061" y="250698"/>
                  </a:cubicBezTo>
                  <a:lnTo>
                    <a:pt x="740344" y="227838"/>
                  </a:lnTo>
                  <a:cubicBezTo>
                    <a:pt x="750502" y="235715"/>
                    <a:pt x="760909" y="241554"/>
                    <a:pt x="771572" y="245364"/>
                  </a:cubicBezTo>
                  <a:cubicBezTo>
                    <a:pt x="782493" y="248917"/>
                    <a:pt x="794556" y="250698"/>
                    <a:pt x="807751" y="250698"/>
                  </a:cubicBezTo>
                  <a:cubicBezTo>
                    <a:pt x="822223" y="250698"/>
                    <a:pt x="833144" y="248288"/>
                    <a:pt x="840503" y="243459"/>
                  </a:cubicBezTo>
                  <a:cubicBezTo>
                    <a:pt x="848120" y="238382"/>
                    <a:pt x="851929" y="231143"/>
                    <a:pt x="851929" y="221742"/>
                  </a:cubicBezTo>
                  <a:cubicBezTo>
                    <a:pt x="851929" y="214122"/>
                    <a:pt x="849396" y="208150"/>
                    <a:pt x="844312" y="203835"/>
                  </a:cubicBezTo>
                  <a:cubicBezTo>
                    <a:pt x="839237" y="199263"/>
                    <a:pt x="830859" y="195577"/>
                    <a:pt x="819177" y="192786"/>
                  </a:cubicBezTo>
                  <a:lnTo>
                    <a:pt x="786806" y="185166"/>
                  </a:lnTo>
                  <a:cubicBezTo>
                    <a:pt x="770811" y="181613"/>
                    <a:pt x="758376" y="175260"/>
                    <a:pt x="749484" y="166116"/>
                  </a:cubicBezTo>
                  <a:cubicBezTo>
                    <a:pt x="740858" y="156972"/>
                    <a:pt x="736535" y="146047"/>
                    <a:pt x="736535" y="133350"/>
                  </a:cubicBezTo>
                  <a:cubicBezTo>
                    <a:pt x="736535" y="122177"/>
                    <a:pt x="739582" y="112395"/>
                    <a:pt x="745675" y="104013"/>
                  </a:cubicBezTo>
                  <a:cubicBezTo>
                    <a:pt x="751769" y="95374"/>
                    <a:pt x="760280" y="88649"/>
                    <a:pt x="771191" y="83820"/>
                  </a:cubicBezTo>
                  <a:cubicBezTo>
                    <a:pt x="782112" y="78991"/>
                    <a:pt x="795060" y="76581"/>
                    <a:pt x="810037" y="76581"/>
                  </a:cubicBezTo>
                  <a:cubicBezTo>
                    <a:pt x="823499" y="76581"/>
                    <a:pt x="836190" y="78743"/>
                    <a:pt x="848120" y="83058"/>
                  </a:cubicBezTo>
                  <a:cubicBezTo>
                    <a:pt x="860059" y="87373"/>
                    <a:pt x="870085" y="93602"/>
                    <a:pt x="878206" y="101727"/>
                  </a:cubicBezTo>
                  <a:lnTo>
                    <a:pt x="867924" y="124206"/>
                  </a:lnTo>
                  <a:cubicBezTo>
                    <a:pt x="858784" y="116586"/>
                    <a:pt x="849396" y="110995"/>
                    <a:pt x="839742" y="107442"/>
                  </a:cubicBezTo>
                  <a:cubicBezTo>
                    <a:pt x="830354" y="103632"/>
                    <a:pt x="820452" y="101727"/>
                    <a:pt x="810037" y="101727"/>
                  </a:cubicBezTo>
                  <a:cubicBezTo>
                    <a:pt x="796327" y="101727"/>
                    <a:pt x="785663" y="104394"/>
                    <a:pt x="778046" y="109728"/>
                  </a:cubicBezTo>
                  <a:cubicBezTo>
                    <a:pt x="770687" y="115062"/>
                    <a:pt x="767002" y="122301"/>
                    <a:pt x="767002" y="131445"/>
                  </a:cubicBezTo>
                  <a:cubicBezTo>
                    <a:pt x="767002" y="139322"/>
                    <a:pt x="769287" y="145542"/>
                    <a:pt x="773857" y="150114"/>
                  </a:cubicBezTo>
                  <a:cubicBezTo>
                    <a:pt x="778684" y="154686"/>
                    <a:pt x="786301" y="158239"/>
                    <a:pt x="796708" y="160782"/>
                  </a:cubicBezTo>
                  <a:lnTo>
                    <a:pt x="829078" y="168783"/>
                  </a:lnTo>
                  <a:cubicBezTo>
                    <a:pt x="847111" y="172593"/>
                    <a:pt x="860307" y="178946"/>
                    <a:pt x="868685" y="187833"/>
                  </a:cubicBezTo>
                  <a:cubicBezTo>
                    <a:pt x="877321" y="196472"/>
                    <a:pt x="881634" y="207521"/>
                    <a:pt x="881634" y="220980"/>
                  </a:cubicBezTo>
                  <a:cubicBezTo>
                    <a:pt x="881634" y="237487"/>
                    <a:pt x="874912" y="250698"/>
                    <a:pt x="861449" y="260604"/>
                  </a:cubicBezTo>
                  <a:cubicBezTo>
                    <a:pt x="847996" y="270510"/>
                    <a:pt x="829716" y="275463"/>
                    <a:pt x="806609" y="275463"/>
                  </a:cubicBezTo>
                  <a:close/>
                  <a:moveTo>
                    <a:pt x="901904" y="105537"/>
                  </a:moveTo>
                  <a:lnTo>
                    <a:pt x="901904" y="81153"/>
                  </a:lnTo>
                  <a:lnTo>
                    <a:pt x="1024913" y="81153"/>
                  </a:lnTo>
                  <a:lnTo>
                    <a:pt x="1024913" y="105537"/>
                  </a:lnTo>
                  <a:lnTo>
                    <a:pt x="901904" y="105537"/>
                  </a:lnTo>
                  <a:close/>
                  <a:moveTo>
                    <a:pt x="1024152" y="245364"/>
                  </a:moveTo>
                  <a:lnTo>
                    <a:pt x="1024152" y="271653"/>
                  </a:lnTo>
                  <a:cubicBezTo>
                    <a:pt x="1019829" y="272920"/>
                    <a:pt x="1015516" y="273815"/>
                    <a:pt x="1011203" y="274320"/>
                  </a:cubicBezTo>
                  <a:cubicBezTo>
                    <a:pt x="1007138" y="275082"/>
                    <a:pt x="1002568" y="275463"/>
                    <a:pt x="997493" y="275463"/>
                  </a:cubicBezTo>
                  <a:cubicBezTo>
                    <a:pt x="979718" y="275463"/>
                    <a:pt x="965503" y="270386"/>
                    <a:pt x="954840" y="260223"/>
                  </a:cubicBezTo>
                  <a:cubicBezTo>
                    <a:pt x="944424" y="250060"/>
                    <a:pt x="939226" y="234820"/>
                    <a:pt x="939226" y="214503"/>
                  </a:cubicBezTo>
                  <a:lnTo>
                    <a:pt x="939226" y="32004"/>
                  </a:lnTo>
                  <a:lnTo>
                    <a:pt x="970073" y="20955"/>
                  </a:lnTo>
                  <a:lnTo>
                    <a:pt x="970073" y="210312"/>
                  </a:lnTo>
                  <a:cubicBezTo>
                    <a:pt x="970073" y="220475"/>
                    <a:pt x="971463" y="228343"/>
                    <a:pt x="974262" y="233934"/>
                  </a:cubicBezTo>
                  <a:cubicBezTo>
                    <a:pt x="977309" y="239525"/>
                    <a:pt x="981365" y="243459"/>
                    <a:pt x="986449" y="245745"/>
                  </a:cubicBezTo>
                  <a:cubicBezTo>
                    <a:pt x="991524" y="247774"/>
                    <a:pt x="997236" y="248793"/>
                    <a:pt x="1003587" y="248793"/>
                  </a:cubicBezTo>
                  <a:cubicBezTo>
                    <a:pt x="1007395" y="248793"/>
                    <a:pt x="1010822" y="248536"/>
                    <a:pt x="1013869" y="248031"/>
                  </a:cubicBezTo>
                  <a:cubicBezTo>
                    <a:pt x="1016916" y="247526"/>
                    <a:pt x="1020343" y="246631"/>
                    <a:pt x="1024152" y="245364"/>
                  </a:cubicBezTo>
                  <a:close/>
                  <a:moveTo>
                    <a:pt x="1062083" y="272796"/>
                  </a:moveTo>
                  <a:lnTo>
                    <a:pt x="1062083" y="81153"/>
                  </a:lnTo>
                  <a:lnTo>
                    <a:pt x="1092931" y="81153"/>
                  </a:lnTo>
                  <a:lnTo>
                    <a:pt x="1092931" y="272796"/>
                  </a:lnTo>
                  <a:lnTo>
                    <a:pt x="1062083" y="272796"/>
                  </a:lnTo>
                  <a:close/>
                  <a:moveTo>
                    <a:pt x="1059036" y="0"/>
                  </a:moveTo>
                  <a:lnTo>
                    <a:pt x="1096739" y="0"/>
                  </a:lnTo>
                  <a:lnTo>
                    <a:pt x="1096739" y="35052"/>
                  </a:lnTo>
                  <a:lnTo>
                    <a:pt x="1059036" y="35052"/>
                  </a:lnTo>
                  <a:lnTo>
                    <a:pt x="1059036" y="0"/>
                  </a:lnTo>
                  <a:close/>
                  <a:moveTo>
                    <a:pt x="1233183" y="275463"/>
                  </a:moveTo>
                  <a:cubicBezTo>
                    <a:pt x="1214398" y="275463"/>
                    <a:pt x="1198146" y="271396"/>
                    <a:pt x="1184436" y="263271"/>
                  </a:cubicBezTo>
                  <a:cubicBezTo>
                    <a:pt x="1170726" y="255146"/>
                    <a:pt x="1160062" y="243716"/>
                    <a:pt x="1152446" y="228981"/>
                  </a:cubicBezTo>
                  <a:cubicBezTo>
                    <a:pt x="1145086" y="214246"/>
                    <a:pt x="1141401" y="196853"/>
                    <a:pt x="1141401" y="176784"/>
                  </a:cubicBezTo>
                  <a:cubicBezTo>
                    <a:pt x="1141401" y="156972"/>
                    <a:pt x="1145210" y="139570"/>
                    <a:pt x="1152827" y="124587"/>
                  </a:cubicBezTo>
                  <a:cubicBezTo>
                    <a:pt x="1160443" y="109347"/>
                    <a:pt x="1171240" y="97536"/>
                    <a:pt x="1185197" y="89154"/>
                  </a:cubicBezTo>
                  <a:cubicBezTo>
                    <a:pt x="1199165" y="80772"/>
                    <a:pt x="1215664" y="76581"/>
                    <a:pt x="1234706" y="76581"/>
                  </a:cubicBezTo>
                  <a:cubicBezTo>
                    <a:pt x="1247654" y="76581"/>
                    <a:pt x="1260098" y="78867"/>
                    <a:pt x="1272028" y="83439"/>
                  </a:cubicBezTo>
                  <a:cubicBezTo>
                    <a:pt x="1284215" y="87754"/>
                    <a:pt x="1294250" y="93850"/>
                    <a:pt x="1302114" y="101727"/>
                  </a:cubicBezTo>
                  <a:lnTo>
                    <a:pt x="1291831" y="124587"/>
                  </a:lnTo>
                  <a:cubicBezTo>
                    <a:pt x="1282444" y="117224"/>
                    <a:pt x="1273170" y="111757"/>
                    <a:pt x="1264030" y="108204"/>
                  </a:cubicBezTo>
                  <a:cubicBezTo>
                    <a:pt x="1255148" y="104394"/>
                    <a:pt x="1245884" y="102489"/>
                    <a:pt x="1236230" y="102489"/>
                  </a:cubicBezTo>
                  <a:cubicBezTo>
                    <a:pt x="1216940" y="102489"/>
                    <a:pt x="1201573" y="108966"/>
                    <a:pt x="1190148" y="121920"/>
                  </a:cubicBezTo>
                  <a:cubicBezTo>
                    <a:pt x="1178980" y="134874"/>
                    <a:pt x="1173392" y="153162"/>
                    <a:pt x="1173392" y="176784"/>
                  </a:cubicBezTo>
                  <a:cubicBezTo>
                    <a:pt x="1173392" y="200149"/>
                    <a:pt x="1178980" y="218189"/>
                    <a:pt x="1190148" y="230886"/>
                  </a:cubicBezTo>
                  <a:cubicBezTo>
                    <a:pt x="1201326" y="243583"/>
                    <a:pt x="1216683" y="249936"/>
                    <a:pt x="1236230" y="249936"/>
                  </a:cubicBezTo>
                  <a:cubicBezTo>
                    <a:pt x="1245627" y="249936"/>
                    <a:pt x="1254890" y="248155"/>
                    <a:pt x="1264030" y="244602"/>
                  </a:cubicBezTo>
                  <a:cubicBezTo>
                    <a:pt x="1273170" y="240792"/>
                    <a:pt x="1282444" y="235201"/>
                    <a:pt x="1291831" y="227838"/>
                  </a:cubicBezTo>
                  <a:lnTo>
                    <a:pt x="1302114" y="250698"/>
                  </a:lnTo>
                  <a:cubicBezTo>
                    <a:pt x="1293993" y="258318"/>
                    <a:pt x="1283710" y="264414"/>
                    <a:pt x="1271266" y="268986"/>
                  </a:cubicBezTo>
                  <a:cubicBezTo>
                    <a:pt x="1259080" y="273301"/>
                    <a:pt x="1246388" y="275463"/>
                    <a:pt x="1233183" y="275463"/>
                  </a:cubicBezTo>
                  <a:close/>
                  <a:moveTo>
                    <a:pt x="1406130" y="275463"/>
                  </a:moveTo>
                  <a:cubicBezTo>
                    <a:pt x="1373882" y="275463"/>
                    <a:pt x="1348366" y="267205"/>
                    <a:pt x="1329582" y="250698"/>
                  </a:cubicBezTo>
                  <a:lnTo>
                    <a:pt x="1339864" y="227838"/>
                  </a:lnTo>
                  <a:cubicBezTo>
                    <a:pt x="1350023" y="235715"/>
                    <a:pt x="1360429" y="241554"/>
                    <a:pt x="1371093" y="245364"/>
                  </a:cubicBezTo>
                  <a:cubicBezTo>
                    <a:pt x="1382013" y="248917"/>
                    <a:pt x="1394066" y="250698"/>
                    <a:pt x="1407272" y="250698"/>
                  </a:cubicBezTo>
                  <a:cubicBezTo>
                    <a:pt x="1421744" y="250698"/>
                    <a:pt x="1432664" y="248288"/>
                    <a:pt x="1440024" y="243459"/>
                  </a:cubicBezTo>
                  <a:cubicBezTo>
                    <a:pt x="1447641" y="238382"/>
                    <a:pt x="1451449" y="231143"/>
                    <a:pt x="1451449" y="221742"/>
                  </a:cubicBezTo>
                  <a:cubicBezTo>
                    <a:pt x="1451449" y="214122"/>
                    <a:pt x="1448907" y="208150"/>
                    <a:pt x="1443832" y="203835"/>
                  </a:cubicBezTo>
                  <a:cubicBezTo>
                    <a:pt x="1438757" y="199263"/>
                    <a:pt x="1430379" y="195577"/>
                    <a:pt x="1418697" y="192786"/>
                  </a:cubicBezTo>
                  <a:lnTo>
                    <a:pt x="1386326" y="185166"/>
                  </a:lnTo>
                  <a:cubicBezTo>
                    <a:pt x="1370331" y="181613"/>
                    <a:pt x="1357887" y="175260"/>
                    <a:pt x="1349004" y="166116"/>
                  </a:cubicBezTo>
                  <a:cubicBezTo>
                    <a:pt x="1340369" y="156972"/>
                    <a:pt x="1336056" y="146047"/>
                    <a:pt x="1336056" y="133350"/>
                  </a:cubicBezTo>
                  <a:cubicBezTo>
                    <a:pt x="1336056" y="122177"/>
                    <a:pt x="1339103" y="112395"/>
                    <a:pt x="1345196" y="104013"/>
                  </a:cubicBezTo>
                  <a:cubicBezTo>
                    <a:pt x="1351289" y="95374"/>
                    <a:pt x="1359792" y="88649"/>
                    <a:pt x="1370712" y="83820"/>
                  </a:cubicBezTo>
                  <a:cubicBezTo>
                    <a:pt x="1381632" y="78991"/>
                    <a:pt x="1394581" y="76581"/>
                    <a:pt x="1409557" y="76581"/>
                  </a:cubicBezTo>
                  <a:cubicBezTo>
                    <a:pt x="1423010" y="76581"/>
                    <a:pt x="1435711" y="78743"/>
                    <a:pt x="1447641" y="83058"/>
                  </a:cubicBezTo>
                  <a:cubicBezTo>
                    <a:pt x="1459570" y="87373"/>
                    <a:pt x="1469605" y="93602"/>
                    <a:pt x="1477727" y="101727"/>
                  </a:cubicBezTo>
                  <a:lnTo>
                    <a:pt x="1467444" y="124206"/>
                  </a:lnTo>
                  <a:cubicBezTo>
                    <a:pt x="1458304" y="116586"/>
                    <a:pt x="1448907" y="110995"/>
                    <a:pt x="1439262" y="107442"/>
                  </a:cubicBezTo>
                  <a:cubicBezTo>
                    <a:pt x="1429865" y="103632"/>
                    <a:pt x="1419963" y="101727"/>
                    <a:pt x="1409557" y="101727"/>
                  </a:cubicBezTo>
                  <a:cubicBezTo>
                    <a:pt x="1395847" y="101727"/>
                    <a:pt x="1385184" y="104394"/>
                    <a:pt x="1377567" y="109728"/>
                  </a:cubicBezTo>
                  <a:cubicBezTo>
                    <a:pt x="1370207" y="115062"/>
                    <a:pt x="1366523" y="122301"/>
                    <a:pt x="1366523" y="131445"/>
                  </a:cubicBezTo>
                  <a:cubicBezTo>
                    <a:pt x="1366523" y="139322"/>
                    <a:pt x="1368808" y="145542"/>
                    <a:pt x="1373378" y="150114"/>
                  </a:cubicBezTo>
                  <a:cubicBezTo>
                    <a:pt x="1378205" y="154686"/>
                    <a:pt x="1385821" y="158239"/>
                    <a:pt x="1396228" y="160782"/>
                  </a:cubicBezTo>
                  <a:lnTo>
                    <a:pt x="1428599" y="168783"/>
                  </a:lnTo>
                  <a:cubicBezTo>
                    <a:pt x="1446622" y="172593"/>
                    <a:pt x="1459827" y="178946"/>
                    <a:pt x="1468206" y="187833"/>
                  </a:cubicBezTo>
                  <a:cubicBezTo>
                    <a:pt x="1476841" y="196472"/>
                    <a:pt x="1481154" y="207521"/>
                    <a:pt x="1481154" y="220980"/>
                  </a:cubicBezTo>
                  <a:cubicBezTo>
                    <a:pt x="1481154" y="237487"/>
                    <a:pt x="1474423" y="250698"/>
                    <a:pt x="1460970" y="260604"/>
                  </a:cubicBezTo>
                  <a:cubicBezTo>
                    <a:pt x="1447517" y="270510"/>
                    <a:pt x="1429237" y="275463"/>
                    <a:pt x="1406130" y="2754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g12709bdffa8_0_2930"/>
            <p:cNvSpPr/>
            <p:nvPr/>
          </p:nvSpPr>
          <p:spPr>
            <a:xfrm>
              <a:off x="5142141" y="6021492"/>
              <a:ext cx="1459056" cy="284607"/>
            </a:xfrm>
            <a:custGeom>
              <a:rect b="b" l="l" r="r" t="t"/>
              <a:pathLst>
                <a:path extrusionOk="0" h="284607" w="1459056">
                  <a:moveTo>
                    <a:pt x="0" y="281940"/>
                  </a:moveTo>
                  <a:lnTo>
                    <a:pt x="0" y="10668"/>
                  </a:lnTo>
                  <a:lnTo>
                    <a:pt x="108157" y="10668"/>
                  </a:lnTo>
                  <a:cubicBezTo>
                    <a:pt x="136082" y="10668"/>
                    <a:pt x="157790" y="17402"/>
                    <a:pt x="173280" y="30861"/>
                  </a:cubicBezTo>
                  <a:cubicBezTo>
                    <a:pt x="189018" y="44320"/>
                    <a:pt x="196892" y="62865"/>
                    <a:pt x="196892" y="86487"/>
                  </a:cubicBezTo>
                  <a:cubicBezTo>
                    <a:pt x="196892" y="109852"/>
                    <a:pt x="189018" y="128397"/>
                    <a:pt x="173280" y="142113"/>
                  </a:cubicBezTo>
                  <a:cubicBezTo>
                    <a:pt x="157542" y="155829"/>
                    <a:pt x="135834" y="162687"/>
                    <a:pt x="108157" y="162687"/>
                  </a:cubicBezTo>
                  <a:lnTo>
                    <a:pt x="31228" y="162687"/>
                  </a:lnTo>
                  <a:lnTo>
                    <a:pt x="31228" y="281940"/>
                  </a:lnTo>
                  <a:lnTo>
                    <a:pt x="0" y="281940"/>
                  </a:lnTo>
                  <a:close/>
                  <a:moveTo>
                    <a:pt x="31228" y="136779"/>
                  </a:moveTo>
                  <a:lnTo>
                    <a:pt x="105491" y="136779"/>
                  </a:lnTo>
                  <a:cubicBezTo>
                    <a:pt x="125552" y="136779"/>
                    <a:pt x="140652" y="132464"/>
                    <a:pt x="150811" y="123825"/>
                  </a:cubicBezTo>
                  <a:cubicBezTo>
                    <a:pt x="160970" y="114938"/>
                    <a:pt x="166045" y="102489"/>
                    <a:pt x="166045" y="86487"/>
                  </a:cubicBezTo>
                  <a:cubicBezTo>
                    <a:pt x="166045" y="70485"/>
                    <a:pt x="160970" y="58169"/>
                    <a:pt x="150811" y="49530"/>
                  </a:cubicBezTo>
                  <a:cubicBezTo>
                    <a:pt x="140652" y="40891"/>
                    <a:pt x="125552" y="36576"/>
                    <a:pt x="105491" y="36576"/>
                  </a:cubicBezTo>
                  <a:lnTo>
                    <a:pt x="31228" y="36576"/>
                  </a:lnTo>
                  <a:lnTo>
                    <a:pt x="31228" y="136779"/>
                  </a:lnTo>
                  <a:close/>
                  <a:moveTo>
                    <a:pt x="244258" y="281940"/>
                  </a:moveTo>
                  <a:lnTo>
                    <a:pt x="244258" y="1524"/>
                  </a:lnTo>
                  <a:lnTo>
                    <a:pt x="275106" y="1524"/>
                  </a:lnTo>
                  <a:lnTo>
                    <a:pt x="275106" y="281940"/>
                  </a:lnTo>
                  <a:lnTo>
                    <a:pt x="244258" y="281940"/>
                  </a:lnTo>
                  <a:close/>
                  <a:moveTo>
                    <a:pt x="408503" y="284607"/>
                  </a:moveTo>
                  <a:cubicBezTo>
                    <a:pt x="391489" y="284607"/>
                    <a:pt x="376513" y="280673"/>
                    <a:pt x="363564" y="272796"/>
                  </a:cubicBezTo>
                  <a:cubicBezTo>
                    <a:pt x="350873" y="264671"/>
                    <a:pt x="340972" y="253241"/>
                    <a:pt x="333859" y="238506"/>
                  </a:cubicBezTo>
                  <a:cubicBezTo>
                    <a:pt x="327005" y="223523"/>
                    <a:pt x="323577" y="205997"/>
                    <a:pt x="323577" y="185928"/>
                  </a:cubicBezTo>
                  <a:cubicBezTo>
                    <a:pt x="323577" y="165859"/>
                    <a:pt x="327128" y="148333"/>
                    <a:pt x="334240" y="133350"/>
                  </a:cubicBezTo>
                  <a:cubicBezTo>
                    <a:pt x="341352" y="118367"/>
                    <a:pt x="351254" y="106680"/>
                    <a:pt x="363945" y="98298"/>
                  </a:cubicBezTo>
                  <a:cubicBezTo>
                    <a:pt x="376894" y="89916"/>
                    <a:pt x="391746" y="85725"/>
                    <a:pt x="408503" y="85725"/>
                  </a:cubicBezTo>
                  <a:cubicBezTo>
                    <a:pt x="426021" y="85725"/>
                    <a:pt x="440874" y="90040"/>
                    <a:pt x="453061" y="98679"/>
                  </a:cubicBezTo>
                  <a:cubicBezTo>
                    <a:pt x="465247" y="107318"/>
                    <a:pt x="473502" y="119634"/>
                    <a:pt x="477815" y="135636"/>
                  </a:cubicBezTo>
                  <a:lnTo>
                    <a:pt x="473245" y="138684"/>
                  </a:lnTo>
                  <a:lnTo>
                    <a:pt x="473245" y="90297"/>
                  </a:lnTo>
                  <a:lnTo>
                    <a:pt x="503712" y="90297"/>
                  </a:lnTo>
                  <a:lnTo>
                    <a:pt x="503712" y="281940"/>
                  </a:lnTo>
                  <a:lnTo>
                    <a:pt x="473245" y="281940"/>
                  </a:lnTo>
                  <a:lnTo>
                    <a:pt x="473245" y="232410"/>
                  </a:lnTo>
                  <a:lnTo>
                    <a:pt x="477815" y="234696"/>
                  </a:lnTo>
                  <a:cubicBezTo>
                    <a:pt x="473502" y="250698"/>
                    <a:pt x="465247" y="263014"/>
                    <a:pt x="453061" y="271653"/>
                  </a:cubicBezTo>
                  <a:cubicBezTo>
                    <a:pt x="440874" y="280292"/>
                    <a:pt x="426021" y="284607"/>
                    <a:pt x="408503" y="284607"/>
                  </a:cubicBezTo>
                  <a:close/>
                  <a:moveTo>
                    <a:pt x="414596" y="259080"/>
                  </a:moveTo>
                  <a:cubicBezTo>
                    <a:pt x="433381" y="259080"/>
                    <a:pt x="447853" y="252727"/>
                    <a:pt x="458011" y="240030"/>
                  </a:cubicBezTo>
                  <a:cubicBezTo>
                    <a:pt x="468170" y="227076"/>
                    <a:pt x="473245" y="208788"/>
                    <a:pt x="473245" y="185166"/>
                  </a:cubicBezTo>
                  <a:cubicBezTo>
                    <a:pt x="473245" y="161544"/>
                    <a:pt x="468037" y="143380"/>
                    <a:pt x="457631" y="130683"/>
                  </a:cubicBezTo>
                  <a:cubicBezTo>
                    <a:pt x="447472" y="117986"/>
                    <a:pt x="433134" y="111633"/>
                    <a:pt x="414596" y="111633"/>
                  </a:cubicBezTo>
                  <a:cubicBezTo>
                    <a:pt x="395812" y="111633"/>
                    <a:pt x="381083" y="118234"/>
                    <a:pt x="370420" y="131445"/>
                  </a:cubicBezTo>
                  <a:cubicBezTo>
                    <a:pt x="360013" y="144399"/>
                    <a:pt x="354805" y="162563"/>
                    <a:pt x="354805" y="185928"/>
                  </a:cubicBezTo>
                  <a:cubicBezTo>
                    <a:pt x="354805" y="209293"/>
                    <a:pt x="360013" y="227333"/>
                    <a:pt x="370420" y="240030"/>
                  </a:cubicBezTo>
                  <a:cubicBezTo>
                    <a:pt x="381083" y="252727"/>
                    <a:pt x="395812" y="259080"/>
                    <a:pt x="414596" y="259080"/>
                  </a:cubicBezTo>
                  <a:close/>
                  <a:moveTo>
                    <a:pt x="536311" y="114681"/>
                  </a:moveTo>
                  <a:lnTo>
                    <a:pt x="536311" y="90297"/>
                  </a:lnTo>
                  <a:lnTo>
                    <a:pt x="659321" y="90297"/>
                  </a:lnTo>
                  <a:lnTo>
                    <a:pt x="659321" y="114681"/>
                  </a:lnTo>
                  <a:lnTo>
                    <a:pt x="536311" y="114681"/>
                  </a:lnTo>
                  <a:close/>
                  <a:moveTo>
                    <a:pt x="658560" y="254508"/>
                  </a:moveTo>
                  <a:lnTo>
                    <a:pt x="658560" y="280797"/>
                  </a:lnTo>
                  <a:cubicBezTo>
                    <a:pt x="654247" y="282064"/>
                    <a:pt x="649934" y="282959"/>
                    <a:pt x="645611" y="283464"/>
                  </a:cubicBezTo>
                  <a:cubicBezTo>
                    <a:pt x="641555" y="284226"/>
                    <a:pt x="636985" y="284607"/>
                    <a:pt x="631901" y="284607"/>
                  </a:cubicBezTo>
                  <a:cubicBezTo>
                    <a:pt x="614135" y="284607"/>
                    <a:pt x="599911" y="279530"/>
                    <a:pt x="589247" y="269367"/>
                  </a:cubicBezTo>
                  <a:cubicBezTo>
                    <a:pt x="578841" y="259204"/>
                    <a:pt x="573633" y="243964"/>
                    <a:pt x="573633" y="223647"/>
                  </a:cubicBezTo>
                  <a:lnTo>
                    <a:pt x="573633" y="41148"/>
                  </a:lnTo>
                  <a:lnTo>
                    <a:pt x="604481" y="30099"/>
                  </a:lnTo>
                  <a:lnTo>
                    <a:pt x="604481" y="219456"/>
                  </a:lnTo>
                  <a:cubicBezTo>
                    <a:pt x="604481" y="229619"/>
                    <a:pt x="605880" y="237487"/>
                    <a:pt x="608670" y="243078"/>
                  </a:cubicBezTo>
                  <a:cubicBezTo>
                    <a:pt x="611717" y="248669"/>
                    <a:pt x="615782" y="252603"/>
                    <a:pt x="620857" y="254889"/>
                  </a:cubicBezTo>
                  <a:cubicBezTo>
                    <a:pt x="625941" y="256918"/>
                    <a:pt x="631654" y="257937"/>
                    <a:pt x="637995" y="257937"/>
                  </a:cubicBezTo>
                  <a:cubicBezTo>
                    <a:pt x="641803" y="257937"/>
                    <a:pt x="645230" y="257680"/>
                    <a:pt x="648277" y="257175"/>
                  </a:cubicBezTo>
                  <a:cubicBezTo>
                    <a:pt x="651324" y="256670"/>
                    <a:pt x="654751" y="255775"/>
                    <a:pt x="658560" y="254508"/>
                  </a:cubicBezTo>
                  <a:close/>
                  <a:moveTo>
                    <a:pt x="673545" y="114681"/>
                  </a:moveTo>
                  <a:lnTo>
                    <a:pt x="673545" y="90297"/>
                  </a:lnTo>
                  <a:lnTo>
                    <a:pt x="788558" y="90297"/>
                  </a:lnTo>
                  <a:lnTo>
                    <a:pt x="788558" y="114681"/>
                  </a:lnTo>
                  <a:lnTo>
                    <a:pt x="673545" y="114681"/>
                  </a:lnTo>
                  <a:close/>
                  <a:moveTo>
                    <a:pt x="793889" y="29718"/>
                  </a:moveTo>
                  <a:cubicBezTo>
                    <a:pt x="786787" y="27689"/>
                    <a:pt x="780179" y="26670"/>
                    <a:pt x="774086" y="26670"/>
                  </a:cubicBezTo>
                  <a:cubicBezTo>
                    <a:pt x="767993" y="26670"/>
                    <a:pt x="762414" y="27813"/>
                    <a:pt x="757329" y="30099"/>
                  </a:cubicBezTo>
                  <a:cubicBezTo>
                    <a:pt x="752511" y="32128"/>
                    <a:pt x="748703" y="35938"/>
                    <a:pt x="745904" y="41529"/>
                  </a:cubicBezTo>
                  <a:cubicBezTo>
                    <a:pt x="743114" y="47120"/>
                    <a:pt x="741715" y="54864"/>
                    <a:pt x="741715" y="64770"/>
                  </a:cubicBezTo>
                  <a:lnTo>
                    <a:pt x="741715" y="281940"/>
                  </a:lnTo>
                  <a:lnTo>
                    <a:pt x="710867" y="281940"/>
                  </a:lnTo>
                  <a:lnTo>
                    <a:pt x="710867" y="60960"/>
                  </a:lnTo>
                  <a:cubicBezTo>
                    <a:pt x="710867" y="40386"/>
                    <a:pt x="715952" y="25146"/>
                    <a:pt x="726101" y="15240"/>
                  </a:cubicBezTo>
                  <a:cubicBezTo>
                    <a:pt x="736260" y="5077"/>
                    <a:pt x="750227" y="0"/>
                    <a:pt x="767993" y="0"/>
                  </a:cubicBezTo>
                  <a:cubicBezTo>
                    <a:pt x="772315" y="0"/>
                    <a:pt x="776628" y="257"/>
                    <a:pt x="780941" y="762"/>
                  </a:cubicBezTo>
                  <a:cubicBezTo>
                    <a:pt x="785263" y="1267"/>
                    <a:pt x="789576" y="2162"/>
                    <a:pt x="793889" y="3429"/>
                  </a:cubicBezTo>
                  <a:lnTo>
                    <a:pt x="793889" y="29718"/>
                  </a:lnTo>
                  <a:close/>
                  <a:moveTo>
                    <a:pt x="906255" y="284607"/>
                  </a:moveTo>
                  <a:cubicBezTo>
                    <a:pt x="887975" y="284607"/>
                    <a:pt x="871980" y="280540"/>
                    <a:pt x="858270" y="272415"/>
                  </a:cubicBezTo>
                  <a:cubicBezTo>
                    <a:pt x="844807" y="264290"/>
                    <a:pt x="834277" y="252860"/>
                    <a:pt x="826660" y="238125"/>
                  </a:cubicBezTo>
                  <a:cubicBezTo>
                    <a:pt x="819291" y="223142"/>
                    <a:pt x="815616" y="205483"/>
                    <a:pt x="815616" y="185166"/>
                  </a:cubicBezTo>
                  <a:cubicBezTo>
                    <a:pt x="815616" y="165097"/>
                    <a:pt x="819291" y="147571"/>
                    <a:pt x="826660" y="132588"/>
                  </a:cubicBezTo>
                  <a:cubicBezTo>
                    <a:pt x="834277" y="117605"/>
                    <a:pt x="844807" y="106042"/>
                    <a:pt x="858270" y="97917"/>
                  </a:cubicBezTo>
                  <a:cubicBezTo>
                    <a:pt x="871980" y="89792"/>
                    <a:pt x="887975" y="85725"/>
                    <a:pt x="906255" y="85725"/>
                  </a:cubicBezTo>
                  <a:cubicBezTo>
                    <a:pt x="924535" y="85725"/>
                    <a:pt x="940397" y="89792"/>
                    <a:pt x="953859" y="97917"/>
                  </a:cubicBezTo>
                  <a:cubicBezTo>
                    <a:pt x="967569" y="106042"/>
                    <a:pt x="978100" y="117605"/>
                    <a:pt x="985469" y="132588"/>
                  </a:cubicBezTo>
                  <a:cubicBezTo>
                    <a:pt x="993085" y="147571"/>
                    <a:pt x="996894" y="165097"/>
                    <a:pt x="996894" y="185166"/>
                  </a:cubicBezTo>
                  <a:cubicBezTo>
                    <a:pt x="996894" y="205483"/>
                    <a:pt x="993085" y="223142"/>
                    <a:pt x="985469" y="238125"/>
                  </a:cubicBezTo>
                  <a:cubicBezTo>
                    <a:pt x="978100" y="252860"/>
                    <a:pt x="967569" y="264290"/>
                    <a:pt x="953859" y="272415"/>
                  </a:cubicBezTo>
                  <a:cubicBezTo>
                    <a:pt x="940397" y="280540"/>
                    <a:pt x="924535" y="284607"/>
                    <a:pt x="906255" y="284607"/>
                  </a:cubicBezTo>
                  <a:close/>
                  <a:moveTo>
                    <a:pt x="906255" y="259080"/>
                  </a:moveTo>
                  <a:cubicBezTo>
                    <a:pt x="925040" y="259080"/>
                    <a:pt x="939511" y="252860"/>
                    <a:pt x="949670" y="240411"/>
                  </a:cubicBezTo>
                  <a:cubicBezTo>
                    <a:pt x="960076" y="227714"/>
                    <a:pt x="965284" y="209293"/>
                    <a:pt x="965284" y="185166"/>
                  </a:cubicBezTo>
                  <a:cubicBezTo>
                    <a:pt x="965284" y="161544"/>
                    <a:pt x="960076" y="143380"/>
                    <a:pt x="949670" y="130683"/>
                  </a:cubicBezTo>
                  <a:cubicBezTo>
                    <a:pt x="939254" y="117986"/>
                    <a:pt x="924782" y="111633"/>
                    <a:pt x="906255" y="111633"/>
                  </a:cubicBezTo>
                  <a:cubicBezTo>
                    <a:pt x="887717" y="111633"/>
                    <a:pt x="873122" y="117986"/>
                    <a:pt x="862459" y="130683"/>
                  </a:cubicBezTo>
                  <a:cubicBezTo>
                    <a:pt x="852043" y="143380"/>
                    <a:pt x="846845" y="161544"/>
                    <a:pt x="846845" y="185166"/>
                  </a:cubicBezTo>
                  <a:cubicBezTo>
                    <a:pt x="846845" y="209293"/>
                    <a:pt x="851919" y="227714"/>
                    <a:pt x="862078" y="240411"/>
                  </a:cubicBezTo>
                  <a:cubicBezTo>
                    <a:pt x="872484" y="252860"/>
                    <a:pt x="887213" y="259080"/>
                    <a:pt x="906255" y="259080"/>
                  </a:cubicBezTo>
                  <a:close/>
                  <a:moveTo>
                    <a:pt x="1044974" y="281940"/>
                  </a:moveTo>
                  <a:lnTo>
                    <a:pt x="1044974" y="144018"/>
                  </a:lnTo>
                  <a:cubicBezTo>
                    <a:pt x="1044974" y="135131"/>
                    <a:pt x="1044727" y="126235"/>
                    <a:pt x="1044212" y="117348"/>
                  </a:cubicBezTo>
                  <a:cubicBezTo>
                    <a:pt x="1043965" y="108204"/>
                    <a:pt x="1043203" y="99184"/>
                    <a:pt x="1041927" y="90297"/>
                  </a:cubicBezTo>
                  <a:lnTo>
                    <a:pt x="1071252" y="90297"/>
                  </a:lnTo>
                  <a:lnTo>
                    <a:pt x="1075441" y="137541"/>
                  </a:lnTo>
                  <a:lnTo>
                    <a:pt x="1071252" y="136398"/>
                  </a:lnTo>
                  <a:cubicBezTo>
                    <a:pt x="1074812" y="119634"/>
                    <a:pt x="1082429" y="107061"/>
                    <a:pt x="1094102" y="98679"/>
                  </a:cubicBezTo>
                  <a:cubicBezTo>
                    <a:pt x="1106041" y="90040"/>
                    <a:pt x="1119371" y="85725"/>
                    <a:pt x="1134089" y="85725"/>
                  </a:cubicBezTo>
                  <a:cubicBezTo>
                    <a:pt x="1137393" y="85725"/>
                    <a:pt x="1140440" y="85982"/>
                    <a:pt x="1143230" y="86487"/>
                  </a:cubicBezTo>
                  <a:cubicBezTo>
                    <a:pt x="1146276" y="86744"/>
                    <a:pt x="1149076" y="87249"/>
                    <a:pt x="1151608" y="88011"/>
                  </a:cubicBezTo>
                  <a:lnTo>
                    <a:pt x="1150846" y="116205"/>
                  </a:lnTo>
                  <a:cubicBezTo>
                    <a:pt x="1145010" y="114176"/>
                    <a:pt x="1138279" y="113157"/>
                    <a:pt x="1130662" y="113157"/>
                  </a:cubicBezTo>
                  <a:cubicBezTo>
                    <a:pt x="1117466" y="113157"/>
                    <a:pt x="1106803" y="116081"/>
                    <a:pt x="1098672" y="121920"/>
                  </a:cubicBezTo>
                  <a:cubicBezTo>
                    <a:pt x="1090808" y="127759"/>
                    <a:pt x="1084962" y="135255"/>
                    <a:pt x="1081153" y="144399"/>
                  </a:cubicBezTo>
                  <a:cubicBezTo>
                    <a:pt x="1077602" y="153286"/>
                    <a:pt x="1075822" y="162687"/>
                    <a:pt x="1075822" y="172593"/>
                  </a:cubicBezTo>
                  <a:lnTo>
                    <a:pt x="1075822" y="281940"/>
                  </a:lnTo>
                  <a:lnTo>
                    <a:pt x="1044974" y="281940"/>
                  </a:lnTo>
                  <a:close/>
                  <a:moveTo>
                    <a:pt x="1182951" y="281940"/>
                  </a:moveTo>
                  <a:lnTo>
                    <a:pt x="1182951" y="144018"/>
                  </a:lnTo>
                  <a:cubicBezTo>
                    <a:pt x="1182951" y="135131"/>
                    <a:pt x="1182703" y="126235"/>
                    <a:pt x="1182189" y="117348"/>
                  </a:cubicBezTo>
                  <a:cubicBezTo>
                    <a:pt x="1181941" y="108204"/>
                    <a:pt x="1181180" y="99184"/>
                    <a:pt x="1179904" y="90297"/>
                  </a:cubicBezTo>
                  <a:lnTo>
                    <a:pt x="1209228" y="90297"/>
                  </a:lnTo>
                  <a:lnTo>
                    <a:pt x="1212656" y="129921"/>
                  </a:lnTo>
                  <a:lnTo>
                    <a:pt x="1208847" y="132588"/>
                  </a:lnTo>
                  <a:cubicBezTo>
                    <a:pt x="1213418" y="117605"/>
                    <a:pt x="1221291" y="106042"/>
                    <a:pt x="1232459" y="97917"/>
                  </a:cubicBezTo>
                  <a:cubicBezTo>
                    <a:pt x="1243885" y="89792"/>
                    <a:pt x="1257347" y="85725"/>
                    <a:pt x="1272828" y="85725"/>
                  </a:cubicBezTo>
                  <a:cubicBezTo>
                    <a:pt x="1291365" y="85725"/>
                    <a:pt x="1305713" y="90297"/>
                    <a:pt x="1315862" y="99441"/>
                  </a:cubicBezTo>
                  <a:cubicBezTo>
                    <a:pt x="1326278" y="108585"/>
                    <a:pt x="1332876" y="122558"/>
                    <a:pt x="1335665" y="141351"/>
                  </a:cubicBezTo>
                  <a:lnTo>
                    <a:pt x="1326526" y="136398"/>
                  </a:lnTo>
                  <a:cubicBezTo>
                    <a:pt x="1330591" y="120901"/>
                    <a:pt x="1338712" y="108585"/>
                    <a:pt x="1350899" y="99441"/>
                  </a:cubicBezTo>
                  <a:cubicBezTo>
                    <a:pt x="1363343" y="90297"/>
                    <a:pt x="1378196" y="85725"/>
                    <a:pt x="1395457" y="85725"/>
                  </a:cubicBezTo>
                  <a:cubicBezTo>
                    <a:pt x="1416536" y="85725"/>
                    <a:pt x="1432398" y="92078"/>
                    <a:pt x="1443061" y="104775"/>
                  </a:cubicBezTo>
                  <a:cubicBezTo>
                    <a:pt x="1453725" y="117224"/>
                    <a:pt x="1459056" y="136141"/>
                    <a:pt x="1459056" y="161544"/>
                  </a:cubicBezTo>
                  <a:lnTo>
                    <a:pt x="1459056" y="281940"/>
                  </a:lnTo>
                  <a:lnTo>
                    <a:pt x="1428209" y="281940"/>
                  </a:lnTo>
                  <a:lnTo>
                    <a:pt x="1428209" y="163068"/>
                  </a:lnTo>
                  <a:cubicBezTo>
                    <a:pt x="1428209" y="145285"/>
                    <a:pt x="1425038" y="132331"/>
                    <a:pt x="1418688" y="124206"/>
                  </a:cubicBezTo>
                  <a:cubicBezTo>
                    <a:pt x="1412347" y="115824"/>
                    <a:pt x="1402312" y="111633"/>
                    <a:pt x="1388602" y="111633"/>
                  </a:cubicBezTo>
                  <a:cubicBezTo>
                    <a:pt x="1372607" y="111633"/>
                    <a:pt x="1359915" y="117091"/>
                    <a:pt x="1350518" y="128016"/>
                  </a:cubicBezTo>
                  <a:cubicBezTo>
                    <a:pt x="1341378" y="138941"/>
                    <a:pt x="1336808" y="153800"/>
                    <a:pt x="1336808" y="172593"/>
                  </a:cubicBezTo>
                  <a:lnTo>
                    <a:pt x="1336808" y="281940"/>
                  </a:lnTo>
                  <a:lnTo>
                    <a:pt x="1305960" y="281940"/>
                  </a:lnTo>
                  <a:lnTo>
                    <a:pt x="1305960" y="163068"/>
                  </a:lnTo>
                  <a:cubicBezTo>
                    <a:pt x="1305960" y="145285"/>
                    <a:pt x="1302666" y="132331"/>
                    <a:pt x="1296059" y="124206"/>
                  </a:cubicBezTo>
                  <a:cubicBezTo>
                    <a:pt x="1289718" y="115824"/>
                    <a:pt x="1279683" y="111633"/>
                    <a:pt x="1265973" y="111633"/>
                  </a:cubicBezTo>
                  <a:cubicBezTo>
                    <a:pt x="1249730" y="111633"/>
                    <a:pt x="1236906" y="117091"/>
                    <a:pt x="1227508" y="128016"/>
                  </a:cubicBezTo>
                  <a:cubicBezTo>
                    <a:pt x="1218368" y="138941"/>
                    <a:pt x="1213798" y="153800"/>
                    <a:pt x="1213798" y="172593"/>
                  </a:cubicBezTo>
                  <a:lnTo>
                    <a:pt x="1213798" y="281940"/>
                  </a:lnTo>
                  <a:lnTo>
                    <a:pt x="1182951" y="2819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g12709bdffa8_0_2930"/>
            <p:cNvSpPr/>
            <p:nvPr/>
          </p:nvSpPr>
          <p:spPr>
            <a:xfrm>
              <a:off x="4527854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g12709bdffa8_0_2930"/>
            <p:cNvSpPr/>
            <p:nvPr/>
          </p:nvSpPr>
          <p:spPr>
            <a:xfrm>
              <a:off x="1919132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24" name="Google Shape;524;g12709bdffa8_0_2930"/>
          <p:cNvPicPr preferRelativeResize="0"/>
          <p:nvPr/>
        </p:nvPicPr>
        <p:blipFill rotWithShape="1">
          <a:blip r:embed="rId3">
            <a:alphaModFix/>
          </a:blip>
          <a:srcRect b="13880" l="8644" r="36225" t="-13879"/>
          <a:stretch/>
        </p:blipFill>
        <p:spPr>
          <a:xfrm>
            <a:off x="5513831" y="1879156"/>
            <a:ext cx="6678170" cy="2713842"/>
          </a:xfrm>
          <a:prstGeom prst="rect">
            <a:avLst/>
          </a:prstGeom>
          <a:noFill/>
          <a:ln>
            <a:noFill/>
          </a:ln>
          <a:effectLst>
            <a:outerShdw blurRad="317500" rotWithShape="0" algn="t" dir="5400000" dist="127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X">
  <p:cSld name="STX 2">
    <p:bg>
      <p:bgPr>
        <a:solidFill>
          <a:srgbClr val="245893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g12709bdffa8_0_2950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3007268" y="-1"/>
            <a:ext cx="918473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g12709bdffa8_0_2950"/>
          <p:cNvSpPr txBox="1"/>
          <p:nvPr>
            <p:ph type="title"/>
          </p:nvPr>
        </p:nvSpPr>
        <p:spPr>
          <a:xfrm>
            <a:off x="155786" y="1191528"/>
            <a:ext cx="5054700" cy="48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Rokkitt"/>
              <a:buNone/>
              <a:defRPr b="1" sz="3200">
                <a:solidFill>
                  <a:schemeClr val="dk2"/>
                </a:solidFill>
                <a:latin typeface="Rokkitt"/>
                <a:ea typeface="Rokkitt"/>
                <a:cs typeface="Rokkitt"/>
                <a:sym typeface="Rokkit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28" name="Google Shape;528;g12709bdffa8_0_2950"/>
          <p:cNvGrpSpPr/>
          <p:nvPr/>
        </p:nvGrpSpPr>
        <p:grpSpPr>
          <a:xfrm>
            <a:off x="300945" y="308243"/>
            <a:ext cx="2012792" cy="571765"/>
            <a:chOff x="338666" y="4303183"/>
            <a:chExt cx="7340599" cy="2085212"/>
          </a:xfrm>
        </p:grpSpPr>
        <p:sp>
          <p:nvSpPr>
            <p:cNvPr id="529" name="Google Shape;529;g12709bdffa8_0_2950"/>
            <p:cNvSpPr/>
            <p:nvPr/>
          </p:nvSpPr>
          <p:spPr>
            <a:xfrm>
              <a:off x="338666" y="4817769"/>
              <a:ext cx="931067" cy="1085156"/>
            </a:xfrm>
            <a:custGeom>
              <a:rect b="b" l="l" r="r" t="t"/>
              <a:pathLst>
                <a:path extrusionOk="0" h="1085156" w="931067">
                  <a:moveTo>
                    <a:pt x="266668" y="724502"/>
                  </a:moveTo>
                  <a:lnTo>
                    <a:pt x="0" y="724502"/>
                  </a:lnTo>
                  <a:cubicBezTo>
                    <a:pt x="0" y="847803"/>
                    <a:pt x="39462" y="937691"/>
                    <a:pt x="117749" y="995117"/>
                  </a:cubicBezTo>
                  <a:cubicBezTo>
                    <a:pt x="188382" y="1054534"/>
                    <a:pt x="298318" y="1085157"/>
                    <a:pt x="451383" y="1085157"/>
                  </a:cubicBezTo>
                  <a:cubicBezTo>
                    <a:pt x="735511" y="1085157"/>
                    <a:pt x="931068" y="993278"/>
                    <a:pt x="931068" y="736551"/>
                  </a:cubicBezTo>
                  <a:cubicBezTo>
                    <a:pt x="931068" y="663885"/>
                    <a:pt x="908108" y="599124"/>
                    <a:pt x="860036" y="546727"/>
                  </a:cubicBezTo>
                  <a:cubicBezTo>
                    <a:pt x="804550" y="492016"/>
                    <a:pt x="691505" y="445600"/>
                    <a:pt x="507268" y="409227"/>
                  </a:cubicBezTo>
                  <a:cubicBezTo>
                    <a:pt x="364487" y="382909"/>
                    <a:pt x="294252" y="340558"/>
                    <a:pt x="294252" y="285925"/>
                  </a:cubicBezTo>
                  <a:cubicBezTo>
                    <a:pt x="294252" y="231452"/>
                    <a:pt x="348064" y="203059"/>
                    <a:pt x="455529" y="203059"/>
                  </a:cubicBezTo>
                  <a:cubicBezTo>
                    <a:pt x="546571" y="203059"/>
                    <a:pt x="602376" y="229378"/>
                    <a:pt x="621111" y="275875"/>
                  </a:cubicBezTo>
                  <a:cubicBezTo>
                    <a:pt x="637534" y="318386"/>
                    <a:pt x="678032" y="340558"/>
                    <a:pt x="737424" y="342631"/>
                  </a:cubicBezTo>
                  <a:lnTo>
                    <a:pt x="898542" y="342631"/>
                  </a:lnTo>
                  <a:cubicBezTo>
                    <a:pt x="892802" y="231452"/>
                    <a:pt x="852463" y="146910"/>
                    <a:pt x="777764" y="86934"/>
                  </a:cubicBezTo>
                  <a:cubicBezTo>
                    <a:pt x="701151" y="28951"/>
                    <a:pt x="592251" y="0"/>
                    <a:pt x="451543" y="0"/>
                  </a:cubicBezTo>
                  <a:cubicBezTo>
                    <a:pt x="206080" y="3908"/>
                    <a:pt x="29577" y="108388"/>
                    <a:pt x="29577" y="334417"/>
                  </a:cubicBezTo>
                  <a:cubicBezTo>
                    <a:pt x="31649" y="502141"/>
                    <a:pt x="149159" y="607421"/>
                    <a:pt x="383141" y="649693"/>
                  </a:cubicBezTo>
                  <a:cubicBezTo>
                    <a:pt x="571284" y="682230"/>
                    <a:pt x="666472" y="726578"/>
                    <a:pt x="666472" y="781214"/>
                  </a:cubicBezTo>
                  <a:cubicBezTo>
                    <a:pt x="666472" y="849880"/>
                    <a:pt x="608515" y="882103"/>
                    <a:pt x="492679" y="882103"/>
                  </a:cubicBezTo>
                  <a:cubicBezTo>
                    <a:pt x="358348" y="882103"/>
                    <a:pt x="272648" y="841907"/>
                    <a:pt x="266668" y="7245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g12709bdffa8_0_2950"/>
            <p:cNvSpPr/>
            <p:nvPr/>
          </p:nvSpPr>
          <p:spPr>
            <a:xfrm>
              <a:off x="1374890" y="4819443"/>
              <a:ext cx="1517750" cy="1067689"/>
            </a:xfrm>
            <a:custGeom>
              <a:rect b="b" l="l" r="r" t="t"/>
              <a:pathLst>
                <a:path extrusionOk="0" h="1067689" w="1517750">
                  <a:moveTo>
                    <a:pt x="448672" y="223396"/>
                  </a:moveTo>
                  <a:cubicBezTo>
                    <a:pt x="569444" y="223396"/>
                    <a:pt x="630673" y="277471"/>
                    <a:pt x="636890" y="387375"/>
                  </a:cubicBezTo>
                  <a:lnTo>
                    <a:pt x="636890" y="1063784"/>
                  </a:lnTo>
                  <a:lnTo>
                    <a:pt x="880920" y="1063784"/>
                  </a:lnTo>
                  <a:lnTo>
                    <a:pt x="880920" y="391522"/>
                  </a:lnTo>
                  <a:cubicBezTo>
                    <a:pt x="882995" y="281379"/>
                    <a:pt x="944138" y="227305"/>
                    <a:pt x="1064996" y="227305"/>
                  </a:cubicBezTo>
                  <a:cubicBezTo>
                    <a:pt x="1185778" y="227305"/>
                    <a:pt x="1246998" y="281379"/>
                    <a:pt x="1253139" y="391522"/>
                  </a:cubicBezTo>
                  <a:lnTo>
                    <a:pt x="1253139" y="935778"/>
                  </a:lnTo>
                  <a:cubicBezTo>
                    <a:pt x="1253139" y="1019760"/>
                    <a:pt x="1296268" y="1061794"/>
                    <a:pt x="1382527" y="1067690"/>
                  </a:cubicBezTo>
                  <a:lnTo>
                    <a:pt x="1517733" y="1067690"/>
                  </a:lnTo>
                  <a:lnTo>
                    <a:pt x="1517733" y="445517"/>
                  </a:lnTo>
                  <a:cubicBezTo>
                    <a:pt x="1519571" y="146911"/>
                    <a:pt x="1372645" y="3669"/>
                    <a:pt x="1069062" y="3669"/>
                  </a:cubicBezTo>
                  <a:cubicBezTo>
                    <a:pt x="930028" y="3669"/>
                    <a:pt x="829973" y="30387"/>
                    <a:pt x="760699" y="85897"/>
                  </a:cubicBezTo>
                  <a:cubicBezTo>
                    <a:pt x="691502" y="28553"/>
                    <a:pt x="591847" y="0"/>
                    <a:pt x="452737" y="0"/>
                  </a:cubicBezTo>
                  <a:cubicBezTo>
                    <a:pt x="148992" y="0"/>
                    <a:pt x="0" y="143242"/>
                    <a:pt x="0" y="441449"/>
                  </a:cubicBezTo>
                  <a:lnTo>
                    <a:pt x="0" y="1063784"/>
                  </a:lnTo>
                  <a:lnTo>
                    <a:pt x="264509" y="1063784"/>
                  </a:lnTo>
                  <a:lnTo>
                    <a:pt x="264509" y="387375"/>
                  </a:lnTo>
                  <a:cubicBezTo>
                    <a:pt x="266747" y="277471"/>
                    <a:pt x="327890" y="223396"/>
                    <a:pt x="448672" y="2233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g12709bdffa8_0_2950"/>
            <p:cNvSpPr/>
            <p:nvPr/>
          </p:nvSpPr>
          <p:spPr>
            <a:xfrm>
              <a:off x="3018422" y="4817769"/>
              <a:ext cx="880929" cy="1069283"/>
            </a:xfrm>
            <a:custGeom>
              <a:rect b="b" l="l" r="r" t="t"/>
              <a:pathLst>
                <a:path extrusionOk="0" h="1069283" w="880929">
                  <a:moveTo>
                    <a:pt x="450909" y="203059"/>
                  </a:moveTo>
                  <a:cubicBezTo>
                    <a:pt x="567140" y="203059"/>
                    <a:pt x="626293" y="232648"/>
                    <a:pt x="632672" y="291907"/>
                  </a:cubicBezTo>
                  <a:cubicBezTo>
                    <a:pt x="632672" y="349012"/>
                    <a:pt x="571443" y="382510"/>
                    <a:pt x="450909" y="396308"/>
                  </a:cubicBezTo>
                  <a:cubicBezTo>
                    <a:pt x="176822" y="421989"/>
                    <a:pt x="5503" y="489301"/>
                    <a:pt x="0" y="739732"/>
                  </a:cubicBezTo>
                  <a:cubicBezTo>
                    <a:pt x="0" y="970552"/>
                    <a:pt x="163912" y="1086833"/>
                    <a:pt x="421566" y="1067135"/>
                  </a:cubicBezTo>
                  <a:cubicBezTo>
                    <a:pt x="714466" y="1047438"/>
                    <a:pt x="880929" y="919183"/>
                    <a:pt x="880929" y="631186"/>
                  </a:cubicBezTo>
                  <a:lnTo>
                    <a:pt x="880929" y="276035"/>
                  </a:lnTo>
                  <a:cubicBezTo>
                    <a:pt x="875188" y="89406"/>
                    <a:pt x="735279" y="0"/>
                    <a:pt x="438475" y="0"/>
                  </a:cubicBezTo>
                  <a:cubicBezTo>
                    <a:pt x="188228" y="0"/>
                    <a:pt x="59639" y="89406"/>
                    <a:pt x="29819" y="276035"/>
                  </a:cubicBezTo>
                  <a:lnTo>
                    <a:pt x="282056" y="276035"/>
                  </a:lnTo>
                  <a:cubicBezTo>
                    <a:pt x="296804" y="226746"/>
                    <a:pt x="351730" y="203059"/>
                    <a:pt x="450909" y="203059"/>
                  </a:cubicBezTo>
                  <a:close/>
                  <a:moveTo>
                    <a:pt x="385615" y="854023"/>
                  </a:moveTo>
                  <a:cubicBezTo>
                    <a:pt x="296804" y="854023"/>
                    <a:pt x="250409" y="814551"/>
                    <a:pt x="244030" y="731760"/>
                  </a:cubicBezTo>
                  <a:cubicBezTo>
                    <a:pt x="244030" y="654874"/>
                    <a:pt x="300955" y="605582"/>
                    <a:pt x="412959" y="585808"/>
                  </a:cubicBezTo>
                  <a:cubicBezTo>
                    <a:pt x="495314" y="570016"/>
                    <a:pt x="571529" y="548404"/>
                    <a:pt x="636899" y="522724"/>
                  </a:cubicBezTo>
                  <a:lnTo>
                    <a:pt x="636899" y="619308"/>
                  </a:lnTo>
                  <a:cubicBezTo>
                    <a:pt x="636814" y="767250"/>
                    <a:pt x="541872" y="854023"/>
                    <a:pt x="385615" y="8540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g12709bdffa8_0_2950"/>
            <p:cNvSpPr/>
            <p:nvPr/>
          </p:nvSpPr>
          <p:spPr>
            <a:xfrm>
              <a:off x="5216460" y="4303183"/>
              <a:ext cx="408455" cy="1583837"/>
            </a:xfrm>
            <a:custGeom>
              <a:rect b="b" l="l" r="r" t="t"/>
              <a:pathLst>
                <a:path extrusionOk="0" h="1583837" w="408455">
                  <a:moveTo>
                    <a:pt x="244078" y="292465"/>
                  </a:moveTo>
                  <a:lnTo>
                    <a:pt x="244078" y="129683"/>
                  </a:lnTo>
                  <a:cubicBezTo>
                    <a:pt x="244078" y="62050"/>
                    <a:pt x="190904" y="0"/>
                    <a:pt x="126647" y="0"/>
                  </a:cubicBezTo>
                  <a:lnTo>
                    <a:pt x="48" y="0"/>
                  </a:lnTo>
                  <a:lnTo>
                    <a:pt x="48" y="1388707"/>
                  </a:lnTo>
                  <a:cubicBezTo>
                    <a:pt x="-1704" y="1505236"/>
                    <a:pt x="44215" y="1566253"/>
                    <a:pt x="139958" y="1576140"/>
                  </a:cubicBezTo>
                  <a:cubicBezTo>
                    <a:pt x="235938" y="1586027"/>
                    <a:pt x="325872" y="1586027"/>
                    <a:pt x="408456" y="1578216"/>
                  </a:cubicBezTo>
                  <a:lnTo>
                    <a:pt x="408456" y="1378820"/>
                  </a:lnTo>
                  <a:lnTo>
                    <a:pt x="329776" y="1378820"/>
                  </a:lnTo>
                  <a:cubicBezTo>
                    <a:pt x="269747" y="1378820"/>
                    <a:pt x="244078" y="1354017"/>
                    <a:pt x="244078" y="1308402"/>
                  </a:cubicBezTo>
                  <a:lnTo>
                    <a:pt x="244078" y="700816"/>
                  </a:lnTo>
                  <a:lnTo>
                    <a:pt x="244078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g12709bdffa8_0_2950"/>
            <p:cNvSpPr/>
            <p:nvPr/>
          </p:nvSpPr>
          <p:spPr>
            <a:xfrm>
              <a:off x="5647957" y="4819443"/>
              <a:ext cx="942548" cy="1081815"/>
            </a:xfrm>
            <a:custGeom>
              <a:rect b="b" l="l" r="r" t="t"/>
              <a:pathLst>
                <a:path extrusionOk="0" h="1081815" w="942548">
                  <a:moveTo>
                    <a:pt x="474350" y="223396"/>
                  </a:moveTo>
                  <a:cubicBezTo>
                    <a:pt x="610108" y="223396"/>
                    <a:pt x="677954" y="326920"/>
                    <a:pt x="677954" y="535718"/>
                  </a:cubicBezTo>
                  <a:cubicBezTo>
                    <a:pt x="676040" y="748907"/>
                    <a:pt x="608042" y="858416"/>
                    <a:pt x="472274" y="858416"/>
                  </a:cubicBezTo>
                  <a:cubicBezTo>
                    <a:pt x="336507" y="858416"/>
                    <a:pt x="266432" y="752822"/>
                    <a:pt x="264595" y="544015"/>
                  </a:cubicBezTo>
                  <a:cubicBezTo>
                    <a:pt x="264681" y="330908"/>
                    <a:pt x="334431" y="223396"/>
                    <a:pt x="474350" y="223396"/>
                  </a:cubicBezTo>
                  <a:close/>
                  <a:moveTo>
                    <a:pt x="474350" y="0"/>
                  </a:moveTo>
                  <a:cubicBezTo>
                    <a:pt x="156733" y="0"/>
                    <a:pt x="0" y="173868"/>
                    <a:pt x="0" y="544015"/>
                  </a:cubicBezTo>
                  <a:cubicBezTo>
                    <a:pt x="0" y="908984"/>
                    <a:pt x="156733" y="1081815"/>
                    <a:pt x="474350" y="1081815"/>
                  </a:cubicBezTo>
                  <a:cubicBezTo>
                    <a:pt x="788206" y="1081815"/>
                    <a:pt x="942549" y="908898"/>
                    <a:pt x="942549" y="544015"/>
                  </a:cubicBezTo>
                  <a:cubicBezTo>
                    <a:pt x="942549" y="173947"/>
                    <a:pt x="788206" y="0"/>
                    <a:pt x="474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g12709bdffa8_0_2950"/>
            <p:cNvSpPr/>
            <p:nvPr/>
          </p:nvSpPr>
          <p:spPr>
            <a:xfrm>
              <a:off x="6716152" y="4817830"/>
              <a:ext cx="963113" cy="1497041"/>
            </a:xfrm>
            <a:custGeom>
              <a:rect b="b" l="l" r="r" t="t"/>
              <a:pathLst>
                <a:path extrusionOk="0" h="1497041" w="963113">
                  <a:moveTo>
                    <a:pt x="414073" y="1083504"/>
                  </a:moveTo>
                  <a:cubicBezTo>
                    <a:pt x="547365" y="1083504"/>
                    <a:pt x="650524" y="1033974"/>
                    <a:pt x="719084" y="934438"/>
                  </a:cubicBezTo>
                  <a:lnTo>
                    <a:pt x="719084" y="1037641"/>
                  </a:lnTo>
                  <a:cubicBezTo>
                    <a:pt x="719084" y="1206805"/>
                    <a:pt x="646382" y="1293978"/>
                    <a:pt x="505036" y="1293978"/>
                  </a:cubicBezTo>
                  <a:cubicBezTo>
                    <a:pt x="393898" y="1293978"/>
                    <a:pt x="331156" y="1255697"/>
                    <a:pt x="313142" y="1174983"/>
                  </a:cubicBezTo>
                  <a:lnTo>
                    <a:pt x="27183" y="1174983"/>
                  </a:lnTo>
                  <a:cubicBezTo>
                    <a:pt x="86973" y="1395505"/>
                    <a:pt x="233585" y="1497042"/>
                    <a:pt x="474578" y="1497042"/>
                  </a:cubicBezTo>
                  <a:cubicBezTo>
                    <a:pt x="807733" y="1491536"/>
                    <a:pt x="963114" y="1370226"/>
                    <a:pt x="963114" y="1100649"/>
                  </a:cubicBezTo>
                  <a:lnTo>
                    <a:pt x="963114" y="465398"/>
                  </a:lnTo>
                  <a:cubicBezTo>
                    <a:pt x="963114" y="140866"/>
                    <a:pt x="809732" y="-1817"/>
                    <a:pt x="484861" y="17"/>
                  </a:cubicBezTo>
                  <a:cubicBezTo>
                    <a:pt x="158485" y="5601"/>
                    <a:pt x="0" y="166548"/>
                    <a:pt x="0" y="530559"/>
                  </a:cubicBezTo>
                  <a:cubicBezTo>
                    <a:pt x="76" y="907720"/>
                    <a:pt x="135283" y="1083504"/>
                    <a:pt x="414073" y="1083504"/>
                  </a:cubicBezTo>
                  <a:close/>
                  <a:moveTo>
                    <a:pt x="488850" y="860105"/>
                  </a:moveTo>
                  <a:cubicBezTo>
                    <a:pt x="343437" y="860105"/>
                    <a:pt x="270650" y="753073"/>
                    <a:pt x="264671" y="538846"/>
                  </a:cubicBezTo>
                  <a:cubicBezTo>
                    <a:pt x="264671" y="314177"/>
                    <a:pt x="339448" y="202997"/>
                    <a:pt x="492915" y="202997"/>
                  </a:cubicBezTo>
                  <a:cubicBezTo>
                    <a:pt x="646382" y="202997"/>
                    <a:pt x="720922" y="314177"/>
                    <a:pt x="719084" y="538846"/>
                  </a:cubicBezTo>
                  <a:cubicBezTo>
                    <a:pt x="711115" y="753073"/>
                    <a:pt x="634263" y="860105"/>
                    <a:pt x="488850" y="8601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g12709bdffa8_0_2950"/>
            <p:cNvSpPr/>
            <p:nvPr/>
          </p:nvSpPr>
          <p:spPr>
            <a:xfrm>
              <a:off x="4661889" y="4843290"/>
              <a:ext cx="419889" cy="1039937"/>
            </a:xfrm>
            <a:custGeom>
              <a:rect b="b" l="l" r="r" t="t"/>
              <a:pathLst>
                <a:path extrusionOk="0" h="1039937" w="419889">
                  <a:moveTo>
                    <a:pt x="0" y="1039938"/>
                  </a:moveTo>
                  <a:lnTo>
                    <a:pt x="264595" y="1039938"/>
                  </a:lnTo>
                  <a:lnTo>
                    <a:pt x="264595" y="492412"/>
                  </a:lnTo>
                  <a:cubicBezTo>
                    <a:pt x="264595" y="363368"/>
                    <a:pt x="316331" y="20497"/>
                    <a:pt x="419890" y="0"/>
                  </a:cubicBezTo>
                  <a:cubicBezTo>
                    <a:pt x="146841" y="33737"/>
                    <a:pt x="6931" y="198992"/>
                    <a:pt x="0" y="496403"/>
                  </a:cubicBezTo>
                  <a:lnTo>
                    <a:pt x="0" y="10399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g12709bdffa8_0_2950"/>
            <p:cNvSpPr/>
            <p:nvPr/>
          </p:nvSpPr>
          <p:spPr>
            <a:xfrm>
              <a:off x="4661889" y="4488137"/>
              <a:ext cx="244020" cy="471437"/>
            </a:xfrm>
            <a:custGeom>
              <a:rect b="b" l="l" r="r" t="t"/>
              <a:pathLst>
                <a:path extrusionOk="0" h="471437" w="244020">
                  <a:moveTo>
                    <a:pt x="244020" y="292465"/>
                  </a:moveTo>
                  <a:lnTo>
                    <a:pt x="244020" y="129683"/>
                  </a:lnTo>
                  <a:cubicBezTo>
                    <a:pt x="244020" y="62050"/>
                    <a:pt x="190846" y="0"/>
                    <a:pt x="126513" y="0"/>
                  </a:cubicBezTo>
                  <a:lnTo>
                    <a:pt x="0" y="0"/>
                  </a:lnTo>
                  <a:lnTo>
                    <a:pt x="152" y="471438"/>
                  </a:lnTo>
                  <a:lnTo>
                    <a:pt x="244020" y="471438"/>
                  </a:lnTo>
                  <a:lnTo>
                    <a:pt x="244020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g12709bdffa8_0_2950"/>
            <p:cNvSpPr/>
            <p:nvPr/>
          </p:nvSpPr>
          <p:spPr>
            <a:xfrm>
              <a:off x="4025065" y="4842652"/>
              <a:ext cx="522658" cy="1040575"/>
            </a:xfrm>
            <a:custGeom>
              <a:rect b="b" l="l" r="r" t="t"/>
              <a:pathLst>
                <a:path extrusionOk="0" h="1040575" w="522658">
                  <a:moveTo>
                    <a:pt x="0" y="1040576"/>
                  </a:moveTo>
                  <a:lnTo>
                    <a:pt x="264604" y="1040576"/>
                  </a:lnTo>
                  <a:lnTo>
                    <a:pt x="264604" y="493050"/>
                  </a:lnTo>
                  <a:cubicBezTo>
                    <a:pt x="264604" y="339762"/>
                    <a:pt x="337544" y="262078"/>
                    <a:pt x="483356" y="262078"/>
                  </a:cubicBezTo>
                  <a:lnTo>
                    <a:pt x="522658" y="262078"/>
                  </a:lnTo>
                  <a:lnTo>
                    <a:pt x="522658" y="0"/>
                  </a:lnTo>
                  <a:cubicBezTo>
                    <a:pt x="214534" y="21774"/>
                    <a:pt x="7417" y="184795"/>
                    <a:pt x="86" y="496955"/>
                  </a:cubicBezTo>
                  <a:lnTo>
                    <a:pt x="86" y="1040576"/>
                  </a:lnTo>
                  <a:lnTo>
                    <a:pt x="0" y="10405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g12709bdffa8_0_2950"/>
            <p:cNvSpPr/>
            <p:nvPr/>
          </p:nvSpPr>
          <p:spPr>
            <a:xfrm>
              <a:off x="356946" y="6029112"/>
              <a:ext cx="1060969" cy="277368"/>
            </a:xfrm>
            <a:custGeom>
              <a:rect b="b" l="l" r="r" t="t"/>
              <a:pathLst>
                <a:path extrusionOk="0" h="277368" w="1060969">
                  <a:moveTo>
                    <a:pt x="101302" y="277368"/>
                  </a:moveTo>
                  <a:cubicBezTo>
                    <a:pt x="87338" y="277368"/>
                    <a:pt x="74263" y="276225"/>
                    <a:pt x="62076" y="273939"/>
                  </a:cubicBezTo>
                  <a:cubicBezTo>
                    <a:pt x="49889" y="271396"/>
                    <a:pt x="38591" y="267586"/>
                    <a:pt x="28182" y="262509"/>
                  </a:cubicBezTo>
                  <a:cubicBezTo>
                    <a:pt x="17772" y="257175"/>
                    <a:pt x="8378" y="250698"/>
                    <a:pt x="0" y="243078"/>
                  </a:cubicBezTo>
                  <a:lnTo>
                    <a:pt x="11806" y="219075"/>
                  </a:lnTo>
                  <a:cubicBezTo>
                    <a:pt x="25516" y="230505"/>
                    <a:pt x="39226" y="238630"/>
                    <a:pt x="52936" y="243459"/>
                  </a:cubicBezTo>
                  <a:cubicBezTo>
                    <a:pt x="66900" y="248288"/>
                    <a:pt x="83149" y="250698"/>
                    <a:pt x="101683" y="250698"/>
                  </a:cubicBezTo>
                  <a:cubicBezTo>
                    <a:pt x="123264" y="250698"/>
                    <a:pt x="140021" y="246507"/>
                    <a:pt x="151953" y="238125"/>
                  </a:cubicBezTo>
                  <a:cubicBezTo>
                    <a:pt x="163886" y="229486"/>
                    <a:pt x="169853" y="217427"/>
                    <a:pt x="169853" y="201930"/>
                  </a:cubicBezTo>
                  <a:cubicBezTo>
                    <a:pt x="169853" y="192529"/>
                    <a:pt x="166806" y="185042"/>
                    <a:pt x="160712" y="179451"/>
                  </a:cubicBezTo>
                  <a:cubicBezTo>
                    <a:pt x="154873" y="173612"/>
                    <a:pt x="146748" y="169040"/>
                    <a:pt x="136339" y="165735"/>
                  </a:cubicBezTo>
                  <a:cubicBezTo>
                    <a:pt x="126183" y="162182"/>
                    <a:pt x="114631" y="158877"/>
                    <a:pt x="101683" y="155829"/>
                  </a:cubicBezTo>
                  <a:cubicBezTo>
                    <a:pt x="88735" y="153038"/>
                    <a:pt x="76421" y="149857"/>
                    <a:pt x="64742" y="146304"/>
                  </a:cubicBezTo>
                  <a:cubicBezTo>
                    <a:pt x="53063" y="142494"/>
                    <a:pt x="42654" y="137798"/>
                    <a:pt x="33514" y="132207"/>
                  </a:cubicBezTo>
                  <a:cubicBezTo>
                    <a:pt x="24627" y="126616"/>
                    <a:pt x="17645" y="119510"/>
                    <a:pt x="12568" y="110871"/>
                  </a:cubicBezTo>
                  <a:cubicBezTo>
                    <a:pt x="7490" y="102232"/>
                    <a:pt x="4951" y="91440"/>
                    <a:pt x="4951" y="78486"/>
                  </a:cubicBezTo>
                  <a:cubicBezTo>
                    <a:pt x="4951" y="62989"/>
                    <a:pt x="9013" y="49406"/>
                    <a:pt x="17138" y="37719"/>
                  </a:cubicBezTo>
                  <a:cubicBezTo>
                    <a:pt x="25262" y="25784"/>
                    <a:pt x="36687" y="16507"/>
                    <a:pt x="51413" y="9906"/>
                  </a:cubicBezTo>
                  <a:cubicBezTo>
                    <a:pt x="66138" y="3305"/>
                    <a:pt x="83530" y="0"/>
                    <a:pt x="103587" y="0"/>
                  </a:cubicBezTo>
                  <a:cubicBezTo>
                    <a:pt x="116028" y="0"/>
                    <a:pt x="127961" y="1400"/>
                    <a:pt x="139386" y="4191"/>
                  </a:cubicBezTo>
                  <a:cubicBezTo>
                    <a:pt x="150811" y="6734"/>
                    <a:pt x="161348" y="10544"/>
                    <a:pt x="170995" y="15621"/>
                  </a:cubicBezTo>
                  <a:cubicBezTo>
                    <a:pt x="180897" y="20698"/>
                    <a:pt x="189656" y="26927"/>
                    <a:pt x="197273" y="34290"/>
                  </a:cubicBezTo>
                  <a:lnTo>
                    <a:pt x="185086" y="58293"/>
                  </a:lnTo>
                  <a:cubicBezTo>
                    <a:pt x="172645" y="47368"/>
                    <a:pt x="159824" y="39367"/>
                    <a:pt x="146622" y="34290"/>
                  </a:cubicBezTo>
                  <a:cubicBezTo>
                    <a:pt x="133419" y="29213"/>
                    <a:pt x="119075" y="26670"/>
                    <a:pt x="103587" y="26670"/>
                  </a:cubicBezTo>
                  <a:cubicBezTo>
                    <a:pt x="82515" y="26670"/>
                    <a:pt x="66011" y="31118"/>
                    <a:pt x="54079" y="40005"/>
                  </a:cubicBezTo>
                  <a:cubicBezTo>
                    <a:pt x="42146" y="48892"/>
                    <a:pt x="36179" y="61341"/>
                    <a:pt x="36179" y="77343"/>
                  </a:cubicBezTo>
                  <a:cubicBezTo>
                    <a:pt x="36179" y="87249"/>
                    <a:pt x="38845" y="95250"/>
                    <a:pt x="44177" y="101346"/>
                  </a:cubicBezTo>
                  <a:cubicBezTo>
                    <a:pt x="49509" y="107442"/>
                    <a:pt x="56998" y="112395"/>
                    <a:pt x="66646" y="116205"/>
                  </a:cubicBezTo>
                  <a:cubicBezTo>
                    <a:pt x="76294" y="119758"/>
                    <a:pt x="87338" y="123063"/>
                    <a:pt x="99779" y="126111"/>
                  </a:cubicBezTo>
                  <a:cubicBezTo>
                    <a:pt x="112981" y="129159"/>
                    <a:pt x="125676" y="132464"/>
                    <a:pt x="137862" y="136017"/>
                  </a:cubicBezTo>
                  <a:cubicBezTo>
                    <a:pt x="150049" y="139570"/>
                    <a:pt x="160839" y="144018"/>
                    <a:pt x="170233" y="149352"/>
                  </a:cubicBezTo>
                  <a:cubicBezTo>
                    <a:pt x="179881" y="154429"/>
                    <a:pt x="187498" y="161163"/>
                    <a:pt x="193084" y="169545"/>
                  </a:cubicBezTo>
                  <a:cubicBezTo>
                    <a:pt x="198669" y="177670"/>
                    <a:pt x="201462" y="188090"/>
                    <a:pt x="201462" y="200787"/>
                  </a:cubicBezTo>
                  <a:cubicBezTo>
                    <a:pt x="201462" y="216284"/>
                    <a:pt x="197399" y="229743"/>
                    <a:pt x="189275" y="241173"/>
                  </a:cubicBezTo>
                  <a:cubicBezTo>
                    <a:pt x="181151" y="252603"/>
                    <a:pt x="169598" y="261490"/>
                    <a:pt x="154619" y="267843"/>
                  </a:cubicBezTo>
                  <a:cubicBezTo>
                    <a:pt x="139640" y="274196"/>
                    <a:pt x="121867" y="277368"/>
                    <a:pt x="101302" y="277368"/>
                  </a:cubicBezTo>
                  <a:close/>
                  <a:moveTo>
                    <a:pt x="248704" y="274320"/>
                  </a:moveTo>
                  <a:lnTo>
                    <a:pt x="248704" y="136398"/>
                  </a:lnTo>
                  <a:cubicBezTo>
                    <a:pt x="248704" y="127511"/>
                    <a:pt x="248449" y="118615"/>
                    <a:pt x="247942" y="109728"/>
                  </a:cubicBezTo>
                  <a:cubicBezTo>
                    <a:pt x="247688" y="100584"/>
                    <a:pt x="246926" y="91564"/>
                    <a:pt x="245657" y="82677"/>
                  </a:cubicBezTo>
                  <a:lnTo>
                    <a:pt x="274981" y="82677"/>
                  </a:lnTo>
                  <a:lnTo>
                    <a:pt x="278409" y="122301"/>
                  </a:lnTo>
                  <a:lnTo>
                    <a:pt x="274600" y="124968"/>
                  </a:lnTo>
                  <a:cubicBezTo>
                    <a:pt x="279170" y="109985"/>
                    <a:pt x="287040" y="98422"/>
                    <a:pt x="298212" y="90297"/>
                  </a:cubicBezTo>
                  <a:cubicBezTo>
                    <a:pt x="309637" y="82172"/>
                    <a:pt x="323093" y="78105"/>
                    <a:pt x="338581" y="78105"/>
                  </a:cubicBezTo>
                  <a:cubicBezTo>
                    <a:pt x="357114" y="78105"/>
                    <a:pt x="371459" y="82677"/>
                    <a:pt x="381615" y="91821"/>
                  </a:cubicBezTo>
                  <a:cubicBezTo>
                    <a:pt x="392024" y="100965"/>
                    <a:pt x="398625" y="114938"/>
                    <a:pt x="401419" y="133731"/>
                  </a:cubicBezTo>
                  <a:lnTo>
                    <a:pt x="392278" y="128778"/>
                  </a:lnTo>
                  <a:cubicBezTo>
                    <a:pt x="396340" y="113281"/>
                    <a:pt x="404465" y="100965"/>
                    <a:pt x="416652" y="91821"/>
                  </a:cubicBezTo>
                  <a:cubicBezTo>
                    <a:pt x="429092" y="82677"/>
                    <a:pt x="443944" y="78105"/>
                    <a:pt x="461210" y="78105"/>
                  </a:cubicBezTo>
                  <a:cubicBezTo>
                    <a:pt x="482282" y="78105"/>
                    <a:pt x="498151" y="84458"/>
                    <a:pt x="508814" y="97155"/>
                  </a:cubicBezTo>
                  <a:cubicBezTo>
                    <a:pt x="519477" y="109604"/>
                    <a:pt x="524809" y="128521"/>
                    <a:pt x="524809" y="153924"/>
                  </a:cubicBezTo>
                  <a:lnTo>
                    <a:pt x="524809" y="274320"/>
                  </a:lnTo>
                  <a:lnTo>
                    <a:pt x="493961" y="274320"/>
                  </a:lnTo>
                  <a:lnTo>
                    <a:pt x="493961" y="155448"/>
                  </a:lnTo>
                  <a:cubicBezTo>
                    <a:pt x="493961" y="137665"/>
                    <a:pt x="490787" y="124711"/>
                    <a:pt x="484441" y="116586"/>
                  </a:cubicBezTo>
                  <a:cubicBezTo>
                    <a:pt x="478093" y="108204"/>
                    <a:pt x="468065" y="104013"/>
                    <a:pt x="454355" y="104013"/>
                  </a:cubicBezTo>
                  <a:cubicBezTo>
                    <a:pt x="438360" y="104013"/>
                    <a:pt x="425664" y="109471"/>
                    <a:pt x="416271" y="120396"/>
                  </a:cubicBezTo>
                  <a:cubicBezTo>
                    <a:pt x="407131" y="131321"/>
                    <a:pt x="402561" y="146180"/>
                    <a:pt x="402561" y="164973"/>
                  </a:cubicBezTo>
                  <a:lnTo>
                    <a:pt x="402561" y="274320"/>
                  </a:lnTo>
                  <a:lnTo>
                    <a:pt x="371713" y="274320"/>
                  </a:lnTo>
                  <a:lnTo>
                    <a:pt x="371713" y="155448"/>
                  </a:lnTo>
                  <a:cubicBezTo>
                    <a:pt x="371713" y="137665"/>
                    <a:pt x="368412" y="124711"/>
                    <a:pt x="361812" y="116586"/>
                  </a:cubicBezTo>
                  <a:cubicBezTo>
                    <a:pt x="355464" y="108204"/>
                    <a:pt x="345436" y="104013"/>
                    <a:pt x="331726" y="104013"/>
                  </a:cubicBezTo>
                  <a:cubicBezTo>
                    <a:pt x="315476" y="104013"/>
                    <a:pt x="302655" y="109471"/>
                    <a:pt x="293261" y="120396"/>
                  </a:cubicBezTo>
                  <a:cubicBezTo>
                    <a:pt x="284121" y="131321"/>
                    <a:pt x="279551" y="146180"/>
                    <a:pt x="279551" y="164973"/>
                  </a:cubicBezTo>
                  <a:lnTo>
                    <a:pt x="279551" y="274320"/>
                  </a:lnTo>
                  <a:lnTo>
                    <a:pt x="248704" y="274320"/>
                  </a:lnTo>
                  <a:close/>
                  <a:moveTo>
                    <a:pt x="656923" y="276987"/>
                  </a:moveTo>
                  <a:cubicBezTo>
                    <a:pt x="639913" y="276987"/>
                    <a:pt x="624933" y="273053"/>
                    <a:pt x="611984" y="265176"/>
                  </a:cubicBezTo>
                  <a:cubicBezTo>
                    <a:pt x="599290" y="257051"/>
                    <a:pt x="589388" y="245621"/>
                    <a:pt x="582279" y="230886"/>
                  </a:cubicBezTo>
                  <a:cubicBezTo>
                    <a:pt x="575424" y="215903"/>
                    <a:pt x="571997" y="198377"/>
                    <a:pt x="571997" y="178308"/>
                  </a:cubicBezTo>
                  <a:cubicBezTo>
                    <a:pt x="571997" y="158239"/>
                    <a:pt x="575552" y="140713"/>
                    <a:pt x="582660" y="125730"/>
                  </a:cubicBezTo>
                  <a:cubicBezTo>
                    <a:pt x="589769" y="110747"/>
                    <a:pt x="599671" y="99060"/>
                    <a:pt x="612365" y="90678"/>
                  </a:cubicBezTo>
                  <a:cubicBezTo>
                    <a:pt x="625313" y="82296"/>
                    <a:pt x="640166" y="78105"/>
                    <a:pt x="656923" y="78105"/>
                  </a:cubicBezTo>
                  <a:cubicBezTo>
                    <a:pt x="674441" y="78105"/>
                    <a:pt x="689294" y="82420"/>
                    <a:pt x="701481" y="91059"/>
                  </a:cubicBezTo>
                  <a:cubicBezTo>
                    <a:pt x="713667" y="99698"/>
                    <a:pt x="721919" y="112014"/>
                    <a:pt x="726235" y="128016"/>
                  </a:cubicBezTo>
                  <a:lnTo>
                    <a:pt x="721665" y="131064"/>
                  </a:lnTo>
                  <a:lnTo>
                    <a:pt x="721665" y="82677"/>
                  </a:lnTo>
                  <a:lnTo>
                    <a:pt x="752132" y="82677"/>
                  </a:lnTo>
                  <a:lnTo>
                    <a:pt x="752132" y="274320"/>
                  </a:lnTo>
                  <a:lnTo>
                    <a:pt x="721665" y="274320"/>
                  </a:lnTo>
                  <a:lnTo>
                    <a:pt x="721665" y="224790"/>
                  </a:lnTo>
                  <a:lnTo>
                    <a:pt x="726235" y="227076"/>
                  </a:lnTo>
                  <a:cubicBezTo>
                    <a:pt x="721919" y="243078"/>
                    <a:pt x="713667" y="255394"/>
                    <a:pt x="701481" y="264033"/>
                  </a:cubicBezTo>
                  <a:cubicBezTo>
                    <a:pt x="689294" y="272672"/>
                    <a:pt x="674441" y="276987"/>
                    <a:pt x="656923" y="276987"/>
                  </a:cubicBezTo>
                  <a:close/>
                  <a:moveTo>
                    <a:pt x="663016" y="251460"/>
                  </a:moveTo>
                  <a:cubicBezTo>
                    <a:pt x="681805" y="251460"/>
                    <a:pt x="696276" y="245107"/>
                    <a:pt x="706431" y="232410"/>
                  </a:cubicBezTo>
                  <a:cubicBezTo>
                    <a:pt x="716587" y="219456"/>
                    <a:pt x="721665" y="201168"/>
                    <a:pt x="721665" y="177546"/>
                  </a:cubicBezTo>
                  <a:cubicBezTo>
                    <a:pt x="721665" y="153924"/>
                    <a:pt x="716461" y="135760"/>
                    <a:pt x="706051" y="123063"/>
                  </a:cubicBezTo>
                  <a:cubicBezTo>
                    <a:pt x="695896" y="110366"/>
                    <a:pt x="681550" y="104013"/>
                    <a:pt x="663016" y="104013"/>
                  </a:cubicBezTo>
                  <a:cubicBezTo>
                    <a:pt x="644229" y="104013"/>
                    <a:pt x="629503" y="110614"/>
                    <a:pt x="618839" y="123825"/>
                  </a:cubicBezTo>
                  <a:cubicBezTo>
                    <a:pt x="608430" y="136779"/>
                    <a:pt x="603225" y="154943"/>
                    <a:pt x="603225" y="178308"/>
                  </a:cubicBezTo>
                  <a:cubicBezTo>
                    <a:pt x="603225" y="201673"/>
                    <a:pt x="608430" y="219713"/>
                    <a:pt x="618839" y="232410"/>
                  </a:cubicBezTo>
                  <a:cubicBezTo>
                    <a:pt x="629503" y="245107"/>
                    <a:pt x="644229" y="251460"/>
                    <a:pt x="663016" y="251460"/>
                  </a:cubicBezTo>
                  <a:close/>
                  <a:moveTo>
                    <a:pt x="811774" y="274320"/>
                  </a:moveTo>
                  <a:lnTo>
                    <a:pt x="811774" y="136398"/>
                  </a:lnTo>
                  <a:cubicBezTo>
                    <a:pt x="811774" y="127511"/>
                    <a:pt x="811520" y="118615"/>
                    <a:pt x="811013" y="109728"/>
                  </a:cubicBezTo>
                  <a:cubicBezTo>
                    <a:pt x="810758" y="100584"/>
                    <a:pt x="809997" y="91564"/>
                    <a:pt x="808728" y="82677"/>
                  </a:cubicBezTo>
                  <a:lnTo>
                    <a:pt x="838052" y="82677"/>
                  </a:lnTo>
                  <a:lnTo>
                    <a:pt x="842241" y="129921"/>
                  </a:lnTo>
                  <a:lnTo>
                    <a:pt x="838052" y="128778"/>
                  </a:lnTo>
                  <a:cubicBezTo>
                    <a:pt x="841606" y="112014"/>
                    <a:pt x="849223" y="99441"/>
                    <a:pt x="860902" y="91059"/>
                  </a:cubicBezTo>
                  <a:cubicBezTo>
                    <a:pt x="872835" y="82420"/>
                    <a:pt x="886164" y="78105"/>
                    <a:pt x="900890" y="78105"/>
                  </a:cubicBezTo>
                  <a:cubicBezTo>
                    <a:pt x="904191" y="78105"/>
                    <a:pt x="907237" y="78362"/>
                    <a:pt x="910030" y="78867"/>
                  </a:cubicBezTo>
                  <a:cubicBezTo>
                    <a:pt x="913076" y="79124"/>
                    <a:pt x="915869" y="79629"/>
                    <a:pt x="918408" y="80391"/>
                  </a:cubicBezTo>
                  <a:lnTo>
                    <a:pt x="917646" y="108585"/>
                  </a:lnTo>
                  <a:cubicBezTo>
                    <a:pt x="911807" y="106556"/>
                    <a:pt x="905079" y="105537"/>
                    <a:pt x="897462" y="105537"/>
                  </a:cubicBezTo>
                  <a:cubicBezTo>
                    <a:pt x="884260" y="105537"/>
                    <a:pt x="873596" y="108461"/>
                    <a:pt x="865472" y="114300"/>
                  </a:cubicBezTo>
                  <a:cubicBezTo>
                    <a:pt x="857601" y="120139"/>
                    <a:pt x="851762" y="127635"/>
                    <a:pt x="847954" y="136779"/>
                  </a:cubicBezTo>
                  <a:cubicBezTo>
                    <a:pt x="844399" y="145666"/>
                    <a:pt x="842622" y="155067"/>
                    <a:pt x="842622" y="164973"/>
                  </a:cubicBezTo>
                  <a:lnTo>
                    <a:pt x="842622" y="274320"/>
                  </a:lnTo>
                  <a:lnTo>
                    <a:pt x="811774" y="274320"/>
                  </a:lnTo>
                  <a:close/>
                  <a:moveTo>
                    <a:pt x="937959" y="107061"/>
                  </a:moveTo>
                  <a:lnTo>
                    <a:pt x="937959" y="82677"/>
                  </a:lnTo>
                  <a:lnTo>
                    <a:pt x="1060969" y="82677"/>
                  </a:lnTo>
                  <a:lnTo>
                    <a:pt x="1060969" y="107061"/>
                  </a:lnTo>
                  <a:lnTo>
                    <a:pt x="937959" y="107061"/>
                  </a:lnTo>
                  <a:close/>
                  <a:moveTo>
                    <a:pt x="1060207" y="246888"/>
                  </a:moveTo>
                  <a:lnTo>
                    <a:pt x="1060207" y="273177"/>
                  </a:lnTo>
                  <a:cubicBezTo>
                    <a:pt x="1055894" y="274444"/>
                    <a:pt x="1051582" y="275339"/>
                    <a:pt x="1047259" y="275844"/>
                  </a:cubicBezTo>
                  <a:cubicBezTo>
                    <a:pt x="1043203" y="276606"/>
                    <a:pt x="1038633" y="276987"/>
                    <a:pt x="1033549" y="276987"/>
                  </a:cubicBezTo>
                  <a:cubicBezTo>
                    <a:pt x="1015783" y="276987"/>
                    <a:pt x="1001559" y="271910"/>
                    <a:pt x="990895" y="261747"/>
                  </a:cubicBezTo>
                  <a:cubicBezTo>
                    <a:pt x="980489" y="251584"/>
                    <a:pt x="975281" y="236344"/>
                    <a:pt x="975281" y="216027"/>
                  </a:cubicBezTo>
                  <a:lnTo>
                    <a:pt x="975281" y="33528"/>
                  </a:lnTo>
                  <a:lnTo>
                    <a:pt x="1006129" y="22479"/>
                  </a:lnTo>
                  <a:lnTo>
                    <a:pt x="1006129" y="211836"/>
                  </a:lnTo>
                  <a:cubicBezTo>
                    <a:pt x="1006129" y="221999"/>
                    <a:pt x="1007528" y="229867"/>
                    <a:pt x="1010318" y="235458"/>
                  </a:cubicBezTo>
                  <a:cubicBezTo>
                    <a:pt x="1013365" y="241049"/>
                    <a:pt x="1017430" y="244983"/>
                    <a:pt x="1022505" y="247269"/>
                  </a:cubicBezTo>
                  <a:cubicBezTo>
                    <a:pt x="1027589" y="249298"/>
                    <a:pt x="1033301" y="250317"/>
                    <a:pt x="1039642" y="250317"/>
                  </a:cubicBezTo>
                  <a:cubicBezTo>
                    <a:pt x="1043451" y="250317"/>
                    <a:pt x="1046878" y="250060"/>
                    <a:pt x="1049925" y="249555"/>
                  </a:cubicBezTo>
                  <a:cubicBezTo>
                    <a:pt x="1052972" y="249050"/>
                    <a:pt x="1056399" y="248155"/>
                    <a:pt x="1060207" y="2468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g12709bdffa8_0_2950"/>
            <p:cNvSpPr/>
            <p:nvPr/>
          </p:nvSpPr>
          <p:spPr>
            <a:xfrm>
              <a:off x="2533419" y="6030637"/>
              <a:ext cx="1481153" cy="357758"/>
            </a:xfrm>
            <a:custGeom>
              <a:rect b="b" l="l" r="r" t="t"/>
              <a:pathLst>
                <a:path extrusionOk="0" h="357758" w="1481153">
                  <a:moveTo>
                    <a:pt x="0" y="272796"/>
                  </a:moveTo>
                  <a:lnTo>
                    <a:pt x="0" y="1524"/>
                  </a:lnTo>
                  <a:lnTo>
                    <a:pt x="31228" y="1524"/>
                  </a:lnTo>
                  <a:lnTo>
                    <a:pt x="31228" y="246126"/>
                  </a:lnTo>
                  <a:lnTo>
                    <a:pt x="167187" y="246126"/>
                  </a:lnTo>
                  <a:lnTo>
                    <a:pt x="167187" y="272796"/>
                  </a:lnTo>
                  <a:lnTo>
                    <a:pt x="0" y="272796"/>
                  </a:lnTo>
                  <a:close/>
                  <a:moveTo>
                    <a:pt x="282561" y="275463"/>
                  </a:moveTo>
                  <a:cubicBezTo>
                    <a:pt x="264281" y="275463"/>
                    <a:pt x="248285" y="271396"/>
                    <a:pt x="234576" y="263271"/>
                  </a:cubicBezTo>
                  <a:cubicBezTo>
                    <a:pt x="221113" y="255146"/>
                    <a:pt x="210583" y="243716"/>
                    <a:pt x="202966" y="228981"/>
                  </a:cubicBezTo>
                  <a:cubicBezTo>
                    <a:pt x="195597" y="213998"/>
                    <a:pt x="191922" y="196339"/>
                    <a:pt x="191922" y="176022"/>
                  </a:cubicBezTo>
                  <a:cubicBezTo>
                    <a:pt x="191922" y="155953"/>
                    <a:pt x="195597" y="138427"/>
                    <a:pt x="202966" y="123444"/>
                  </a:cubicBezTo>
                  <a:cubicBezTo>
                    <a:pt x="210583" y="108461"/>
                    <a:pt x="221113" y="96898"/>
                    <a:pt x="234576" y="88773"/>
                  </a:cubicBezTo>
                  <a:cubicBezTo>
                    <a:pt x="248285" y="80648"/>
                    <a:pt x="264281" y="76581"/>
                    <a:pt x="282561" y="76581"/>
                  </a:cubicBezTo>
                  <a:cubicBezTo>
                    <a:pt x="300841" y="76581"/>
                    <a:pt x="316703" y="80648"/>
                    <a:pt x="330165" y="88773"/>
                  </a:cubicBezTo>
                  <a:cubicBezTo>
                    <a:pt x="343875" y="96898"/>
                    <a:pt x="354405" y="108461"/>
                    <a:pt x="361774" y="123444"/>
                  </a:cubicBezTo>
                  <a:cubicBezTo>
                    <a:pt x="369391" y="138427"/>
                    <a:pt x="373199" y="155953"/>
                    <a:pt x="373199" y="176022"/>
                  </a:cubicBezTo>
                  <a:cubicBezTo>
                    <a:pt x="373199" y="196339"/>
                    <a:pt x="369391" y="213998"/>
                    <a:pt x="361774" y="228981"/>
                  </a:cubicBezTo>
                  <a:cubicBezTo>
                    <a:pt x="354405" y="243716"/>
                    <a:pt x="343875" y="255146"/>
                    <a:pt x="330165" y="263271"/>
                  </a:cubicBezTo>
                  <a:cubicBezTo>
                    <a:pt x="316703" y="271396"/>
                    <a:pt x="300841" y="275463"/>
                    <a:pt x="282561" y="275463"/>
                  </a:cubicBezTo>
                  <a:close/>
                  <a:moveTo>
                    <a:pt x="282561" y="249936"/>
                  </a:moveTo>
                  <a:cubicBezTo>
                    <a:pt x="301345" y="249936"/>
                    <a:pt x="315817" y="243716"/>
                    <a:pt x="325976" y="231267"/>
                  </a:cubicBezTo>
                  <a:cubicBezTo>
                    <a:pt x="336382" y="218570"/>
                    <a:pt x="341590" y="200149"/>
                    <a:pt x="341590" y="176022"/>
                  </a:cubicBezTo>
                  <a:cubicBezTo>
                    <a:pt x="341590" y="152400"/>
                    <a:pt x="336382" y="134236"/>
                    <a:pt x="325976" y="121539"/>
                  </a:cubicBezTo>
                  <a:cubicBezTo>
                    <a:pt x="315560" y="108842"/>
                    <a:pt x="301088" y="102489"/>
                    <a:pt x="282561" y="102489"/>
                  </a:cubicBezTo>
                  <a:cubicBezTo>
                    <a:pt x="264024" y="102489"/>
                    <a:pt x="249428" y="108842"/>
                    <a:pt x="238765" y="121539"/>
                  </a:cubicBezTo>
                  <a:cubicBezTo>
                    <a:pt x="228349" y="134236"/>
                    <a:pt x="223150" y="152400"/>
                    <a:pt x="223150" y="176022"/>
                  </a:cubicBezTo>
                  <a:cubicBezTo>
                    <a:pt x="223150" y="200149"/>
                    <a:pt x="228225" y="218570"/>
                    <a:pt x="238384" y="231267"/>
                  </a:cubicBezTo>
                  <a:cubicBezTo>
                    <a:pt x="248790" y="243716"/>
                    <a:pt x="263519" y="249936"/>
                    <a:pt x="282561" y="249936"/>
                  </a:cubicBezTo>
                  <a:close/>
                  <a:moveTo>
                    <a:pt x="505445" y="357759"/>
                  </a:moveTo>
                  <a:cubicBezTo>
                    <a:pt x="476501" y="357759"/>
                    <a:pt x="451366" y="351158"/>
                    <a:pt x="430039" y="337947"/>
                  </a:cubicBezTo>
                  <a:lnTo>
                    <a:pt x="435371" y="312801"/>
                  </a:lnTo>
                  <a:cubicBezTo>
                    <a:pt x="447310" y="319659"/>
                    <a:pt x="458602" y="324612"/>
                    <a:pt x="469265" y="327660"/>
                  </a:cubicBezTo>
                  <a:cubicBezTo>
                    <a:pt x="479929" y="330708"/>
                    <a:pt x="491992" y="332232"/>
                    <a:pt x="505445" y="332232"/>
                  </a:cubicBezTo>
                  <a:cubicBezTo>
                    <a:pt x="523725" y="332232"/>
                    <a:pt x="537568" y="327279"/>
                    <a:pt x="546955" y="317373"/>
                  </a:cubicBezTo>
                  <a:cubicBezTo>
                    <a:pt x="556610" y="307724"/>
                    <a:pt x="561427" y="293246"/>
                    <a:pt x="561427" y="273939"/>
                  </a:cubicBezTo>
                  <a:lnTo>
                    <a:pt x="561427" y="222123"/>
                  </a:lnTo>
                  <a:lnTo>
                    <a:pt x="565617" y="217170"/>
                  </a:lnTo>
                  <a:cubicBezTo>
                    <a:pt x="562570" y="227333"/>
                    <a:pt x="557752" y="236220"/>
                    <a:pt x="551145" y="243840"/>
                  </a:cubicBezTo>
                  <a:cubicBezTo>
                    <a:pt x="544804" y="251203"/>
                    <a:pt x="536930" y="256918"/>
                    <a:pt x="527533" y="260985"/>
                  </a:cubicBezTo>
                  <a:cubicBezTo>
                    <a:pt x="518145" y="265052"/>
                    <a:pt x="507482" y="267081"/>
                    <a:pt x="495543" y="267081"/>
                  </a:cubicBezTo>
                  <a:cubicBezTo>
                    <a:pt x="478539" y="267081"/>
                    <a:pt x="463553" y="263147"/>
                    <a:pt x="450604" y="255270"/>
                  </a:cubicBezTo>
                  <a:cubicBezTo>
                    <a:pt x="437913" y="247145"/>
                    <a:pt x="427888" y="235963"/>
                    <a:pt x="420518" y="221742"/>
                  </a:cubicBezTo>
                  <a:cubicBezTo>
                    <a:pt x="413416" y="207521"/>
                    <a:pt x="409855" y="190881"/>
                    <a:pt x="409855" y="171831"/>
                  </a:cubicBezTo>
                  <a:cubicBezTo>
                    <a:pt x="409855" y="152781"/>
                    <a:pt x="413416" y="136141"/>
                    <a:pt x="420518" y="121920"/>
                  </a:cubicBezTo>
                  <a:cubicBezTo>
                    <a:pt x="427888" y="107699"/>
                    <a:pt x="437913" y="96650"/>
                    <a:pt x="450604" y="88773"/>
                  </a:cubicBezTo>
                  <a:cubicBezTo>
                    <a:pt x="463553" y="80648"/>
                    <a:pt x="478539" y="76581"/>
                    <a:pt x="495543" y="76581"/>
                  </a:cubicBezTo>
                  <a:cubicBezTo>
                    <a:pt x="513318" y="76581"/>
                    <a:pt x="528295" y="81029"/>
                    <a:pt x="540481" y="89916"/>
                  </a:cubicBezTo>
                  <a:cubicBezTo>
                    <a:pt x="552925" y="98555"/>
                    <a:pt x="561304" y="110747"/>
                    <a:pt x="565617" y="126492"/>
                  </a:cubicBezTo>
                  <a:lnTo>
                    <a:pt x="561047" y="122301"/>
                  </a:lnTo>
                  <a:lnTo>
                    <a:pt x="561047" y="81153"/>
                  </a:lnTo>
                  <a:lnTo>
                    <a:pt x="591894" y="81153"/>
                  </a:lnTo>
                  <a:lnTo>
                    <a:pt x="591894" y="271272"/>
                  </a:lnTo>
                  <a:cubicBezTo>
                    <a:pt x="591894" y="299971"/>
                    <a:pt x="584535" y="321564"/>
                    <a:pt x="569806" y="336042"/>
                  </a:cubicBezTo>
                  <a:cubicBezTo>
                    <a:pt x="555334" y="350520"/>
                    <a:pt x="533883" y="357759"/>
                    <a:pt x="505445" y="357759"/>
                  </a:cubicBezTo>
                  <a:close/>
                  <a:moveTo>
                    <a:pt x="501636" y="241173"/>
                  </a:moveTo>
                  <a:cubicBezTo>
                    <a:pt x="520173" y="241173"/>
                    <a:pt x="534645" y="235077"/>
                    <a:pt x="545051" y="222885"/>
                  </a:cubicBezTo>
                  <a:cubicBezTo>
                    <a:pt x="555715" y="210436"/>
                    <a:pt x="561047" y="193424"/>
                    <a:pt x="561047" y="171831"/>
                  </a:cubicBezTo>
                  <a:cubicBezTo>
                    <a:pt x="561047" y="150238"/>
                    <a:pt x="555715" y="133350"/>
                    <a:pt x="545051" y="121158"/>
                  </a:cubicBezTo>
                  <a:cubicBezTo>
                    <a:pt x="534645" y="108709"/>
                    <a:pt x="520173" y="102489"/>
                    <a:pt x="501636" y="102489"/>
                  </a:cubicBezTo>
                  <a:cubicBezTo>
                    <a:pt x="482851" y="102489"/>
                    <a:pt x="467999" y="108709"/>
                    <a:pt x="457079" y="121158"/>
                  </a:cubicBezTo>
                  <a:cubicBezTo>
                    <a:pt x="446415" y="133350"/>
                    <a:pt x="441083" y="150238"/>
                    <a:pt x="441083" y="171831"/>
                  </a:cubicBezTo>
                  <a:cubicBezTo>
                    <a:pt x="441083" y="193672"/>
                    <a:pt x="446415" y="210693"/>
                    <a:pt x="457079" y="222885"/>
                  </a:cubicBezTo>
                  <a:cubicBezTo>
                    <a:pt x="467999" y="235077"/>
                    <a:pt x="482851" y="241173"/>
                    <a:pt x="501636" y="241173"/>
                  </a:cubicBezTo>
                  <a:close/>
                  <a:moveTo>
                    <a:pt x="651124" y="272796"/>
                  </a:moveTo>
                  <a:lnTo>
                    <a:pt x="651124" y="81153"/>
                  </a:lnTo>
                  <a:lnTo>
                    <a:pt x="681971" y="81153"/>
                  </a:lnTo>
                  <a:lnTo>
                    <a:pt x="681971" y="272796"/>
                  </a:lnTo>
                  <a:lnTo>
                    <a:pt x="651124" y="272796"/>
                  </a:lnTo>
                  <a:close/>
                  <a:moveTo>
                    <a:pt x="648077" y="0"/>
                  </a:moveTo>
                  <a:lnTo>
                    <a:pt x="685780" y="0"/>
                  </a:lnTo>
                  <a:lnTo>
                    <a:pt x="685780" y="35052"/>
                  </a:lnTo>
                  <a:lnTo>
                    <a:pt x="648077" y="35052"/>
                  </a:lnTo>
                  <a:lnTo>
                    <a:pt x="648077" y="0"/>
                  </a:lnTo>
                  <a:close/>
                  <a:moveTo>
                    <a:pt x="806609" y="275463"/>
                  </a:moveTo>
                  <a:cubicBezTo>
                    <a:pt x="774371" y="275463"/>
                    <a:pt x="748856" y="267205"/>
                    <a:pt x="730061" y="250698"/>
                  </a:cubicBezTo>
                  <a:lnTo>
                    <a:pt x="740344" y="227838"/>
                  </a:lnTo>
                  <a:cubicBezTo>
                    <a:pt x="750502" y="235715"/>
                    <a:pt x="760909" y="241554"/>
                    <a:pt x="771572" y="245364"/>
                  </a:cubicBezTo>
                  <a:cubicBezTo>
                    <a:pt x="782493" y="248917"/>
                    <a:pt x="794556" y="250698"/>
                    <a:pt x="807751" y="250698"/>
                  </a:cubicBezTo>
                  <a:cubicBezTo>
                    <a:pt x="822223" y="250698"/>
                    <a:pt x="833144" y="248288"/>
                    <a:pt x="840503" y="243459"/>
                  </a:cubicBezTo>
                  <a:cubicBezTo>
                    <a:pt x="848120" y="238382"/>
                    <a:pt x="851929" y="231143"/>
                    <a:pt x="851929" y="221742"/>
                  </a:cubicBezTo>
                  <a:cubicBezTo>
                    <a:pt x="851929" y="214122"/>
                    <a:pt x="849396" y="208150"/>
                    <a:pt x="844312" y="203835"/>
                  </a:cubicBezTo>
                  <a:cubicBezTo>
                    <a:pt x="839237" y="199263"/>
                    <a:pt x="830859" y="195577"/>
                    <a:pt x="819177" y="192786"/>
                  </a:cubicBezTo>
                  <a:lnTo>
                    <a:pt x="786806" y="185166"/>
                  </a:lnTo>
                  <a:cubicBezTo>
                    <a:pt x="770811" y="181613"/>
                    <a:pt x="758376" y="175260"/>
                    <a:pt x="749484" y="166116"/>
                  </a:cubicBezTo>
                  <a:cubicBezTo>
                    <a:pt x="740858" y="156972"/>
                    <a:pt x="736535" y="146047"/>
                    <a:pt x="736535" y="133350"/>
                  </a:cubicBezTo>
                  <a:cubicBezTo>
                    <a:pt x="736535" y="122177"/>
                    <a:pt x="739582" y="112395"/>
                    <a:pt x="745675" y="104013"/>
                  </a:cubicBezTo>
                  <a:cubicBezTo>
                    <a:pt x="751769" y="95374"/>
                    <a:pt x="760280" y="88649"/>
                    <a:pt x="771191" y="83820"/>
                  </a:cubicBezTo>
                  <a:cubicBezTo>
                    <a:pt x="782112" y="78991"/>
                    <a:pt x="795060" y="76581"/>
                    <a:pt x="810037" y="76581"/>
                  </a:cubicBezTo>
                  <a:cubicBezTo>
                    <a:pt x="823499" y="76581"/>
                    <a:pt x="836190" y="78743"/>
                    <a:pt x="848120" y="83058"/>
                  </a:cubicBezTo>
                  <a:cubicBezTo>
                    <a:pt x="860059" y="87373"/>
                    <a:pt x="870085" y="93602"/>
                    <a:pt x="878206" y="101727"/>
                  </a:cubicBezTo>
                  <a:lnTo>
                    <a:pt x="867924" y="124206"/>
                  </a:lnTo>
                  <a:cubicBezTo>
                    <a:pt x="858784" y="116586"/>
                    <a:pt x="849396" y="110995"/>
                    <a:pt x="839742" y="107442"/>
                  </a:cubicBezTo>
                  <a:cubicBezTo>
                    <a:pt x="830354" y="103632"/>
                    <a:pt x="820452" y="101727"/>
                    <a:pt x="810037" y="101727"/>
                  </a:cubicBezTo>
                  <a:cubicBezTo>
                    <a:pt x="796327" y="101727"/>
                    <a:pt x="785663" y="104394"/>
                    <a:pt x="778046" y="109728"/>
                  </a:cubicBezTo>
                  <a:cubicBezTo>
                    <a:pt x="770687" y="115062"/>
                    <a:pt x="767002" y="122301"/>
                    <a:pt x="767002" y="131445"/>
                  </a:cubicBezTo>
                  <a:cubicBezTo>
                    <a:pt x="767002" y="139322"/>
                    <a:pt x="769287" y="145542"/>
                    <a:pt x="773857" y="150114"/>
                  </a:cubicBezTo>
                  <a:cubicBezTo>
                    <a:pt x="778684" y="154686"/>
                    <a:pt x="786301" y="158239"/>
                    <a:pt x="796708" y="160782"/>
                  </a:cubicBezTo>
                  <a:lnTo>
                    <a:pt x="829078" y="168783"/>
                  </a:lnTo>
                  <a:cubicBezTo>
                    <a:pt x="847111" y="172593"/>
                    <a:pt x="860307" y="178946"/>
                    <a:pt x="868685" y="187833"/>
                  </a:cubicBezTo>
                  <a:cubicBezTo>
                    <a:pt x="877321" y="196472"/>
                    <a:pt x="881634" y="207521"/>
                    <a:pt x="881634" y="220980"/>
                  </a:cubicBezTo>
                  <a:cubicBezTo>
                    <a:pt x="881634" y="237487"/>
                    <a:pt x="874912" y="250698"/>
                    <a:pt x="861449" y="260604"/>
                  </a:cubicBezTo>
                  <a:cubicBezTo>
                    <a:pt x="847996" y="270510"/>
                    <a:pt x="829716" y="275463"/>
                    <a:pt x="806609" y="275463"/>
                  </a:cubicBezTo>
                  <a:close/>
                  <a:moveTo>
                    <a:pt x="901904" y="105537"/>
                  </a:moveTo>
                  <a:lnTo>
                    <a:pt x="901904" y="81153"/>
                  </a:lnTo>
                  <a:lnTo>
                    <a:pt x="1024913" y="81153"/>
                  </a:lnTo>
                  <a:lnTo>
                    <a:pt x="1024913" y="105537"/>
                  </a:lnTo>
                  <a:lnTo>
                    <a:pt x="901904" y="105537"/>
                  </a:lnTo>
                  <a:close/>
                  <a:moveTo>
                    <a:pt x="1024152" y="245364"/>
                  </a:moveTo>
                  <a:lnTo>
                    <a:pt x="1024152" y="271653"/>
                  </a:lnTo>
                  <a:cubicBezTo>
                    <a:pt x="1019829" y="272920"/>
                    <a:pt x="1015516" y="273815"/>
                    <a:pt x="1011203" y="274320"/>
                  </a:cubicBezTo>
                  <a:cubicBezTo>
                    <a:pt x="1007138" y="275082"/>
                    <a:pt x="1002568" y="275463"/>
                    <a:pt x="997493" y="275463"/>
                  </a:cubicBezTo>
                  <a:cubicBezTo>
                    <a:pt x="979718" y="275463"/>
                    <a:pt x="965503" y="270386"/>
                    <a:pt x="954840" y="260223"/>
                  </a:cubicBezTo>
                  <a:cubicBezTo>
                    <a:pt x="944424" y="250060"/>
                    <a:pt x="939226" y="234820"/>
                    <a:pt x="939226" y="214503"/>
                  </a:cubicBezTo>
                  <a:lnTo>
                    <a:pt x="939226" y="32004"/>
                  </a:lnTo>
                  <a:lnTo>
                    <a:pt x="970073" y="20955"/>
                  </a:lnTo>
                  <a:lnTo>
                    <a:pt x="970073" y="210312"/>
                  </a:lnTo>
                  <a:cubicBezTo>
                    <a:pt x="970073" y="220475"/>
                    <a:pt x="971463" y="228343"/>
                    <a:pt x="974262" y="233934"/>
                  </a:cubicBezTo>
                  <a:cubicBezTo>
                    <a:pt x="977309" y="239525"/>
                    <a:pt x="981365" y="243459"/>
                    <a:pt x="986449" y="245745"/>
                  </a:cubicBezTo>
                  <a:cubicBezTo>
                    <a:pt x="991524" y="247774"/>
                    <a:pt x="997236" y="248793"/>
                    <a:pt x="1003587" y="248793"/>
                  </a:cubicBezTo>
                  <a:cubicBezTo>
                    <a:pt x="1007395" y="248793"/>
                    <a:pt x="1010822" y="248536"/>
                    <a:pt x="1013869" y="248031"/>
                  </a:cubicBezTo>
                  <a:cubicBezTo>
                    <a:pt x="1016916" y="247526"/>
                    <a:pt x="1020343" y="246631"/>
                    <a:pt x="1024152" y="245364"/>
                  </a:cubicBezTo>
                  <a:close/>
                  <a:moveTo>
                    <a:pt x="1062083" y="272796"/>
                  </a:moveTo>
                  <a:lnTo>
                    <a:pt x="1062083" y="81153"/>
                  </a:lnTo>
                  <a:lnTo>
                    <a:pt x="1092931" y="81153"/>
                  </a:lnTo>
                  <a:lnTo>
                    <a:pt x="1092931" y="272796"/>
                  </a:lnTo>
                  <a:lnTo>
                    <a:pt x="1062083" y="272796"/>
                  </a:lnTo>
                  <a:close/>
                  <a:moveTo>
                    <a:pt x="1059036" y="0"/>
                  </a:moveTo>
                  <a:lnTo>
                    <a:pt x="1096739" y="0"/>
                  </a:lnTo>
                  <a:lnTo>
                    <a:pt x="1096739" y="35052"/>
                  </a:lnTo>
                  <a:lnTo>
                    <a:pt x="1059036" y="35052"/>
                  </a:lnTo>
                  <a:lnTo>
                    <a:pt x="1059036" y="0"/>
                  </a:lnTo>
                  <a:close/>
                  <a:moveTo>
                    <a:pt x="1233183" y="275463"/>
                  </a:moveTo>
                  <a:cubicBezTo>
                    <a:pt x="1214398" y="275463"/>
                    <a:pt x="1198146" y="271396"/>
                    <a:pt x="1184436" y="263271"/>
                  </a:cubicBezTo>
                  <a:cubicBezTo>
                    <a:pt x="1170726" y="255146"/>
                    <a:pt x="1160062" y="243716"/>
                    <a:pt x="1152446" y="228981"/>
                  </a:cubicBezTo>
                  <a:cubicBezTo>
                    <a:pt x="1145086" y="214246"/>
                    <a:pt x="1141401" y="196853"/>
                    <a:pt x="1141401" y="176784"/>
                  </a:cubicBezTo>
                  <a:cubicBezTo>
                    <a:pt x="1141401" y="156972"/>
                    <a:pt x="1145210" y="139570"/>
                    <a:pt x="1152827" y="124587"/>
                  </a:cubicBezTo>
                  <a:cubicBezTo>
                    <a:pt x="1160443" y="109347"/>
                    <a:pt x="1171240" y="97536"/>
                    <a:pt x="1185197" y="89154"/>
                  </a:cubicBezTo>
                  <a:cubicBezTo>
                    <a:pt x="1199165" y="80772"/>
                    <a:pt x="1215664" y="76581"/>
                    <a:pt x="1234706" y="76581"/>
                  </a:cubicBezTo>
                  <a:cubicBezTo>
                    <a:pt x="1247654" y="76581"/>
                    <a:pt x="1260098" y="78867"/>
                    <a:pt x="1272028" y="83439"/>
                  </a:cubicBezTo>
                  <a:cubicBezTo>
                    <a:pt x="1284215" y="87754"/>
                    <a:pt x="1294250" y="93850"/>
                    <a:pt x="1302114" y="101727"/>
                  </a:cubicBezTo>
                  <a:lnTo>
                    <a:pt x="1291831" y="124587"/>
                  </a:lnTo>
                  <a:cubicBezTo>
                    <a:pt x="1282444" y="117224"/>
                    <a:pt x="1273170" y="111757"/>
                    <a:pt x="1264030" y="108204"/>
                  </a:cubicBezTo>
                  <a:cubicBezTo>
                    <a:pt x="1255148" y="104394"/>
                    <a:pt x="1245884" y="102489"/>
                    <a:pt x="1236230" y="102489"/>
                  </a:cubicBezTo>
                  <a:cubicBezTo>
                    <a:pt x="1216940" y="102489"/>
                    <a:pt x="1201573" y="108966"/>
                    <a:pt x="1190148" y="121920"/>
                  </a:cubicBezTo>
                  <a:cubicBezTo>
                    <a:pt x="1178980" y="134874"/>
                    <a:pt x="1173392" y="153162"/>
                    <a:pt x="1173392" y="176784"/>
                  </a:cubicBezTo>
                  <a:cubicBezTo>
                    <a:pt x="1173392" y="200149"/>
                    <a:pt x="1178980" y="218189"/>
                    <a:pt x="1190148" y="230886"/>
                  </a:cubicBezTo>
                  <a:cubicBezTo>
                    <a:pt x="1201326" y="243583"/>
                    <a:pt x="1216683" y="249936"/>
                    <a:pt x="1236230" y="249936"/>
                  </a:cubicBezTo>
                  <a:cubicBezTo>
                    <a:pt x="1245627" y="249936"/>
                    <a:pt x="1254890" y="248155"/>
                    <a:pt x="1264030" y="244602"/>
                  </a:cubicBezTo>
                  <a:cubicBezTo>
                    <a:pt x="1273170" y="240792"/>
                    <a:pt x="1282444" y="235201"/>
                    <a:pt x="1291831" y="227838"/>
                  </a:cubicBezTo>
                  <a:lnTo>
                    <a:pt x="1302114" y="250698"/>
                  </a:lnTo>
                  <a:cubicBezTo>
                    <a:pt x="1293993" y="258318"/>
                    <a:pt x="1283710" y="264414"/>
                    <a:pt x="1271266" y="268986"/>
                  </a:cubicBezTo>
                  <a:cubicBezTo>
                    <a:pt x="1259080" y="273301"/>
                    <a:pt x="1246388" y="275463"/>
                    <a:pt x="1233183" y="275463"/>
                  </a:cubicBezTo>
                  <a:close/>
                  <a:moveTo>
                    <a:pt x="1406130" y="275463"/>
                  </a:moveTo>
                  <a:cubicBezTo>
                    <a:pt x="1373882" y="275463"/>
                    <a:pt x="1348366" y="267205"/>
                    <a:pt x="1329582" y="250698"/>
                  </a:cubicBezTo>
                  <a:lnTo>
                    <a:pt x="1339864" y="227838"/>
                  </a:lnTo>
                  <a:cubicBezTo>
                    <a:pt x="1350023" y="235715"/>
                    <a:pt x="1360429" y="241554"/>
                    <a:pt x="1371093" y="245364"/>
                  </a:cubicBezTo>
                  <a:cubicBezTo>
                    <a:pt x="1382013" y="248917"/>
                    <a:pt x="1394066" y="250698"/>
                    <a:pt x="1407272" y="250698"/>
                  </a:cubicBezTo>
                  <a:cubicBezTo>
                    <a:pt x="1421744" y="250698"/>
                    <a:pt x="1432664" y="248288"/>
                    <a:pt x="1440024" y="243459"/>
                  </a:cubicBezTo>
                  <a:cubicBezTo>
                    <a:pt x="1447641" y="238382"/>
                    <a:pt x="1451449" y="231143"/>
                    <a:pt x="1451449" y="221742"/>
                  </a:cubicBezTo>
                  <a:cubicBezTo>
                    <a:pt x="1451449" y="214122"/>
                    <a:pt x="1448907" y="208150"/>
                    <a:pt x="1443832" y="203835"/>
                  </a:cubicBezTo>
                  <a:cubicBezTo>
                    <a:pt x="1438757" y="199263"/>
                    <a:pt x="1430379" y="195577"/>
                    <a:pt x="1418697" y="192786"/>
                  </a:cubicBezTo>
                  <a:lnTo>
                    <a:pt x="1386326" y="185166"/>
                  </a:lnTo>
                  <a:cubicBezTo>
                    <a:pt x="1370331" y="181613"/>
                    <a:pt x="1357887" y="175260"/>
                    <a:pt x="1349004" y="166116"/>
                  </a:cubicBezTo>
                  <a:cubicBezTo>
                    <a:pt x="1340369" y="156972"/>
                    <a:pt x="1336056" y="146047"/>
                    <a:pt x="1336056" y="133350"/>
                  </a:cubicBezTo>
                  <a:cubicBezTo>
                    <a:pt x="1336056" y="122177"/>
                    <a:pt x="1339103" y="112395"/>
                    <a:pt x="1345196" y="104013"/>
                  </a:cubicBezTo>
                  <a:cubicBezTo>
                    <a:pt x="1351289" y="95374"/>
                    <a:pt x="1359792" y="88649"/>
                    <a:pt x="1370712" y="83820"/>
                  </a:cubicBezTo>
                  <a:cubicBezTo>
                    <a:pt x="1381632" y="78991"/>
                    <a:pt x="1394581" y="76581"/>
                    <a:pt x="1409557" y="76581"/>
                  </a:cubicBezTo>
                  <a:cubicBezTo>
                    <a:pt x="1423010" y="76581"/>
                    <a:pt x="1435711" y="78743"/>
                    <a:pt x="1447641" y="83058"/>
                  </a:cubicBezTo>
                  <a:cubicBezTo>
                    <a:pt x="1459570" y="87373"/>
                    <a:pt x="1469605" y="93602"/>
                    <a:pt x="1477727" y="101727"/>
                  </a:cubicBezTo>
                  <a:lnTo>
                    <a:pt x="1467444" y="124206"/>
                  </a:lnTo>
                  <a:cubicBezTo>
                    <a:pt x="1458304" y="116586"/>
                    <a:pt x="1448907" y="110995"/>
                    <a:pt x="1439262" y="107442"/>
                  </a:cubicBezTo>
                  <a:cubicBezTo>
                    <a:pt x="1429865" y="103632"/>
                    <a:pt x="1419963" y="101727"/>
                    <a:pt x="1409557" y="101727"/>
                  </a:cubicBezTo>
                  <a:cubicBezTo>
                    <a:pt x="1395847" y="101727"/>
                    <a:pt x="1385184" y="104394"/>
                    <a:pt x="1377567" y="109728"/>
                  </a:cubicBezTo>
                  <a:cubicBezTo>
                    <a:pt x="1370207" y="115062"/>
                    <a:pt x="1366523" y="122301"/>
                    <a:pt x="1366523" y="131445"/>
                  </a:cubicBezTo>
                  <a:cubicBezTo>
                    <a:pt x="1366523" y="139322"/>
                    <a:pt x="1368808" y="145542"/>
                    <a:pt x="1373378" y="150114"/>
                  </a:cubicBezTo>
                  <a:cubicBezTo>
                    <a:pt x="1378205" y="154686"/>
                    <a:pt x="1385821" y="158239"/>
                    <a:pt x="1396228" y="160782"/>
                  </a:cubicBezTo>
                  <a:lnTo>
                    <a:pt x="1428599" y="168783"/>
                  </a:lnTo>
                  <a:cubicBezTo>
                    <a:pt x="1446622" y="172593"/>
                    <a:pt x="1459827" y="178946"/>
                    <a:pt x="1468206" y="187833"/>
                  </a:cubicBezTo>
                  <a:cubicBezTo>
                    <a:pt x="1476841" y="196472"/>
                    <a:pt x="1481154" y="207521"/>
                    <a:pt x="1481154" y="220980"/>
                  </a:cubicBezTo>
                  <a:cubicBezTo>
                    <a:pt x="1481154" y="237487"/>
                    <a:pt x="1474423" y="250698"/>
                    <a:pt x="1460970" y="260604"/>
                  </a:cubicBezTo>
                  <a:cubicBezTo>
                    <a:pt x="1447517" y="270510"/>
                    <a:pt x="1429237" y="275463"/>
                    <a:pt x="1406130" y="2754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g12709bdffa8_0_2950"/>
            <p:cNvSpPr/>
            <p:nvPr/>
          </p:nvSpPr>
          <p:spPr>
            <a:xfrm>
              <a:off x="5142141" y="6021492"/>
              <a:ext cx="1459056" cy="284607"/>
            </a:xfrm>
            <a:custGeom>
              <a:rect b="b" l="l" r="r" t="t"/>
              <a:pathLst>
                <a:path extrusionOk="0" h="284607" w="1459056">
                  <a:moveTo>
                    <a:pt x="0" y="281940"/>
                  </a:moveTo>
                  <a:lnTo>
                    <a:pt x="0" y="10668"/>
                  </a:lnTo>
                  <a:lnTo>
                    <a:pt x="108157" y="10668"/>
                  </a:lnTo>
                  <a:cubicBezTo>
                    <a:pt x="136082" y="10668"/>
                    <a:pt x="157790" y="17402"/>
                    <a:pt x="173280" y="30861"/>
                  </a:cubicBezTo>
                  <a:cubicBezTo>
                    <a:pt x="189018" y="44320"/>
                    <a:pt x="196892" y="62865"/>
                    <a:pt x="196892" y="86487"/>
                  </a:cubicBezTo>
                  <a:cubicBezTo>
                    <a:pt x="196892" y="109852"/>
                    <a:pt x="189018" y="128397"/>
                    <a:pt x="173280" y="142113"/>
                  </a:cubicBezTo>
                  <a:cubicBezTo>
                    <a:pt x="157542" y="155829"/>
                    <a:pt x="135834" y="162687"/>
                    <a:pt x="108157" y="162687"/>
                  </a:cubicBezTo>
                  <a:lnTo>
                    <a:pt x="31228" y="162687"/>
                  </a:lnTo>
                  <a:lnTo>
                    <a:pt x="31228" y="281940"/>
                  </a:lnTo>
                  <a:lnTo>
                    <a:pt x="0" y="281940"/>
                  </a:lnTo>
                  <a:close/>
                  <a:moveTo>
                    <a:pt x="31228" y="136779"/>
                  </a:moveTo>
                  <a:lnTo>
                    <a:pt x="105491" y="136779"/>
                  </a:lnTo>
                  <a:cubicBezTo>
                    <a:pt x="125552" y="136779"/>
                    <a:pt x="140652" y="132464"/>
                    <a:pt x="150811" y="123825"/>
                  </a:cubicBezTo>
                  <a:cubicBezTo>
                    <a:pt x="160970" y="114938"/>
                    <a:pt x="166045" y="102489"/>
                    <a:pt x="166045" y="86487"/>
                  </a:cubicBezTo>
                  <a:cubicBezTo>
                    <a:pt x="166045" y="70485"/>
                    <a:pt x="160970" y="58169"/>
                    <a:pt x="150811" y="49530"/>
                  </a:cubicBezTo>
                  <a:cubicBezTo>
                    <a:pt x="140652" y="40891"/>
                    <a:pt x="125552" y="36576"/>
                    <a:pt x="105491" y="36576"/>
                  </a:cubicBezTo>
                  <a:lnTo>
                    <a:pt x="31228" y="36576"/>
                  </a:lnTo>
                  <a:lnTo>
                    <a:pt x="31228" y="136779"/>
                  </a:lnTo>
                  <a:close/>
                  <a:moveTo>
                    <a:pt x="244258" y="281940"/>
                  </a:moveTo>
                  <a:lnTo>
                    <a:pt x="244258" y="1524"/>
                  </a:lnTo>
                  <a:lnTo>
                    <a:pt x="275106" y="1524"/>
                  </a:lnTo>
                  <a:lnTo>
                    <a:pt x="275106" y="281940"/>
                  </a:lnTo>
                  <a:lnTo>
                    <a:pt x="244258" y="281940"/>
                  </a:lnTo>
                  <a:close/>
                  <a:moveTo>
                    <a:pt x="408503" y="284607"/>
                  </a:moveTo>
                  <a:cubicBezTo>
                    <a:pt x="391489" y="284607"/>
                    <a:pt x="376513" y="280673"/>
                    <a:pt x="363564" y="272796"/>
                  </a:cubicBezTo>
                  <a:cubicBezTo>
                    <a:pt x="350873" y="264671"/>
                    <a:pt x="340972" y="253241"/>
                    <a:pt x="333859" y="238506"/>
                  </a:cubicBezTo>
                  <a:cubicBezTo>
                    <a:pt x="327005" y="223523"/>
                    <a:pt x="323577" y="205997"/>
                    <a:pt x="323577" y="185928"/>
                  </a:cubicBezTo>
                  <a:cubicBezTo>
                    <a:pt x="323577" y="165859"/>
                    <a:pt x="327128" y="148333"/>
                    <a:pt x="334240" y="133350"/>
                  </a:cubicBezTo>
                  <a:cubicBezTo>
                    <a:pt x="341352" y="118367"/>
                    <a:pt x="351254" y="106680"/>
                    <a:pt x="363945" y="98298"/>
                  </a:cubicBezTo>
                  <a:cubicBezTo>
                    <a:pt x="376894" y="89916"/>
                    <a:pt x="391746" y="85725"/>
                    <a:pt x="408503" y="85725"/>
                  </a:cubicBezTo>
                  <a:cubicBezTo>
                    <a:pt x="426021" y="85725"/>
                    <a:pt x="440874" y="90040"/>
                    <a:pt x="453061" y="98679"/>
                  </a:cubicBezTo>
                  <a:cubicBezTo>
                    <a:pt x="465247" y="107318"/>
                    <a:pt x="473502" y="119634"/>
                    <a:pt x="477815" y="135636"/>
                  </a:cubicBezTo>
                  <a:lnTo>
                    <a:pt x="473245" y="138684"/>
                  </a:lnTo>
                  <a:lnTo>
                    <a:pt x="473245" y="90297"/>
                  </a:lnTo>
                  <a:lnTo>
                    <a:pt x="503712" y="90297"/>
                  </a:lnTo>
                  <a:lnTo>
                    <a:pt x="503712" y="281940"/>
                  </a:lnTo>
                  <a:lnTo>
                    <a:pt x="473245" y="281940"/>
                  </a:lnTo>
                  <a:lnTo>
                    <a:pt x="473245" y="232410"/>
                  </a:lnTo>
                  <a:lnTo>
                    <a:pt x="477815" y="234696"/>
                  </a:lnTo>
                  <a:cubicBezTo>
                    <a:pt x="473502" y="250698"/>
                    <a:pt x="465247" y="263014"/>
                    <a:pt x="453061" y="271653"/>
                  </a:cubicBezTo>
                  <a:cubicBezTo>
                    <a:pt x="440874" y="280292"/>
                    <a:pt x="426021" y="284607"/>
                    <a:pt x="408503" y="284607"/>
                  </a:cubicBezTo>
                  <a:close/>
                  <a:moveTo>
                    <a:pt x="414596" y="259080"/>
                  </a:moveTo>
                  <a:cubicBezTo>
                    <a:pt x="433381" y="259080"/>
                    <a:pt x="447853" y="252727"/>
                    <a:pt x="458011" y="240030"/>
                  </a:cubicBezTo>
                  <a:cubicBezTo>
                    <a:pt x="468170" y="227076"/>
                    <a:pt x="473245" y="208788"/>
                    <a:pt x="473245" y="185166"/>
                  </a:cubicBezTo>
                  <a:cubicBezTo>
                    <a:pt x="473245" y="161544"/>
                    <a:pt x="468037" y="143380"/>
                    <a:pt x="457631" y="130683"/>
                  </a:cubicBezTo>
                  <a:cubicBezTo>
                    <a:pt x="447472" y="117986"/>
                    <a:pt x="433134" y="111633"/>
                    <a:pt x="414596" y="111633"/>
                  </a:cubicBezTo>
                  <a:cubicBezTo>
                    <a:pt x="395812" y="111633"/>
                    <a:pt x="381083" y="118234"/>
                    <a:pt x="370420" y="131445"/>
                  </a:cubicBezTo>
                  <a:cubicBezTo>
                    <a:pt x="360013" y="144399"/>
                    <a:pt x="354805" y="162563"/>
                    <a:pt x="354805" y="185928"/>
                  </a:cubicBezTo>
                  <a:cubicBezTo>
                    <a:pt x="354805" y="209293"/>
                    <a:pt x="360013" y="227333"/>
                    <a:pt x="370420" y="240030"/>
                  </a:cubicBezTo>
                  <a:cubicBezTo>
                    <a:pt x="381083" y="252727"/>
                    <a:pt x="395812" y="259080"/>
                    <a:pt x="414596" y="259080"/>
                  </a:cubicBezTo>
                  <a:close/>
                  <a:moveTo>
                    <a:pt x="536311" y="114681"/>
                  </a:moveTo>
                  <a:lnTo>
                    <a:pt x="536311" y="90297"/>
                  </a:lnTo>
                  <a:lnTo>
                    <a:pt x="659321" y="90297"/>
                  </a:lnTo>
                  <a:lnTo>
                    <a:pt x="659321" y="114681"/>
                  </a:lnTo>
                  <a:lnTo>
                    <a:pt x="536311" y="114681"/>
                  </a:lnTo>
                  <a:close/>
                  <a:moveTo>
                    <a:pt x="658560" y="254508"/>
                  </a:moveTo>
                  <a:lnTo>
                    <a:pt x="658560" y="280797"/>
                  </a:lnTo>
                  <a:cubicBezTo>
                    <a:pt x="654247" y="282064"/>
                    <a:pt x="649934" y="282959"/>
                    <a:pt x="645611" y="283464"/>
                  </a:cubicBezTo>
                  <a:cubicBezTo>
                    <a:pt x="641555" y="284226"/>
                    <a:pt x="636985" y="284607"/>
                    <a:pt x="631901" y="284607"/>
                  </a:cubicBezTo>
                  <a:cubicBezTo>
                    <a:pt x="614135" y="284607"/>
                    <a:pt x="599911" y="279530"/>
                    <a:pt x="589247" y="269367"/>
                  </a:cubicBezTo>
                  <a:cubicBezTo>
                    <a:pt x="578841" y="259204"/>
                    <a:pt x="573633" y="243964"/>
                    <a:pt x="573633" y="223647"/>
                  </a:cubicBezTo>
                  <a:lnTo>
                    <a:pt x="573633" y="41148"/>
                  </a:lnTo>
                  <a:lnTo>
                    <a:pt x="604481" y="30099"/>
                  </a:lnTo>
                  <a:lnTo>
                    <a:pt x="604481" y="219456"/>
                  </a:lnTo>
                  <a:cubicBezTo>
                    <a:pt x="604481" y="229619"/>
                    <a:pt x="605880" y="237487"/>
                    <a:pt x="608670" y="243078"/>
                  </a:cubicBezTo>
                  <a:cubicBezTo>
                    <a:pt x="611717" y="248669"/>
                    <a:pt x="615782" y="252603"/>
                    <a:pt x="620857" y="254889"/>
                  </a:cubicBezTo>
                  <a:cubicBezTo>
                    <a:pt x="625941" y="256918"/>
                    <a:pt x="631654" y="257937"/>
                    <a:pt x="637995" y="257937"/>
                  </a:cubicBezTo>
                  <a:cubicBezTo>
                    <a:pt x="641803" y="257937"/>
                    <a:pt x="645230" y="257680"/>
                    <a:pt x="648277" y="257175"/>
                  </a:cubicBezTo>
                  <a:cubicBezTo>
                    <a:pt x="651324" y="256670"/>
                    <a:pt x="654751" y="255775"/>
                    <a:pt x="658560" y="254508"/>
                  </a:cubicBezTo>
                  <a:close/>
                  <a:moveTo>
                    <a:pt x="673545" y="114681"/>
                  </a:moveTo>
                  <a:lnTo>
                    <a:pt x="673545" y="90297"/>
                  </a:lnTo>
                  <a:lnTo>
                    <a:pt x="788558" y="90297"/>
                  </a:lnTo>
                  <a:lnTo>
                    <a:pt x="788558" y="114681"/>
                  </a:lnTo>
                  <a:lnTo>
                    <a:pt x="673545" y="114681"/>
                  </a:lnTo>
                  <a:close/>
                  <a:moveTo>
                    <a:pt x="793889" y="29718"/>
                  </a:moveTo>
                  <a:cubicBezTo>
                    <a:pt x="786787" y="27689"/>
                    <a:pt x="780179" y="26670"/>
                    <a:pt x="774086" y="26670"/>
                  </a:cubicBezTo>
                  <a:cubicBezTo>
                    <a:pt x="767993" y="26670"/>
                    <a:pt x="762414" y="27813"/>
                    <a:pt x="757329" y="30099"/>
                  </a:cubicBezTo>
                  <a:cubicBezTo>
                    <a:pt x="752511" y="32128"/>
                    <a:pt x="748703" y="35938"/>
                    <a:pt x="745904" y="41529"/>
                  </a:cubicBezTo>
                  <a:cubicBezTo>
                    <a:pt x="743114" y="47120"/>
                    <a:pt x="741715" y="54864"/>
                    <a:pt x="741715" y="64770"/>
                  </a:cubicBezTo>
                  <a:lnTo>
                    <a:pt x="741715" y="281940"/>
                  </a:lnTo>
                  <a:lnTo>
                    <a:pt x="710867" y="281940"/>
                  </a:lnTo>
                  <a:lnTo>
                    <a:pt x="710867" y="60960"/>
                  </a:lnTo>
                  <a:cubicBezTo>
                    <a:pt x="710867" y="40386"/>
                    <a:pt x="715952" y="25146"/>
                    <a:pt x="726101" y="15240"/>
                  </a:cubicBezTo>
                  <a:cubicBezTo>
                    <a:pt x="736260" y="5077"/>
                    <a:pt x="750227" y="0"/>
                    <a:pt x="767993" y="0"/>
                  </a:cubicBezTo>
                  <a:cubicBezTo>
                    <a:pt x="772315" y="0"/>
                    <a:pt x="776628" y="257"/>
                    <a:pt x="780941" y="762"/>
                  </a:cubicBezTo>
                  <a:cubicBezTo>
                    <a:pt x="785263" y="1267"/>
                    <a:pt x="789576" y="2162"/>
                    <a:pt x="793889" y="3429"/>
                  </a:cubicBezTo>
                  <a:lnTo>
                    <a:pt x="793889" y="29718"/>
                  </a:lnTo>
                  <a:close/>
                  <a:moveTo>
                    <a:pt x="906255" y="284607"/>
                  </a:moveTo>
                  <a:cubicBezTo>
                    <a:pt x="887975" y="284607"/>
                    <a:pt x="871980" y="280540"/>
                    <a:pt x="858270" y="272415"/>
                  </a:cubicBezTo>
                  <a:cubicBezTo>
                    <a:pt x="844807" y="264290"/>
                    <a:pt x="834277" y="252860"/>
                    <a:pt x="826660" y="238125"/>
                  </a:cubicBezTo>
                  <a:cubicBezTo>
                    <a:pt x="819291" y="223142"/>
                    <a:pt x="815616" y="205483"/>
                    <a:pt x="815616" y="185166"/>
                  </a:cubicBezTo>
                  <a:cubicBezTo>
                    <a:pt x="815616" y="165097"/>
                    <a:pt x="819291" y="147571"/>
                    <a:pt x="826660" y="132588"/>
                  </a:cubicBezTo>
                  <a:cubicBezTo>
                    <a:pt x="834277" y="117605"/>
                    <a:pt x="844807" y="106042"/>
                    <a:pt x="858270" y="97917"/>
                  </a:cubicBezTo>
                  <a:cubicBezTo>
                    <a:pt x="871980" y="89792"/>
                    <a:pt x="887975" y="85725"/>
                    <a:pt x="906255" y="85725"/>
                  </a:cubicBezTo>
                  <a:cubicBezTo>
                    <a:pt x="924535" y="85725"/>
                    <a:pt x="940397" y="89792"/>
                    <a:pt x="953859" y="97917"/>
                  </a:cubicBezTo>
                  <a:cubicBezTo>
                    <a:pt x="967569" y="106042"/>
                    <a:pt x="978100" y="117605"/>
                    <a:pt x="985469" y="132588"/>
                  </a:cubicBezTo>
                  <a:cubicBezTo>
                    <a:pt x="993085" y="147571"/>
                    <a:pt x="996894" y="165097"/>
                    <a:pt x="996894" y="185166"/>
                  </a:cubicBezTo>
                  <a:cubicBezTo>
                    <a:pt x="996894" y="205483"/>
                    <a:pt x="993085" y="223142"/>
                    <a:pt x="985469" y="238125"/>
                  </a:cubicBezTo>
                  <a:cubicBezTo>
                    <a:pt x="978100" y="252860"/>
                    <a:pt x="967569" y="264290"/>
                    <a:pt x="953859" y="272415"/>
                  </a:cubicBezTo>
                  <a:cubicBezTo>
                    <a:pt x="940397" y="280540"/>
                    <a:pt x="924535" y="284607"/>
                    <a:pt x="906255" y="284607"/>
                  </a:cubicBezTo>
                  <a:close/>
                  <a:moveTo>
                    <a:pt x="906255" y="259080"/>
                  </a:moveTo>
                  <a:cubicBezTo>
                    <a:pt x="925040" y="259080"/>
                    <a:pt x="939511" y="252860"/>
                    <a:pt x="949670" y="240411"/>
                  </a:cubicBezTo>
                  <a:cubicBezTo>
                    <a:pt x="960076" y="227714"/>
                    <a:pt x="965284" y="209293"/>
                    <a:pt x="965284" y="185166"/>
                  </a:cubicBezTo>
                  <a:cubicBezTo>
                    <a:pt x="965284" y="161544"/>
                    <a:pt x="960076" y="143380"/>
                    <a:pt x="949670" y="130683"/>
                  </a:cubicBezTo>
                  <a:cubicBezTo>
                    <a:pt x="939254" y="117986"/>
                    <a:pt x="924782" y="111633"/>
                    <a:pt x="906255" y="111633"/>
                  </a:cubicBezTo>
                  <a:cubicBezTo>
                    <a:pt x="887717" y="111633"/>
                    <a:pt x="873122" y="117986"/>
                    <a:pt x="862459" y="130683"/>
                  </a:cubicBezTo>
                  <a:cubicBezTo>
                    <a:pt x="852043" y="143380"/>
                    <a:pt x="846845" y="161544"/>
                    <a:pt x="846845" y="185166"/>
                  </a:cubicBezTo>
                  <a:cubicBezTo>
                    <a:pt x="846845" y="209293"/>
                    <a:pt x="851919" y="227714"/>
                    <a:pt x="862078" y="240411"/>
                  </a:cubicBezTo>
                  <a:cubicBezTo>
                    <a:pt x="872484" y="252860"/>
                    <a:pt x="887213" y="259080"/>
                    <a:pt x="906255" y="259080"/>
                  </a:cubicBezTo>
                  <a:close/>
                  <a:moveTo>
                    <a:pt x="1044974" y="281940"/>
                  </a:moveTo>
                  <a:lnTo>
                    <a:pt x="1044974" y="144018"/>
                  </a:lnTo>
                  <a:cubicBezTo>
                    <a:pt x="1044974" y="135131"/>
                    <a:pt x="1044727" y="126235"/>
                    <a:pt x="1044212" y="117348"/>
                  </a:cubicBezTo>
                  <a:cubicBezTo>
                    <a:pt x="1043965" y="108204"/>
                    <a:pt x="1043203" y="99184"/>
                    <a:pt x="1041927" y="90297"/>
                  </a:cubicBezTo>
                  <a:lnTo>
                    <a:pt x="1071252" y="90297"/>
                  </a:lnTo>
                  <a:lnTo>
                    <a:pt x="1075441" y="137541"/>
                  </a:lnTo>
                  <a:lnTo>
                    <a:pt x="1071252" y="136398"/>
                  </a:lnTo>
                  <a:cubicBezTo>
                    <a:pt x="1074812" y="119634"/>
                    <a:pt x="1082429" y="107061"/>
                    <a:pt x="1094102" y="98679"/>
                  </a:cubicBezTo>
                  <a:cubicBezTo>
                    <a:pt x="1106041" y="90040"/>
                    <a:pt x="1119371" y="85725"/>
                    <a:pt x="1134089" y="85725"/>
                  </a:cubicBezTo>
                  <a:cubicBezTo>
                    <a:pt x="1137393" y="85725"/>
                    <a:pt x="1140440" y="85982"/>
                    <a:pt x="1143230" y="86487"/>
                  </a:cubicBezTo>
                  <a:cubicBezTo>
                    <a:pt x="1146276" y="86744"/>
                    <a:pt x="1149076" y="87249"/>
                    <a:pt x="1151608" y="88011"/>
                  </a:cubicBezTo>
                  <a:lnTo>
                    <a:pt x="1150846" y="116205"/>
                  </a:lnTo>
                  <a:cubicBezTo>
                    <a:pt x="1145010" y="114176"/>
                    <a:pt x="1138279" y="113157"/>
                    <a:pt x="1130662" y="113157"/>
                  </a:cubicBezTo>
                  <a:cubicBezTo>
                    <a:pt x="1117466" y="113157"/>
                    <a:pt x="1106803" y="116081"/>
                    <a:pt x="1098672" y="121920"/>
                  </a:cubicBezTo>
                  <a:cubicBezTo>
                    <a:pt x="1090808" y="127759"/>
                    <a:pt x="1084962" y="135255"/>
                    <a:pt x="1081153" y="144399"/>
                  </a:cubicBezTo>
                  <a:cubicBezTo>
                    <a:pt x="1077602" y="153286"/>
                    <a:pt x="1075822" y="162687"/>
                    <a:pt x="1075822" y="172593"/>
                  </a:cubicBezTo>
                  <a:lnTo>
                    <a:pt x="1075822" y="281940"/>
                  </a:lnTo>
                  <a:lnTo>
                    <a:pt x="1044974" y="281940"/>
                  </a:lnTo>
                  <a:close/>
                  <a:moveTo>
                    <a:pt x="1182951" y="281940"/>
                  </a:moveTo>
                  <a:lnTo>
                    <a:pt x="1182951" y="144018"/>
                  </a:lnTo>
                  <a:cubicBezTo>
                    <a:pt x="1182951" y="135131"/>
                    <a:pt x="1182703" y="126235"/>
                    <a:pt x="1182189" y="117348"/>
                  </a:cubicBezTo>
                  <a:cubicBezTo>
                    <a:pt x="1181941" y="108204"/>
                    <a:pt x="1181180" y="99184"/>
                    <a:pt x="1179904" y="90297"/>
                  </a:cubicBezTo>
                  <a:lnTo>
                    <a:pt x="1209228" y="90297"/>
                  </a:lnTo>
                  <a:lnTo>
                    <a:pt x="1212656" y="129921"/>
                  </a:lnTo>
                  <a:lnTo>
                    <a:pt x="1208847" y="132588"/>
                  </a:lnTo>
                  <a:cubicBezTo>
                    <a:pt x="1213418" y="117605"/>
                    <a:pt x="1221291" y="106042"/>
                    <a:pt x="1232459" y="97917"/>
                  </a:cubicBezTo>
                  <a:cubicBezTo>
                    <a:pt x="1243885" y="89792"/>
                    <a:pt x="1257347" y="85725"/>
                    <a:pt x="1272828" y="85725"/>
                  </a:cubicBezTo>
                  <a:cubicBezTo>
                    <a:pt x="1291365" y="85725"/>
                    <a:pt x="1305713" y="90297"/>
                    <a:pt x="1315862" y="99441"/>
                  </a:cubicBezTo>
                  <a:cubicBezTo>
                    <a:pt x="1326278" y="108585"/>
                    <a:pt x="1332876" y="122558"/>
                    <a:pt x="1335665" y="141351"/>
                  </a:cubicBezTo>
                  <a:lnTo>
                    <a:pt x="1326526" y="136398"/>
                  </a:lnTo>
                  <a:cubicBezTo>
                    <a:pt x="1330591" y="120901"/>
                    <a:pt x="1338712" y="108585"/>
                    <a:pt x="1350899" y="99441"/>
                  </a:cubicBezTo>
                  <a:cubicBezTo>
                    <a:pt x="1363343" y="90297"/>
                    <a:pt x="1378196" y="85725"/>
                    <a:pt x="1395457" y="85725"/>
                  </a:cubicBezTo>
                  <a:cubicBezTo>
                    <a:pt x="1416536" y="85725"/>
                    <a:pt x="1432398" y="92078"/>
                    <a:pt x="1443061" y="104775"/>
                  </a:cubicBezTo>
                  <a:cubicBezTo>
                    <a:pt x="1453725" y="117224"/>
                    <a:pt x="1459056" y="136141"/>
                    <a:pt x="1459056" y="161544"/>
                  </a:cubicBezTo>
                  <a:lnTo>
                    <a:pt x="1459056" y="281940"/>
                  </a:lnTo>
                  <a:lnTo>
                    <a:pt x="1428209" y="281940"/>
                  </a:lnTo>
                  <a:lnTo>
                    <a:pt x="1428209" y="163068"/>
                  </a:lnTo>
                  <a:cubicBezTo>
                    <a:pt x="1428209" y="145285"/>
                    <a:pt x="1425038" y="132331"/>
                    <a:pt x="1418688" y="124206"/>
                  </a:cubicBezTo>
                  <a:cubicBezTo>
                    <a:pt x="1412347" y="115824"/>
                    <a:pt x="1402312" y="111633"/>
                    <a:pt x="1388602" y="111633"/>
                  </a:cubicBezTo>
                  <a:cubicBezTo>
                    <a:pt x="1372607" y="111633"/>
                    <a:pt x="1359915" y="117091"/>
                    <a:pt x="1350518" y="128016"/>
                  </a:cubicBezTo>
                  <a:cubicBezTo>
                    <a:pt x="1341378" y="138941"/>
                    <a:pt x="1336808" y="153800"/>
                    <a:pt x="1336808" y="172593"/>
                  </a:cubicBezTo>
                  <a:lnTo>
                    <a:pt x="1336808" y="281940"/>
                  </a:lnTo>
                  <a:lnTo>
                    <a:pt x="1305960" y="281940"/>
                  </a:lnTo>
                  <a:lnTo>
                    <a:pt x="1305960" y="163068"/>
                  </a:lnTo>
                  <a:cubicBezTo>
                    <a:pt x="1305960" y="145285"/>
                    <a:pt x="1302666" y="132331"/>
                    <a:pt x="1296059" y="124206"/>
                  </a:cubicBezTo>
                  <a:cubicBezTo>
                    <a:pt x="1289718" y="115824"/>
                    <a:pt x="1279683" y="111633"/>
                    <a:pt x="1265973" y="111633"/>
                  </a:cubicBezTo>
                  <a:cubicBezTo>
                    <a:pt x="1249730" y="111633"/>
                    <a:pt x="1236906" y="117091"/>
                    <a:pt x="1227508" y="128016"/>
                  </a:cubicBezTo>
                  <a:cubicBezTo>
                    <a:pt x="1218368" y="138941"/>
                    <a:pt x="1213798" y="153800"/>
                    <a:pt x="1213798" y="172593"/>
                  </a:cubicBezTo>
                  <a:lnTo>
                    <a:pt x="1213798" y="281940"/>
                  </a:lnTo>
                  <a:lnTo>
                    <a:pt x="1182951" y="2819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g12709bdffa8_0_2950"/>
            <p:cNvSpPr/>
            <p:nvPr/>
          </p:nvSpPr>
          <p:spPr>
            <a:xfrm>
              <a:off x="4527854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g12709bdffa8_0_2950"/>
            <p:cNvSpPr/>
            <p:nvPr/>
          </p:nvSpPr>
          <p:spPr>
            <a:xfrm>
              <a:off x="1919132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43" name="Google Shape;543;g12709bdffa8_0_29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0826" y="1944076"/>
            <a:ext cx="5940056" cy="3486911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g12709bdffa8_0_2950"/>
          <p:cNvSpPr txBox="1"/>
          <p:nvPr>
            <p:ph idx="1" type="body"/>
          </p:nvPr>
        </p:nvSpPr>
        <p:spPr>
          <a:xfrm>
            <a:off x="155786" y="6472155"/>
            <a:ext cx="5940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 2">
    <p:bg>
      <p:bgPr>
        <a:solidFill>
          <a:srgbClr val="245893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g12709bdffa8_0_29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42402" y="1690688"/>
            <a:ext cx="6449600" cy="4388381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g12709bdffa8_0_2970"/>
          <p:cNvSpPr txBox="1"/>
          <p:nvPr>
            <p:ph idx="1" type="body"/>
          </p:nvPr>
        </p:nvSpPr>
        <p:spPr>
          <a:xfrm>
            <a:off x="155786" y="6472155"/>
            <a:ext cx="5940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8" name="Google Shape;548;g12709bdffa8_0_2970"/>
          <p:cNvSpPr txBox="1"/>
          <p:nvPr>
            <p:ph type="title"/>
          </p:nvPr>
        </p:nvSpPr>
        <p:spPr>
          <a:xfrm>
            <a:off x="155786" y="1191528"/>
            <a:ext cx="5054700" cy="48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Rokkitt"/>
              <a:buNone/>
              <a:defRPr b="1" sz="3200">
                <a:solidFill>
                  <a:schemeClr val="dk2"/>
                </a:solidFill>
                <a:latin typeface="Rokkitt"/>
                <a:ea typeface="Rokkitt"/>
                <a:cs typeface="Rokkitt"/>
                <a:sym typeface="Rokkit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49" name="Google Shape;549;g12709bdffa8_0_2970"/>
          <p:cNvGrpSpPr/>
          <p:nvPr/>
        </p:nvGrpSpPr>
        <p:grpSpPr>
          <a:xfrm>
            <a:off x="300945" y="308243"/>
            <a:ext cx="2012792" cy="571765"/>
            <a:chOff x="338666" y="4303183"/>
            <a:chExt cx="7340599" cy="2085212"/>
          </a:xfrm>
        </p:grpSpPr>
        <p:sp>
          <p:nvSpPr>
            <p:cNvPr id="550" name="Google Shape;550;g12709bdffa8_0_2970"/>
            <p:cNvSpPr/>
            <p:nvPr/>
          </p:nvSpPr>
          <p:spPr>
            <a:xfrm>
              <a:off x="338666" y="4817769"/>
              <a:ext cx="931067" cy="1085156"/>
            </a:xfrm>
            <a:custGeom>
              <a:rect b="b" l="l" r="r" t="t"/>
              <a:pathLst>
                <a:path extrusionOk="0" h="1085156" w="931067">
                  <a:moveTo>
                    <a:pt x="266668" y="724502"/>
                  </a:moveTo>
                  <a:lnTo>
                    <a:pt x="0" y="724502"/>
                  </a:lnTo>
                  <a:cubicBezTo>
                    <a:pt x="0" y="847803"/>
                    <a:pt x="39462" y="937691"/>
                    <a:pt x="117749" y="995117"/>
                  </a:cubicBezTo>
                  <a:cubicBezTo>
                    <a:pt x="188382" y="1054534"/>
                    <a:pt x="298318" y="1085157"/>
                    <a:pt x="451383" y="1085157"/>
                  </a:cubicBezTo>
                  <a:cubicBezTo>
                    <a:pt x="735511" y="1085157"/>
                    <a:pt x="931068" y="993278"/>
                    <a:pt x="931068" y="736551"/>
                  </a:cubicBezTo>
                  <a:cubicBezTo>
                    <a:pt x="931068" y="663885"/>
                    <a:pt x="908108" y="599124"/>
                    <a:pt x="860036" y="546727"/>
                  </a:cubicBezTo>
                  <a:cubicBezTo>
                    <a:pt x="804550" y="492016"/>
                    <a:pt x="691505" y="445600"/>
                    <a:pt x="507268" y="409227"/>
                  </a:cubicBezTo>
                  <a:cubicBezTo>
                    <a:pt x="364487" y="382909"/>
                    <a:pt x="294252" y="340558"/>
                    <a:pt x="294252" y="285925"/>
                  </a:cubicBezTo>
                  <a:cubicBezTo>
                    <a:pt x="294252" y="231452"/>
                    <a:pt x="348064" y="203059"/>
                    <a:pt x="455529" y="203059"/>
                  </a:cubicBezTo>
                  <a:cubicBezTo>
                    <a:pt x="546571" y="203059"/>
                    <a:pt x="602376" y="229378"/>
                    <a:pt x="621111" y="275875"/>
                  </a:cubicBezTo>
                  <a:cubicBezTo>
                    <a:pt x="637534" y="318386"/>
                    <a:pt x="678032" y="340558"/>
                    <a:pt x="737424" y="342631"/>
                  </a:cubicBezTo>
                  <a:lnTo>
                    <a:pt x="898542" y="342631"/>
                  </a:lnTo>
                  <a:cubicBezTo>
                    <a:pt x="892802" y="231452"/>
                    <a:pt x="852463" y="146910"/>
                    <a:pt x="777764" y="86934"/>
                  </a:cubicBezTo>
                  <a:cubicBezTo>
                    <a:pt x="701151" y="28951"/>
                    <a:pt x="592251" y="0"/>
                    <a:pt x="451543" y="0"/>
                  </a:cubicBezTo>
                  <a:cubicBezTo>
                    <a:pt x="206080" y="3908"/>
                    <a:pt x="29577" y="108388"/>
                    <a:pt x="29577" y="334417"/>
                  </a:cubicBezTo>
                  <a:cubicBezTo>
                    <a:pt x="31649" y="502141"/>
                    <a:pt x="149159" y="607421"/>
                    <a:pt x="383141" y="649693"/>
                  </a:cubicBezTo>
                  <a:cubicBezTo>
                    <a:pt x="571284" y="682230"/>
                    <a:pt x="666472" y="726578"/>
                    <a:pt x="666472" y="781214"/>
                  </a:cubicBezTo>
                  <a:cubicBezTo>
                    <a:pt x="666472" y="849880"/>
                    <a:pt x="608515" y="882103"/>
                    <a:pt x="492679" y="882103"/>
                  </a:cubicBezTo>
                  <a:cubicBezTo>
                    <a:pt x="358348" y="882103"/>
                    <a:pt x="272648" y="841907"/>
                    <a:pt x="266668" y="7245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g12709bdffa8_0_2970"/>
            <p:cNvSpPr/>
            <p:nvPr/>
          </p:nvSpPr>
          <p:spPr>
            <a:xfrm>
              <a:off x="1374890" y="4819443"/>
              <a:ext cx="1517750" cy="1067689"/>
            </a:xfrm>
            <a:custGeom>
              <a:rect b="b" l="l" r="r" t="t"/>
              <a:pathLst>
                <a:path extrusionOk="0" h="1067689" w="1517750">
                  <a:moveTo>
                    <a:pt x="448672" y="223396"/>
                  </a:moveTo>
                  <a:cubicBezTo>
                    <a:pt x="569444" y="223396"/>
                    <a:pt x="630673" y="277471"/>
                    <a:pt x="636890" y="387375"/>
                  </a:cubicBezTo>
                  <a:lnTo>
                    <a:pt x="636890" y="1063784"/>
                  </a:lnTo>
                  <a:lnTo>
                    <a:pt x="880920" y="1063784"/>
                  </a:lnTo>
                  <a:lnTo>
                    <a:pt x="880920" y="391522"/>
                  </a:lnTo>
                  <a:cubicBezTo>
                    <a:pt x="882995" y="281379"/>
                    <a:pt x="944138" y="227305"/>
                    <a:pt x="1064996" y="227305"/>
                  </a:cubicBezTo>
                  <a:cubicBezTo>
                    <a:pt x="1185778" y="227305"/>
                    <a:pt x="1246998" y="281379"/>
                    <a:pt x="1253139" y="391522"/>
                  </a:cubicBezTo>
                  <a:lnTo>
                    <a:pt x="1253139" y="935778"/>
                  </a:lnTo>
                  <a:cubicBezTo>
                    <a:pt x="1253139" y="1019760"/>
                    <a:pt x="1296268" y="1061794"/>
                    <a:pt x="1382527" y="1067690"/>
                  </a:cubicBezTo>
                  <a:lnTo>
                    <a:pt x="1517733" y="1067690"/>
                  </a:lnTo>
                  <a:lnTo>
                    <a:pt x="1517733" y="445517"/>
                  </a:lnTo>
                  <a:cubicBezTo>
                    <a:pt x="1519571" y="146911"/>
                    <a:pt x="1372645" y="3669"/>
                    <a:pt x="1069062" y="3669"/>
                  </a:cubicBezTo>
                  <a:cubicBezTo>
                    <a:pt x="930028" y="3669"/>
                    <a:pt x="829973" y="30387"/>
                    <a:pt x="760699" y="85897"/>
                  </a:cubicBezTo>
                  <a:cubicBezTo>
                    <a:pt x="691502" y="28553"/>
                    <a:pt x="591847" y="0"/>
                    <a:pt x="452737" y="0"/>
                  </a:cubicBezTo>
                  <a:cubicBezTo>
                    <a:pt x="148992" y="0"/>
                    <a:pt x="0" y="143242"/>
                    <a:pt x="0" y="441449"/>
                  </a:cubicBezTo>
                  <a:lnTo>
                    <a:pt x="0" y="1063784"/>
                  </a:lnTo>
                  <a:lnTo>
                    <a:pt x="264509" y="1063784"/>
                  </a:lnTo>
                  <a:lnTo>
                    <a:pt x="264509" y="387375"/>
                  </a:lnTo>
                  <a:cubicBezTo>
                    <a:pt x="266747" y="277471"/>
                    <a:pt x="327890" y="223396"/>
                    <a:pt x="448672" y="2233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g12709bdffa8_0_2970"/>
            <p:cNvSpPr/>
            <p:nvPr/>
          </p:nvSpPr>
          <p:spPr>
            <a:xfrm>
              <a:off x="3018422" y="4817769"/>
              <a:ext cx="880929" cy="1069283"/>
            </a:xfrm>
            <a:custGeom>
              <a:rect b="b" l="l" r="r" t="t"/>
              <a:pathLst>
                <a:path extrusionOk="0" h="1069283" w="880929">
                  <a:moveTo>
                    <a:pt x="450909" y="203059"/>
                  </a:moveTo>
                  <a:cubicBezTo>
                    <a:pt x="567140" y="203059"/>
                    <a:pt x="626293" y="232648"/>
                    <a:pt x="632672" y="291907"/>
                  </a:cubicBezTo>
                  <a:cubicBezTo>
                    <a:pt x="632672" y="349012"/>
                    <a:pt x="571443" y="382510"/>
                    <a:pt x="450909" y="396308"/>
                  </a:cubicBezTo>
                  <a:cubicBezTo>
                    <a:pt x="176822" y="421989"/>
                    <a:pt x="5503" y="489301"/>
                    <a:pt x="0" y="739732"/>
                  </a:cubicBezTo>
                  <a:cubicBezTo>
                    <a:pt x="0" y="970552"/>
                    <a:pt x="163912" y="1086833"/>
                    <a:pt x="421566" y="1067135"/>
                  </a:cubicBezTo>
                  <a:cubicBezTo>
                    <a:pt x="714466" y="1047438"/>
                    <a:pt x="880929" y="919183"/>
                    <a:pt x="880929" y="631186"/>
                  </a:cubicBezTo>
                  <a:lnTo>
                    <a:pt x="880929" y="276035"/>
                  </a:lnTo>
                  <a:cubicBezTo>
                    <a:pt x="875188" y="89406"/>
                    <a:pt x="735279" y="0"/>
                    <a:pt x="438475" y="0"/>
                  </a:cubicBezTo>
                  <a:cubicBezTo>
                    <a:pt x="188228" y="0"/>
                    <a:pt x="59639" y="89406"/>
                    <a:pt x="29819" y="276035"/>
                  </a:cubicBezTo>
                  <a:lnTo>
                    <a:pt x="282056" y="276035"/>
                  </a:lnTo>
                  <a:cubicBezTo>
                    <a:pt x="296804" y="226746"/>
                    <a:pt x="351730" y="203059"/>
                    <a:pt x="450909" y="203059"/>
                  </a:cubicBezTo>
                  <a:close/>
                  <a:moveTo>
                    <a:pt x="385615" y="854023"/>
                  </a:moveTo>
                  <a:cubicBezTo>
                    <a:pt x="296804" y="854023"/>
                    <a:pt x="250409" y="814551"/>
                    <a:pt x="244030" y="731760"/>
                  </a:cubicBezTo>
                  <a:cubicBezTo>
                    <a:pt x="244030" y="654874"/>
                    <a:pt x="300955" y="605582"/>
                    <a:pt x="412959" y="585808"/>
                  </a:cubicBezTo>
                  <a:cubicBezTo>
                    <a:pt x="495314" y="570016"/>
                    <a:pt x="571529" y="548404"/>
                    <a:pt x="636899" y="522724"/>
                  </a:cubicBezTo>
                  <a:lnTo>
                    <a:pt x="636899" y="619308"/>
                  </a:lnTo>
                  <a:cubicBezTo>
                    <a:pt x="636814" y="767250"/>
                    <a:pt x="541872" y="854023"/>
                    <a:pt x="385615" y="8540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g12709bdffa8_0_2970"/>
            <p:cNvSpPr/>
            <p:nvPr/>
          </p:nvSpPr>
          <p:spPr>
            <a:xfrm>
              <a:off x="5216460" y="4303183"/>
              <a:ext cx="408455" cy="1583837"/>
            </a:xfrm>
            <a:custGeom>
              <a:rect b="b" l="l" r="r" t="t"/>
              <a:pathLst>
                <a:path extrusionOk="0" h="1583837" w="408455">
                  <a:moveTo>
                    <a:pt x="244078" y="292465"/>
                  </a:moveTo>
                  <a:lnTo>
                    <a:pt x="244078" y="129683"/>
                  </a:lnTo>
                  <a:cubicBezTo>
                    <a:pt x="244078" y="62050"/>
                    <a:pt x="190904" y="0"/>
                    <a:pt x="126647" y="0"/>
                  </a:cubicBezTo>
                  <a:lnTo>
                    <a:pt x="48" y="0"/>
                  </a:lnTo>
                  <a:lnTo>
                    <a:pt x="48" y="1388707"/>
                  </a:lnTo>
                  <a:cubicBezTo>
                    <a:pt x="-1704" y="1505236"/>
                    <a:pt x="44215" y="1566253"/>
                    <a:pt x="139958" y="1576140"/>
                  </a:cubicBezTo>
                  <a:cubicBezTo>
                    <a:pt x="235938" y="1586027"/>
                    <a:pt x="325872" y="1586027"/>
                    <a:pt x="408456" y="1578216"/>
                  </a:cubicBezTo>
                  <a:lnTo>
                    <a:pt x="408456" y="1378820"/>
                  </a:lnTo>
                  <a:lnTo>
                    <a:pt x="329776" y="1378820"/>
                  </a:lnTo>
                  <a:cubicBezTo>
                    <a:pt x="269747" y="1378820"/>
                    <a:pt x="244078" y="1354017"/>
                    <a:pt x="244078" y="1308402"/>
                  </a:cubicBezTo>
                  <a:lnTo>
                    <a:pt x="244078" y="700816"/>
                  </a:lnTo>
                  <a:lnTo>
                    <a:pt x="244078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g12709bdffa8_0_2970"/>
            <p:cNvSpPr/>
            <p:nvPr/>
          </p:nvSpPr>
          <p:spPr>
            <a:xfrm>
              <a:off x="5647957" y="4819443"/>
              <a:ext cx="942548" cy="1081815"/>
            </a:xfrm>
            <a:custGeom>
              <a:rect b="b" l="l" r="r" t="t"/>
              <a:pathLst>
                <a:path extrusionOk="0" h="1081815" w="942548">
                  <a:moveTo>
                    <a:pt x="474350" y="223396"/>
                  </a:moveTo>
                  <a:cubicBezTo>
                    <a:pt x="610108" y="223396"/>
                    <a:pt x="677954" y="326920"/>
                    <a:pt x="677954" y="535718"/>
                  </a:cubicBezTo>
                  <a:cubicBezTo>
                    <a:pt x="676040" y="748907"/>
                    <a:pt x="608042" y="858416"/>
                    <a:pt x="472274" y="858416"/>
                  </a:cubicBezTo>
                  <a:cubicBezTo>
                    <a:pt x="336507" y="858416"/>
                    <a:pt x="266432" y="752822"/>
                    <a:pt x="264595" y="544015"/>
                  </a:cubicBezTo>
                  <a:cubicBezTo>
                    <a:pt x="264681" y="330908"/>
                    <a:pt x="334431" y="223396"/>
                    <a:pt x="474350" y="223396"/>
                  </a:cubicBezTo>
                  <a:close/>
                  <a:moveTo>
                    <a:pt x="474350" y="0"/>
                  </a:moveTo>
                  <a:cubicBezTo>
                    <a:pt x="156733" y="0"/>
                    <a:pt x="0" y="173868"/>
                    <a:pt x="0" y="544015"/>
                  </a:cubicBezTo>
                  <a:cubicBezTo>
                    <a:pt x="0" y="908984"/>
                    <a:pt x="156733" y="1081815"/>
                    <a:pt x="474350" y="1081815"/>
                  </a:cubicBezTo>
                  <a:cubicBezTo>
                    <a:pt x="788206" y="1081815"/>
                    <a:pt x="942549" y="908898"/>
                    <a:pt x="942549" y="544015"/>
                  </a:cubicBezTo>
                  <a:cubicBezTo>
                    <a:pt x="942549" y="173947"/>
                    <a:pt x="788206" y="0"/>
                    <a:pt x="474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g12709bdffa8_0_2970"/>
            <p:cNvSpPr/>
            <p:nvPr/>
          </p:nvSpPr>
          <p:spPr>
            <a:xfrm>
              <a:off x="6716152" y="4817830"/>
              <a:ext cx="963113" cy="1497041"/>
            </a:xfrm>
            <a:custGeom>
              <a:rect b="b" l="l" r="r" t="t"/>
              <a:pathLst>
                <a:path extrusionOk="0" h="1497041" w="963113">
                  <a:moveTo>
                    <a:pt x="414073" y="1083504"/>
                  </a:moveTo>
                  <a:cubicBezTo>
                    <a:pt x="547365" y="1083504"/>
                    <a:pt x="650524" y="1033974"/>
                    <a:pt x="719084" y="934438"/>
                  </a:cubicBezTo>
                  <a:lnTo>
                    <a:pt x="719084" y="1037641"/>
                  </a:lnTo>
                  <a:cubicBezTo>
                    <a:pt x="719084" y="1206805"/>
                    <a:pt x="646382" y="1293978"/>
                    <a:pt x="505036" y="1293978"/>
                  </a:cubicBezTo>
                  <a:cubicBezTo>
                    <a:pt x="393898" y="1293978"/>
                    <a:pt x="331156" y="1255697"/>
                    <a:pt x="313142" y="1174983"/>
                  </a:cubicBezTo>
                  <a:lnTo>
                    <a:pt x="27183" y="1174983"/>
                  </a:lnTo>
                  <a:cubicBezTo>
                    <a:pt x="86973" y="1395505"/>
                    <a:pt x="233585" y="1497042"/>
                    <a:pt x="474578" y="1497042"/>
                  </a:cubicBezTo>
                  <a:cubicBezTo>
                    <a:pt x="807733" y="1491536"/>
                    <a:pt x="963114" y="1370226"/>
                    <a:pt x="963114" y="1100649"/>
                  </a:cubicBezTo>
                  <a:lnTo>
                    <a:pt x="963114" y="465398"/>
                  </a:lnTo>
                  <a:cubicBezTo>
                    <a:pt x="963114" y="140866"/>
                    <a:pt x="809732" y="-1817"/>
                    <a:pt x="484861" y="17"/>
                  </a:cubicBezTo>
                  <a:cubicBezTo>
                    <a:pt x="158485" y="5601"/>
                    <a:pt x="0" y="166548"/>
                    <a:pt x="0" y="530559"/>
                  </a:cubicBezTo>
                  <a:cubicBezTo>
                    <a:pt x="76" y="907720"/>
                    <a:pt x="135283" y="1083504"/>
                    <a:pt x="414073" y="1083504"/>
                  </a:cubicBezTo>
                  <a:close/>
                  <a:moveTo>
                    <a:pt x="488850" y="860105"/>
                  </a:moveTo>
                  <a:cubicBezTo>
                    <a:pt x="343437" y="860105"/>
                    <a:pt x="270650" y="753073"/>
                    <a:pt x="264671" y="538846"/>
                  </a:cubicBezTo>
                  <a:cubicBezTo>
                    <a:pt x="264671" y="314177"/>
                    <a:pt x="339448" y="202997"/>
                    <a:pt x="492915" y="202997"/>
                  </a:cubicBezTo>
                  <a:cubicBezTo>
                    <a:pt x="646382" y="202997"/>
                    <a:pt x="720922" y="314177"/>
                    <a:pt x="719084" y="538846"/>
                  </a:cubicBezTo>
                  <a:cubicBezTo>
                    <a:pt x="711115" y="753073"/>
                    <a:pt x="634263" y="860105"/>
                    <a:pt x="488850" y="8601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g12709bdffa8_0_2970"/>
            <p:cNvSpPr/>
            <p:nvPr/>
          </p:nvSpPr>
          <p:spPr>
            <a:xfrm>
              <a:off x="4661889" y="4843290"/>
              <a:ext cx="419889" cy="1039937"/>
            </a:xfrm>
            <a:custGeom>
              <a:rect b="b" l="l" r="r" t="t"/>
              <a:pathLst>
                <a:path extrusionOk="0" h="1039937" w="419889">
                  <a:moveTo>
                    <a:pt x="0" y="1039938"/>
                  </a:moveTo>
                  <a:lnTo>
                    <a:pt x="264595" y="1039938"/>
                  </a:lnTo>
                  <a:lnTo>
                    <a:pt x="264595" y="492412"/>
                  </a:lnTo>
                  <a:cubicBezTo>
                    <a:pt x="264595" y="363368"/>
                    <a:pt x="316331" y="20497"/>
                    <a:pt x="419890" y="0"/>
                  </a:cubicBezTo>
                  <a:cubicBezTo>
                    <a:pt x="146841" y="33737"/>
                    <a:pt x="6931" y="198992"/>
                    <a:pt x="0" y="496403"/>
                  </a:cubicBezTo>
                  <a:lnTo>
                    <a:pt x="0" y="10399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g12709bdffa8_0_2970"/>
            <p:cNvSpPr/>
            <p:nvPr/>
          </p:nvSpPr>
          <p:spPr>
            <a:xfrm>
              <a:off x="4661889" y="4488137"/>
              <a:ext cx="244020" cy="471437"/>
            </a:xfrm>
            <a:custGeom>
              <a:rect b="b" l="l" r="r" t="t"/>
              <a:pathLst>
                <a:path extrusionOk="0" h="471437" w="244020">
                  <a:moveTo>
                    <a:pt x="244020" y="292465"/>
                  </a:moveTo>
                  <a:lnTo>
                    <a:pt x="244020" y="129683"/>
                  </a:lnTo>
                  <a:cubicBezTo>
                    <a:pt x="244020" y="62050"/>
                    <a:pt x="190846" y="0"/>
                    <a:pt x="126513" y="0"/>
                  </a:cubicBezTo>
                  <a:lnTo>
                    <a:pt x="0" y="0"/>
                  </a:lnTo>
                  <a:lnTo>
                    <a:pt x="152" y="471438"/>
                  </a:lnTo>
                  <a:lnTo>
                    <a:pt x="244020" y="471438"/>
                  </a:lnTo>
                  <a:lnTo>
                    <a:pt x="244020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g12709bdffa8_0_2970"/>
            <p:cNvSpPr/>
            <p:nvPr/>
          </p:nvSpPr>
          <p:spPr>
            <a:xfrm>
              <a:off x="4025065" y="4842652"/>
              <a:ext cx="522658" cy="1040575"/>
            </a:xfrm>
            <a:custGeom>
              <a:rect b="b" l="l" r="r" t="t"/>
              <a:pathLst>
                <a:path extrusionOk="0" h="1040575" w="522658">
                  <a:moveTo>
                    <a:pt x="0" y="1040576"/>
                  </a:moveTo>
                  <a:lnTo>
                    <a:pt x="264604" y="1040576"/>
                  </a:lnTo>
                  <a:lnTo>
                    <a:pt x="264604" y="493050"/>
                  </a:lnTo>
                  <a:cubicBezTo>
                    <a:pt x="264604" y="339762"/>
                    <a:pt x="337544" y="262078"/>
                    <a:pt x="483356" y="262078"/>
                  </a:cubicBezTo>
                  <a:lnTo>
                    <a:pt x="522658" y="262078"/>
                  </a:lnTo>
                  <a:lnTo>
                    <a:pt x="522658" y="0"/>
                  </a:lnTo>
                  <a:cubicBezTo>
                    <a:pt x="214534" y="21774"/>
                    <a:pt x="7417" y="184795"/>
                    <a:pt x="86" y="496955"/>
                  </a:cubicBezTo>
                  <a:lnTo>
                    <a:pt x="86" y="1040576"/>
                  </a:lnTo>
                  <a:lnTo>
                    <a:pt x="0" y="10405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g12709bdffa8_0_2970"/>
            <p:cNvSpPr/>
            <p:nvPr/>
          </p:nvSpPr>
          <p:spPr>
            <a:xfrm>
              <a:off x="356946" y="6029112"/>
              <a:ext cx="1060969" cy="277368"/>
            </a:xfrm>
            <a:custGeom>
              <a:rect b="b" l="l" r="r" t="t"/>
              <a:pathLst>
                <a:path extrusionOk="0" h="277368" w="1060969">
                  <a:moveTo>
                    <a:pt x="101302" y="277368"/>
                  </a:moveTo>
                  <a:cubicBezTo>
                    <a:pt x="87338" y="277368"/>
                    <a:pt x="74263" y="276225"/>
                    <a:pt x="62076" y="273939"/>
                  </a:cubicBezTo>
                  <a:cubicBezTo>
                    <a:pt x="49889" y="271396"/>
                    <a:pt x="38591" y="267586"/>
                    <a:pt x="28182" y="262509"/>
                  </a:cubicBezTo>
                  <a:cubicBezTo>
                    <a:pt x="17772" y="257175"/>
                    <a:pt x="8378" y="250698"/>
                    <a:pt x="0" y="243078"/>
                  </a:cubicBezTo>
                  <a:lnTo>
                    <a:pt x="11806" y="219075"/>
                  </a:lnTo>
                  <a:cubicBezTo>
                    <a:pt x="25516" y="230505"/>
                    <a:pt x="39226" y="238630"/>
                    <a:pt x="52936" y="243459"/>
                  </a:cubicBezTo>
                  <a:cubicBezTo>
                    <a:pt x="66900" y="248288"/>
                    <a:pt x="83149" y="250698"/>
                    <a:pt x="101683" y="250698"/>
                  </a:cubicBezTo>
                  <a:cubicBezTo>
                    <a:pt x="123264" y="250698"/>
                    <a:pt x="140021" y="246507"/>
                    <a:pt x="151953" y="238125"/>
                  </a:cubicBezTo>
                  <a:cubicBezTo>
                    <a:pt x="163886" y="229486"/>
                    <a:pt x="169853" y="217427"/>
                    <a:pt x="169853" y="201930"/>
                  </a:cubicBezTo>
                  <a:cubicBezTo>
                    <a:pt x="169853" y="192529"/>
                    <a:pt x="166806" y="185042"/>
                    <a:pt x="160712" y="179451"/>
                  </a:cubicBezTo>
                  <a:cubicBezTo>
                    <a:pt x="154873" y="173612"/>
                    <a:pt x="146748" y="169040"/>
                    <a:pt x="136339" y="165735"/>
                  </a:cubicBezTo>
                  <a:cubicBezTo>
                    <a:pt x="126183" y="162182"/>
                    <a:pt x="114631" y="158877"/>
                    <a:pt x="101683" y="155829"/>
                  </a:cubicBezTo>
                  <a:cubicBezTo>
                    <a:pt x="88735" y="153038"/>
                    <a:pt x="76421" y="149857"/>
                    <a:pt x="64742" y="146304"/>
                  </a:cubicBezTo>
                  <a:cubicBezTo>
                    <a:pt x="53063" y="142494"/>
                    <a:pt x="42654" y="137798"/>
                    <a:pt x="33514" y="132207"/>
                  </a:cubicBezTo>
                  <a:cubicBezTo>
                    <a:pt x="24627" y="126616"/>
                    <a:pt x="17645" y="119510"/>
                    <a:pt x="12568" y="110871"/>
                  </a:cubicBezTo>
                  <a:cubicBezTo>
                    <a:pt x="7490" y="102232"/>
                    <a:pt x="4951" y="91440"/>
                    <a:pt x="4951" y="78486"/>
                  </a:cubicBezTo>
                  <a:cubicBezTo>
                    <a:pt x="4951" y="62989"/>
                    <a:pt x="9013" y="49406"/>
                    <a:pt x="17138" y="37719"/>
                  </a:cubicBezTo>
                  <a:cubicBezTo>
                    <a:pt x="25262" y="25784"/>
                    <a:pt x="36687" y="16507"/>
                    <a:pt x="51413" y="9906"/>
                  </a:cubicBezTo>
                  <a:cubicBezTo>
                    <a:pt x="66138" y="3305"/>
                    <a:pt x="83530" y="0"/>
                    <a:pt x="103587" y="0"/>
                  </a:cubicBezTo>
                  <a:cubicBezTo>
                    <a:pt x="116028" y="0"/>
                    <a:pt x="127961" y="1400"/>
                    <a:pt x="139386" y="4191"/>
                  </a:cubicBezTo>
                  <a:cubicBezTo>
                    <a:pt x="150811" y="6734"/>
                    <a:pt x="161348" y="10544"/>
                    <a:pt x="170995" y="15621"/>
                  </a:cubicBezTo>
                  <a:cubicBezTo>
                    <a:pt x="180897" y="20698"/>
                    <a:pt x="189656" y="26927"/>
                    <a:pt x="197273" y="34290"/>
                  </a:cubicBezTo>
                  <a:lnTo>
                    <a:pt x="185086" y="58293"/>
                  </a:lnTo>
                  <a:cubicBezTo>
                    <a:pt x="172645" y="47368"/>
                    <a:pt x="159824" y="39367"/>
                    <a:pt x="146622" y="34290"/>
                  </a:cubicBezTo>
                  <a:cubicBezTo>
                    <a:pt x="133419" y="29213"/>
                    <a:pt x="119075" y="26670"/>
                    <a:pt x="103587" y="26670"/>
                  </a:cubicBezTo>
                  <a:cubicBezTo>
                    <a:pt x="82515" y="26670"/>
                    <a:pt x="66011" y="31118"/>
                    <a:pt x="54079" y="40005"/>
                  </a:cubicBezTo>
                  <a:cubicBezTo>
                    <a:pt x="42146" y="48892"/>
                    <a:pt x="36179" y="61341"/>
                    <a:pt x="36179" y="77343"/>
                  </a:cubicBezTo>
                  <a:cubicBezTo>
                    <a:pt x="36179" y="87249"/>
                    <a:pt x="38845" y="95250"/>
                    <a:pt x="44177" y="101346"/>
                  </a:cubicBezTo>
                  <a:cubicBezTo>
                    <a:pt x="49509" y="107442"/>
                    <a:pt x="56998" y="112395"/>
                    <a:pt x="66646" y="116205"/>
                  </a:cubicBezTo>
                  <a:cubicBezTo>
                    <a:pt x="76294" y="119758"/>
                    <a:pt x="87338" y="123063"/>
                    <a:pt x="99779" y="126111"/>
                  </a:cubicBezTo>
                  <a:cubicBezTo>
                    <a:pt x="112981" y="129159"/>
                    <a:pt x="125676" y="132464"/>
                    <a:pt x="137862" y="136017"/>
                  </a:cubicBezTo>
                  <a:cubicBezTo>
                    <a:pt x="150049" y="139570"/>
                    <a:pt x="160839" y="144018"/>
                    <a:pt x="170233" y="149352"/>
                  </a:cubicBezTo>
                  <a:cubicBezTo>
                    <a:pt x="179881" y="154429"/>
                    <a:pt x="187498" y="161163"/>
                    <a:pt x="193084" y="169545"/>
                  </a:cubicBezTo>
                  <a:cubicBezTo>
                    <a:pt x="198669" y="177670"/>
                    <a:pt x="201462" y="188090"/>
                    <a:pt x="201462" y="200787"/>
                  </a:cubicBezTo>
                  <a:cubicBezTo>
                    <a:pt x="201462" y="216284"/>
                    <a:pt x="197399" y="229743"/>
                    <a:pt x="189275" y="241173"/>
                  </a:cubicBezTo>
                  <a:cubicBezTo>
                    <a:pt x="181151" y="252603"/>
                    <a:pt x="169598" y="261490"/>
                    <a:pt x="154619" y="267843"/>
                  </a:cubicBezTo>
                  <a:cubicBezTo>
                    <a:pt x="139640" y="274196"/>
                    <a:pt x="121867" y="277368"/>
                    <a:pt x="101302" y="277368"/>
                  </a:cubicBezTo>
                  <a:close/>
                  <a:moveTo>
                    <a:pt x="248704" y="274320"/>
                  </a:moveTo>
                  <a:lnTo>
                    <a:pt x="248704" y="136398"/>
                  </a:lnTo>
                  <a:cubicBezTo>
                    <a:pt x="248704" y="127511"/>
                    <a:pt x="248449" y="118615"/>
                    <a:pt x="247942" y="109728"/>
                  </a:cubicBezTo>
                  <a:cubicBezTo>
                    <a:pt x="247688" y="100584"/>
                    <a:pt x="246926" y="91564"/>
                    <a:pt x="245657" y="82677"/>
                  </a:cubicBezTo>
                  <a:lnTo>
                    <a:pt x="274981" y="82677"/>
                  </a:lnTo>
                  <a:lnTo>
                    <a:pt x="278409" y="122301"/>
                  </a:lnTo>
                  <a:lnTo>
                    <a:pt x="274600" y="124968"/>
                  </a:lnTo>
                  <a:cubicBezTo>
                    <a:pt x="279170" y="109985"/>
                    <a:pt x="287040" y="98422"/>
                    <a:pt x="298212" y="90297"/>
                  </a:cubicBezTo>
                  <a:cubicBezTo>
                    <a:pt x="309637" y="82172"/>
                    <a:pt x="323093" y="78105"/>
                    <a:pt x="338581" y="78105"/>
                  </a:cubicBezTo>
                  <a:cubicBezTo>
                    <a:pt x="357114" y="78105"/>
                    <a:pt x="371459" y="82677"/>
                    <a:pt x="381615" y="91821"/>
                  </a:cubicBezTo>
                  <a:cubicBezTo>
                    <a:pt x="392024" y="100965"/>
                    <a:pt x="398625" y="114938"/>
                    <a:pt x="401419" y="133731"/>
                  </a:cubicBezTo>
                  <a:lnTo>
                    <a:pt x="392278" y="128778"/>
                  </a:lnTo>
                  <a:cubicBezTo>
                    <a:pt x="396340" y="113281"/>
                    <a:pt x="404465" y="100965"/>
                    <a:pt x="416652" y="91821"/>
                  </a:cubicBezTo>
                  <a:cubicBezTo>
                    <a:pt x="429092" y="82677"/>
                    <a:pt x="443944" y="78105"/>
                    <a:pt x="461210" y="78105"/>
                  </a:cubicBezTo>
                  <a:cubicBezTo>
                    <a:pt x="482282" y="78105"/>
                    <a:pt x="498151" y="84458"/>
                    <a:pt x="508814" y="97155"/>
                  </a:cubicBezTo>
                  <a:cubicBezTo>
                    <a:pt x="519477" y="109604"/>
                    <a:pt x="524809" y="128521"/>
                    <a:pt x="524809" y="153924"/>
                  </a:cubicBezTo>
                  <a:lnTo>
                    <a:pt x="524809" y="274320"/>
                  </a:lnTo>
                  <a:lnTo>
                    <a:pt x="493961" y="274320"/>
                  </a:lnTo>
                  <a:lnTo>
                    <a:pt x="493961" y="155448"/>
                  </a:lnTo>
                  <a:cubicBezTo>
                    <a:pt x="493961" y="137665"/>
                    <a:pt x="490787" y="124711"/>
                    <a:pt x="484441" y="116586"/>
                  </a:cubicBezTo>
                  <a:cubicBezTo>
                    <a:pt x="478093" y="108204"/>
                    <a:pt x="468065" y="104013"/>
                    <a:pt x="454355" y="104013"/>
                  </a:cubicBezTo>
                  <a:cubicBezTo>
                    <a:pt x="438360" y="104013"/>
                    <a:pt x="425664" y="109471"/>
                    <a:pt x="416271" y="120396"/>
                  </a:cubicBezTo>
                  <a:cubicBezTo>
                    <a:pt x="407131" y="131321"/>
                    <a:pt x="402561" y="146180"/>
                    <a:pt x="402561" y="164973"/>
                  </a:cubicBezTo>
                  <a:lnTo>
                    <a:pt x="402561" y="274320"/>
                  </a:lnTo>
                  <a:lnTo>
                    <a:pt x="371713" y="274320"/>
                  </a:lnTo>
                  <a:lnTo>
                    <a:pt x="371713" y="155448"/>
                  </a:lnTo>
                  <a:cubicBezTo>
                    <a:pt x="371713" y="137665"/>
                    <a:pt x="368412" y="124711"/>
                    <a:pt x="361812" y="116586"/>
                  </a:cubicBezTo>
                  <a:cubicBezTo>
                    <a:pt x="355464" y="108204"/>
                    <a:pt x="345436" y="104013"/>
                    <a:pt x="331726" y="104013"/>
                  </a:cubicBezTo>
                  <a:cubicBezTo>
                    <a:pt x="315476" y="104013"/>
                    <a:pt x="302655" y="109471"/>
                    <a:pt x="293261" y="120396"/>
                  </a:cubicBezTo>
                  <a:cubicBezTo>
                    <a:pt x="284121" y="131321"/>
                    <a:pt x="279551" y="146180"/>
                    <a:pt x="279551" y="164973"/>
                  </a:cubicBezTo>
                  <a:lnTo>
                    <a:pt x="279551" y="274320"/>
                  </a:lnTo>
                  <a:lnTo>
                    <a:pt x="248704" y="274320"/>
                  </a:lnTo>
                  <a:close/>
                  <a:moveTo>
                    <a:pt x="656923" y="276987"/>
                  </a:moveTo>
                  <a:cubicBezTo>
                    <a:pt x="639913" y="276987"/>
                    <a:pt x="624933" y="273053"/>
                    <a:pt x="611984" y="265176"/>
                  </a:cubicBezTo>
                  <a:cubicBezTo>
                    <a:pt x="599290" y="257051"/>
                    <a:pt x="589388" y="245621"/>
                    <a:pt x="582279" y="230886"/>
                  </a:cubicBezTo>
                  <a:cubicBezTo>
                    <a:pt x="575424" y="215903"/>
                    <a:pt x="571997" y="198377"/>
                    <a:pt x="571997" y="178308"/>
                  </a:cubicBezTo>
                  <a:cubicBezTo>
                    <a:pt x="571997" y="158239"/>
                    <a:pt x="575552" y="140713"/>
                    <a:pt x="582660" y="125730"/>
                  </a:cubicBezTo>
                  <a:cubicBezTo>
                    <a:pt x="589769" y="110747"/>
                    <a:pt x="599671" y="99060"/>
                    <a:pt x="612365" y="90678"/>
                  </a:cubicBezTo>
                  <a:cubicBezTo>
                    <a:pt x="625313" y="82296"/>
                    <a:pt x="640166" y="78105"/>
                    <a:pt x="656923" y="78105"/>
                  </a:cubicBezTo>
                  <a:cubicBezTo>
                    <a:pt x="674441" y="78105"/>
                    <a:pt x="689294" y="82420"/>
                    <a:pt x="701481" y="91059"/>
                  </a:cubicBezTo>
                  <a:cubicBezTo>
                    <a:pt x="713667" y="99698"/>
                    <a:pt x="721919" y="112014"/>
                    <a:pt x="726235" y="128016"/>
                  </a:cubicBezTo>
                  <a:lnTo>
                    <a:pt x="721665" y="131064"/>
                  </a:lnTo>
                  <a:lnTo>
                    <a:pt x="721665" y="82677"/>
                  </a:lnTo>
                  <a:lnTo>
                    <a:pt x="752132" y="82677"/>
                  </a:lnTo>
                  <a:lnTo>
                    <a:pt x="752132" y="274320"/>
                  </a:lnTo>
                  <a:lnTo>
                    <a:pt x="721665" y="274320"/>
                  </a:lnTo>
                  <a:lnTo>
                    <a:pt x="721665" y="224790"/>
                  </a:lnTo>
                  <a:lnTo>
                    <a:pt x="726235" y="227076"/>
                  </a:lnTo>
                  <a:cubicBezTo>
                    <a:pt x="721919" y="243078"/>
                    <a:pt x="713667" y="255394"/>
                    <a:pt x="701481" y="264033"/>
                  </a:cubicBezTo>
                  <a:cubicBezTo>
                    <a:pt x="689294" y="272672"/>
                    <a:pt x="674441" y="276987"/>
                    <a:pt x="656923" y="276987"/>
                  </a:cubicBezTo>
                  <a:close/>
                  <a:moveTo>
                    <a:pt x="663016" y="251460"/>
                  </a:moveTo>
                  <a:cubicBezTo>
                    <a:pt x="681805" y="251460"/>
                    <a:pt x="696276" y="245107"/>
                    <a:pt x="706431" y="232410"/>
                  </a:cubicBezTo>
                  <a:cubicBezTo>
                    <a:pt x="716587" y="219456"/>
                    <a:pt x="721665" y="201168"/>
                    <a:pt x="721665" y="177546"/>
                  </a:cubicBezTo>
                  <a:cubicBezTo>
                    <a:pt x="721665" y="153924"/>
                    <a:pt x="716461" y="135760"/>
                    <a:pt x="706051" y="123063"/>
                  </a:cubicBezTo>
                  <a:cubicBezTo>
                    <a:pt x="695896" y="110366"/>
                    <a:pt x="681550" y="104013"/>
                    <a:pt x="663016" y="104013"/>
                  </a:cubicBezTo>
                  <a:cubicBezTo>
                    <a:pt x="644229" y="104013"/>
                    <a:pt x="629503" y="110614"/>
                    <a:pt x="618839" y="123825"/>
                  </a:cubicBezTo>
                  <a:cubicBezTo>
                    <a:pt x="608430" y="136779"/>
                    <a:pt x="603225" y="154943"/>
                    <a:pt x="603225" y="178308"/>
                  </a:cubicBezTo>
                  <a:cubicBezTo>
                    <a:pt x="603225" y="201673"/>
                    <a:pt x="608430" y="219713"/>
                    <a:pt x="618839" y="232410"/>
                  </a:cubicBezTo>
                  <a:cubicBezTo>
                    <a:pt x="629503" y="245107"/>
                    <a:pt x="644229" y="251460"/>
                    <a:pt x="663016" y="251460"/>
                  </a:cubicBezTo>
                  <a:close/>
                  <a:moveTo>
                    <a:pt x="811774" y="274320"/>
                  </a:moveTo>
                  <a:lnTo>
                    <a:pt x="811774" y="136398"/>
                  </a:lnTo>
                  <a:cubicBezTo>
                    <a:pt x="811774" y="127511"/>
                    <a:pt x="811520" y="118615"/>
                    <a:pt x="811013" y="109728"/>
                  </a:cubicBezTo>
                  <a:cubicBezTo>
                    <a:pt x="810758" y="100584"/>
                    <a:pt x="809997" y="91564"/>
                    <a:pt x="808728" y="82677"/>
                  </a:cubicBezTo>
                  <a:lnTo>
                    <a:pt x="838052" y="82677"/>
                  </a:lnTo>
                  <a:lnTo>
                    <a:pt x="842241" y="129921"/>
                  </a:lnTo>
                  <a:lnTo>
                    <a:pt x="838052" y="128778"/>
                  </a:lnTo>
                  <a:cubicBezTo>
                    <a:pt x="841606" y="112014"/>
                    <a:pt x="849223" y="99441"/>
                    <a:pt x="860902" y="91059"/>
                  </a:cubicBezTo>
                  <a:cubicBezTo>
                    <a:pt x="872835" y="82420"/>
                    <a:pt x="886164" y="78105"/>
                    <a:pt x="900890" y="78105"/>
                  </a:cubicBezTo>
                  <a:cubicBezTo>
                    <a:pt x="904191" y="78105"/>
                    <a:pt x="907237" y="78362"/>
                    <a:pt x="910030" y="78867"/>
                  </a:cubicBezTo>
                  <a:cubicBezTo>
                    <a:pt x="913076" y="79124"/>
                    <a:pt x="915869" y="79629"/>
                    <a:pt x="918408" y="80391"/>
                  </a:cubicBezTo>
                  <a:lnTo>
                    <a:pt x="917646" y="108585"/>
                  </a:lnTo>
                  <a:cubicBezTo>
                    <a:pt x="911807" y="106556"/>
                    <a:pt x="905079" y="105537"/>
                    <a:pt x="897462" y="105537"/>
                  </a:cubicBezTo>
                  <a:cubicBezTo>
                    <a:pt x="884260" y="105537"/>
                    <a:pt x="873596" y="108461"/>
                    <a:pt x="865472" y="114300"/>
                  </a:cubicBezTo>
                  <a:cubicBezTo>
                    <a:pt x="857601" y="120139"/>
                    <a:pt x="851762" y="127635"/>
                    <a:pt x="847954" y="136779"/>
                  </a:cubicBezTo>
                  <a:cubicBezTo>
                    <a:pt x="844399" y="145666"/>
                    <a:pt x="842622" y="155067"/>
                    <a:pt x="842622" y="164973"/>
                  </a:cubicBezTo>
                  <a:lnTo>
                    <a:pt x="842622" y="274320"/>
                  </a:lnTo>
                  <a:lnTo>
                    <a:pt x="811774" y="274320"/>
                  </a:lnTo>
                  <a:close/>
                  <a:moveTo>
                    <a:pt x="937959" y="107061"/>
                  </a:moveTo>
                  <a:lnTo>
                    <a:pt x="937959" y="82677"/>
                  </a:lnTo>
                  <a:lnTo>
                    <a:pt x="1060969" y="82677"/>
                  </a:lnTo>
                  <a:lnTo>
                    <a:pt x="1060969" y="107061"/>
                  </a:lnTo>
                  <a:lnTo>
                    <a:pt x="937959" y="107061"/>
                  </a:lnTo>
                  <a:close/>
                  <a:moveTo>
                    <a:pt x="1060207" y="246888"/>
                  </a:moveTo>
                  <a:lnTo>
                    <a:pt x="1060207" y="273177"/>
                  </a:lnTo>
                  <a:cubicBezTo>
                    <a:pt x="1055894" y="274444"/>
                    <a:pt x="1051582" y="275339"/>
                    <a:pt x="1047259" y="275844"/>
                  </a:cubicBezTo>
                  <a:cubicBezTo>
                    <a:pt x="1043203" y="276606"/>
                    <a:pt x="1038633" y="276987"/>
                    <a:pt x="1033549" y="276987"/>
                  </a:cubicBezTo>
                  <a:cubicBezTo>
                    <a:pt x="1015783" y="276987"/>
                    <a:pt x="1001559" y="271910"/>
                    <a:pt x="990895" y="261747"/>
                  </a:cubicBezTo>
                  <a:cubicBezTo>
                    <a:pt x="980489" y="251584"/>
                    <a:pt x="975281" y="236344"/>
                    <a:pt x="975281" y="216027"/>
                  </a:cubicBezTo>
                  <a:lnTo>
                    <a:pt x="975281" y="33528"/>
                  </a:lnTo>
                  <a:lnTo>
                    <a:pt x="1006129" y="22479"/>
                  </a:lnTo>
                  <a:lnTo>
                    <a:pt x="1006129" y="211836"/>
                  </a:lnTo>
                  <a:cubicBezTo>
                    <a:pt x="1006129" y="221999"/>
                    <a:pt x="1007528" y="229867"/>
                    <a:pt x="1010318" y="235458"/>
                  </a:cubicBezTo>
                  <a:cubicBezTo>
                    <a:pt x="1013365" y="241049"/>
                    <a:pt x="1017430" y="244983"/>
                    <a:pt x="1022505" y="247269"/>
                  </a:cubicBezTo>
                  <a:cubicBezTo>
                    <a:pt x="1027589" y="249298"/>
                    <a:pt x="1033301" y="250317"/>
                    <a:pt x="1039642" y="250317"/>
                  </a:cubicBezTo>
                  <a:cubicBezTo>
                    <a:pt x="1043451" y="250317"/>
                    <a:pt x="1046878" y="250060"/>
                    <a:pt x="1049925" y="249555"/>
                  </a:cubicBezTo>
                  <a:cubicBezTo>
                    <a:pt x="1052972" y="249050"/>
                    <a:pt x="1056399" y="248155"/>
                    <a:pt x="1060207" y="2468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g12709bdffa8_0_2970"/>
            <p:cNvSpPr/>
            <p:nvPr/>
          </p:nvSpPr>
          <p:spPr>
            <a:xfrm>
              <a:off x="2533419" y="6030637"/>
              <a:ext cx="1481153" cy="357758"/>
            </a:xfrm>
            <a:custGeom>
              <a:rect b="b" l="l" r="r" t="t"/>
              <a:pathLst>
                <a:path extrusionOk="0" h="357758" w="1481153">
                  <a:moveTo>
                    <a:pt x="0" y="272796"/>
                  </a:moveTo>
                  <a:lnTo>
                    <a:pt x="0" y="1524"/>
                  </a:lnTo>
                  <a:lnTo>
                    <a:pt x="31228" y="1524"/>
                  </a:lnTo>
                  <a:lnTo>
                    <a:pt x="31228" y="246126"/>
                  </a:lnTo>
                  <a:lnTo>
                    <a:pt x="167187" y="246126"/>
                  </a:lnTo>
                  <a:lnTo>
                    <a:pt x="167187" y="272796"/>
                  </a:lnTo>
                  <a:lnTo>
                    <a:pt x="0" y="272796"/>
                  </a:lnTo>
                  <a:close/>
                  <a:moveTo>
                    <a:pt x="282561" y="275463"/>
                  </a:moveTo>
                  <a:cubicBezTo>
                    <a:pt x="264281" y="275463"/>
                    <a:pt x="248285" y="271396"/>
                    <a:pt x="234576" y="263271"/>
                  </a:cubicBezTo>
                  <a:cubicBezTo>
                    <a:pt x="221113" y="255146"/>
                    <a:pt x="210583" y="243716"/>
                    <a:pt x="202966" y="228981"/>
                  </a:cubicBezTo>
                  <a:cubicBezTo>
                    <a:pt x="195597" y="213998"/>
                    <a:pt x="191922" y="196339"/>
                    <a:pt x="191922" y="176022"/>
                  </a:cubicBezTo>
                  <a:cubicBezTo>
                    <a:pt x="191922" y="155953"/>
                    <a:pt x="195597" y="138427"/>
                    <a:pt x="202966" y="123444"/>
                  </a:cubicBezTo>
                  <a:cubicBezTo>
                    <a:pt x="210583" y="108461"/>
                    <a:pt x="221113" y="96898"/>
                    <a:pt x="234576" y="88773"/>
                  </a:cubicBezTo>
                  <a:cubicBezTo>
                    <a:pt x="248285" y="80648"/>
                    <a:pt x="264281" y="76581"/>
                    <a:pt x="282561" y="76581"/>
                  </a:cubicBezTo>
                  <a:cubicBezTo>
                    <a:pt x="300841" y="76581"/>
                    <a:pt x="316703" y="80648"/>
                    <a:pt x="330165" y="88773"/>
                  </a:cubicBezTo>
                  <a:cubicBezTo>
                    <a:pt x="343875" y="96898"/>
                    <a:pt x="354405" y="108461"/>
                    <a:pt x="361774" y="123444"/>
                  </a:cubicBezTo>
                  <a:cubicBezTo>
                    <a:pt x="369391" y="138427"/>
                    <a:pt x="373199" y="155953"/>
                    <a:pt x="373199" y="176022"/>
                  </a:cubicBezTo>
                  <a:cubicBezTo>
                    <a:pt x="373199" y="196339"/>
                    <a:pt x="369391" y="213998"/>
                    <a:pt x="361774" y="228981"/>
                  </a:cubicBezTo>
                  <a:cubicBezTo>
                    <a:pt x="354405" y="243716"/>
                    <a:pt x="343875" y="255146"/>
                    <a:pt x="330165" y="263271"/>
                  </a:cubicBezTo>
                  <a:cubicBezTo>
                    <a:pt x="316703" y="271396"/>
                    <a:pt x="300841" y="275463"/>
                    <a:pt x="282561" y="275463"/>
                  </a:cubicBezTo>
                  <a:close/>
                  <a:moveTo>
                    <a:pt x="282561" y="249936"/>
                  </a:moveTo>
                  <a:cubicBezTo>
                    <a:pt x="301345" y="249936"/>
                    <a:pt x="315817" y="243716"/>
                    <a:pt x="325976" y="231267"/>
                  </a:cubicBezTo>
                  <a:cubicBezTo>
                    <a:pt x="336382" y="218570"/>
                    <a:pt x="341590" y="200149"/>
                    <a:pt x="341590" y="176022"/>
                  </a:cubicBezTo>
                  <a:cubicBezTo>
                    <a:pt x="341590" y="152400"/>
                    <a:pt x="336382" y="134236"/>
                    <a:pt x="325976" y="121539"/>
                  </a:cubicBezTo>
                  <a:cubicBezTo>
                    <a:pt x="315560" y="108842"/>
                    <a:pt x="301088" y="102489"/>
                    <a:pt x="282561" y="102489"/>
                  </a:cubicBezTo>
                  <a:cubicBezTo>
                    <a:pt x="264024" y="102489"/>
                    <a:pt x="249428" y="108842"/>
                    <a:pt x="238765" y="121539"/>
                  </a:cubicBezTo>
                  <a:cubicBezTo>
                    <a:pt x="228349" y="134236"/>
                    <a:pt x="223150" y="152400"/>
                    <a:pt x="223150" y="176022"/>
                  </a:cubicBezTo>
                  <a:cubicBezTo>
                    <a:pt x="223150" y="200149"/>
                    <a:pt x="228225" y="218570"/>
                    <a:pt x="238384" y="231267"/>
                  </a:cubicBezTo>
                  <a:cubicBezTo>
                    <a:pt x="248790" y="243716"/>
                    <a:pt x="263519" y="249936"/>
                    <a:pt x="282561" y="249936"/>
                  </a:cubicBezTo>
                  <a:close/>
                  <a:moveTo>
                    <a:pt x="505445" y="357759"/>
                  </a:moveTo>
                  <a:cubicBezTo>
                    <a:pt x="476501" y="357759"/>
                    <a:pt x="451366" y="351158"/>
                    <a:pt x="430039" y="337947"/>
                  </a:cubicBezTo>
                  <a:lnTo>
                    <a:pt x="435371" y="312801"/>
                  </a:lnTo>
                  <a:cubicBezTo>
                    <a:pt x="447310" y="319659"/>
                    <a:pt x="458602" y="324612"/>
                    <a:pt x="469265" y="327660"/>
                  </a:cubicBezTo>
                  <a:cubicBezTo>
                    <a:pt x="479929" y="330708"/>
                    <a:pt x="491992" y="332232"/>
                    <a:pt x="505445" y="332232"/>
                  </a:cubicBezTo>
                  <a:cubicBezTo>
                    <a:pt x="523725" y="332232"/>
                    <a:pt x="537568" y="327279"/>
                    <a:pt x="546955" y="317373"/>
                  </a:cubicBezTo>
                  <a:cubicBezTo>
                    <a:pt x="556610" y="307724"/>
                    <a:pt x="561427" y="293246"/>
                    <a:pt x="561427" y="273939"/>
                  </a:cubicBezTo>
                  <a:lnTo>
                    <a:pt x="561427" y="222123"/>
                  </a:lnTo>
                  <a:lnTo>
                    <a:pt x="565617" y="217170"/>
                  </a:lnTo>
                  <a:cubicBezTo>
                    <a:pt x="562570" y="227333"/>
                    <a:pt x="557752" y="236220"/>
                    <a:pt x="551145" y="243840"/>
                  </a:cubicBezTo>
                  <a:cubicBezTo>
                    <a:pt x="544804" y="251203"/>
                    <a:pt x="536930" y="256918"/>
                    <a:pt x="527533" y="260985"/>
                  </a:cubicBezTo>
                  <a:cubicBezTo>
                    <a:pt x="518145" y="265052"/>
                    <a:pt x="507482" y="267081"/>
                    <a:pt x="495543" y="267081"/>
                  </a:cubicBezTo>
                  <a:cubicBezTo>
                    <a:pt x="478539" y="267081"/>
                    <a:pt x="463553" y="263147"/>
                    <a:pt x="450604" y="255270"/>
                  </a:cubicBezTo>
                  <a:cubicBezTo>
                    <a:pt x="437913" y="247145"/>
                    <a:pt x="427888" y="235963"/>
                    <a:pt x="420518" y="221742"/>
                  </a:cubicBezTo>
                  <a:cubicBezTo>
                    <a:pt x="413416" y="207521"/>
                    <a:pt x="409855" y="190881"/>
                    <a:pt x="409855" y="171831"/>
                  </a:cubicBezTo>
                  <a:cubicBezTo>
                    <a:pt x="409855" y="152781"/>
                    <a:pt x="413416" y="136141"/>
                    <a:pt x="420518" y="121920"/>
                  </a:cubicBezTo>
                  <a:cubicBezTo>
                    <a:pt x="427888" y="107699"/>
                    <a:pt x="437913" y="96650"/>
                    <a:pt x="450604" y="88773"/>
                  </a:cubicBezTo>
                  <a:cubicBezTo>
                    <a:pt x="463553" y="80648"/>
                    <a:pt x="478539" y="76581"/>
                    <a:pt x="495543" y="76581"/>
                  </a:cubicBezTo>
                  <a:cubicBezTo>
                    <a:pt x="513318" y="76581"/>
                    <a:pt x="528295" y="81029"/>
                    <a:pt x="540481" y="89916"/>
                  </a:cubicBezTo>
                  <a:cubicBezTo>
                    <a:pt x="552925" y="98555"/>
                    <a:pt x="561304" y="110747"/>
                    <a:pt x="565617" y="126492"/>
                  </a:cubicBezTo>
                  <a:lnTo>
                    <a:pt x="561047" y="122301"/>
                  </a:lnTo>
                  <a:lnTo>
                    <a:pt x="561047" y="81153"/>
                  </a:lnTo>
                  <a:lnTo>
                    <a:pt x="591894" y="81153"/>
                  </a:lnTo>
                  <a:lnTo>
                    <a:pt x="591894" y="271272"/>
                  </a:lnTo>
                  <a:cubicBezTo>
                    <a:pt x="591894" y="299971"/>
                    <a:pt x="584535" y="321564"/>
                    <a:pt x="569806" y="336042"/>
                  </a:cubicBezTo>
                  <a:cubicBezTo>
                    <a:pt x="555334" y="350520"/>
                    <a:pt x="533883" y="357759"/>
                    <a:pt x="505445" y="357759"/>
                  </a:cubicBezTo>
                  <a:close/>
                  <a:moveTo>
                    <a:pt x="501636" y="241173"/>
                  </a:moveTo>
                  <a:cubicBezTo>
                    <a:pt x="520173" y="241173"/>
                    <a:pt x="534645" y="235077"/>
                    <a:pt x="545051" y="222885"/>
                  </a:cubicBezTo>
                  <a:cubicBezTo>
                    <a:pt x="555715" y="210436"/>
                    <a:pt x="561047" y="193424"/>
                    <a:pt x="561047" y="171831"/>
                  </a:cubicBezTo>
                  <a:cubicBezTo>
                    <a:pt x="561047" y="150238"/>
                    <a:pt x="555715" y="133350"/>
                    <a:pt x="545051" y="121158"/>
                  </a:cubicBezTo>
                  <a:cubicBezTo>
                    <a:pt x="534645" y="108709"/>
                    <a:pt x="520173" y="102489"/>
                    <a:pt x="501636" y="102489"/>
                  </a:cubicBezTo>
                  <a:cubicBezTo>
                    <a:pt x="482851" y="102489"/>
                    <a:pt x="467999" y="108709"/>
                    <a:pt x="457079" y="121158"/>
                  </a:cubicBezTo>
                  <a:cubicBezTo>
                    <a:pt x="446415" y="133350"/>
                    <a:pt x="441083" y="150238"/>
                    <a:pt x="441083" y="171831"/>
                  </a:cubicBezTo>
                  <a:cubicBezTo>
                    <a:pt x="441083" y="193672"/>
                    <a:pt x="446415" y="210693"/>
                    <a:pt x="457079" y="222885"/>
                  </a:cubicBezTo>
                  <a:cubicBezTo>
                    <a:pt x="467999" y="235077"/>
                    <a:pt x="482851" y="241173"/>
                    <a:pt x="501636" y="241173"/>
                  </a:cubicBezTo>
                  <a:close/>
                  <a:moveTo>
                    <a:pt x="651124" y="272796"/>
                  </a:moveTo>
                  <a:lnTo>
                    <a:pt x="651124" y="81153"/>
                  </a:lnTo>
                  <a:lnTo>
                    <a:pt x="681971" y="81153"/>
                  </a:lnTo>
                  <a:lnTo>
                    <a:pt x="681971" y="272796"/>
                  </a:lnTo>
                  <a:lnTo>
                    <a:pt x="651124" y="272796"/>
                  </a:lnTo>
                  <a:close/>
                  <a:moveTo>
                    <a:pt x="648077" y="0"/>
                  </a:moveTo>
                  <a:lnTo>
                    <a:pt x="685780" y="0"/>
                  </a:lnTo>
                  <a:lnTo>
                    <a:pt x="685780" y="35052"/>
                  </a:lnTo>
                  <a:lnTo>
                    <a:pt x="648077" y="35052"/>
                  </a:lnTo>
                  <a:lnTo>
                    <a:pt x="648077" y="0"/>
                  </a:lnTo>
                  <a:close/>
                  <a:moveTo>
                    <a:pt x="806609" y="275463"/>
                  </a:moveTo>
                  <a:cubicBezTo>
                    <a:pt x="774371" y="275463"/>
                    <a:pt x="748856" y="267205"/>
                    <a:pt x="730061" y="250698"/>
                  </a:cubicBezTo>
                  <a:lnTo>
                    <a:pt x="740344" y="227838"/>
                  </a:lnTo>
                  <a:cubicBezTo>
                    <a:pt x="750502" y="235715"/>
                    <a:pt x="760909" y="241554"/>
                    <a:pt x="771572" y="245364"/>
                  </a:cubicBezTo>
                  <a:cubicBezTo>
                    <a:pt x="782493" y="248917"/>
                    <a:pt x="794556" y="250698"/>
                    <a:pt x="807751" y="250698"/>
                  </a:cubicBezTo>
                  <a:cubicBezTo>
                    <a:pt x="822223" y="250698"/>
                    <a:pt x="833144" y="248288"/>
                    <a:pt x="840503" y="243459"/>
                  </a:cubicBezTo>
                  <a:cubicBezTo>
                    <a:pt x="848120" y="238382"/>
                    <a:pt x="851929" y="231143"/>
                    <a:pt x="851929" y="221742"/>
                  </a:cubicBezTo>
                  <a:cubicBezTo>
                    <a:pt x="851929" y="214122"/>
                    <a:pt x="849396" y="208150"/>
                    <a:pt x="844312" y="203835"/>
                  </a:cubicBezTo>
                  <a:cubicBezTo>
                    <a:pt x="839237" y="199263"/>
                    <a:pt x="830859" y="195577"/>
                    <a:pt x="819177" y="192786"/>
                  </a:cubicBezTo>
                  <a:lnTo>
                    <a:pt x="786806" y="185166"/>
                  </a:lnTo>
                  <a:cubicBezTo>
                    <a:pt x="770811" y="181613"/>
                    <a:pt x="758376" y="175260"/>
                    <a:pt x="749484" y="166116"/>
                  </a:cubicBezTo>
                  <a:cubicBezTo>
                    <a:pt x="740858" y="156972"/>
                    <a:pt x="736535" y="146047"/>
                    <a:pt x="736535" y="133350"/>
                  </a:cubicBezTo>
                  <a:cubicBezTo>
                    <a:pt x="736535" y="122177"/>
                    <a:pt x="739582" y="112395"/>
                    <a:pt x="745675" y="104013"/>
                  </a:cubicBezTo>
                  <a:cubicBezTo>
                    <a:pt x="751769" y="95374"/>
                    <a:pt x="760280" y="88649"/>
                    <a:pt x="771191" y="83820"/>
                  </a:cubicBezTo>
                  <a:cubicBezTo>
                    <a:pt x="782112" y="78991"/>
                    <a:pt x="795060" y="76581"/>
                    <a:pt x="810037" y="76581"/>
                  </a:cubicBezTo>
                  <a:cubicBezTo>
                    <a:pt x="823499" y="76581"/>
                    <a:pt x="836190" y="78743"/>
                    <a:pt x="848120" y="83058"/>
                  </a:cubicBezTo>
                  <a:cubicBezTo>
                    <a:pt x="860059" y="87373"/>
                    <a:pt x="870085" y="93602"/>
                    <a:pt x="878206" y="101727"/>
                  </a:cubicBezTo>
                  <a:lnTo>
                    <a:pt x="867924" y="124206"/>
                  </a:lnTo>
                  <a:cubicBezTo>
                    <a:pt x="858784" y="116586"/>
                    <a:pt x="849396" y="110995"/>
                    <a:pt x="839742" y="107442"/>
                  </a:cubicBezTo>
                  <a:cubicBezTo>
                    <a:pt x="830354" y="103632"/>
                    <a:pt x="820452" y="101727"/>
                    <a:pt x="810037" y="101727"/>
                  </a:cubicBezTo>
                  <a:cubicBezTo>
                    <a:pt x="796327" y="101727"/>
                    <a:pt x="785663" y="104394"/>
                    <a:pt x="778046" y="109728"/>
                  </a:cubicBezTo>
                  <a:cubicBezTo>
                    <a:pt x="770687" y="115062"/>
                    <a:pt x="767002" y="122301"/>
                    <a:pt x="767002" y="131445"/>
                  </a:cubicBezTo>
                  <a:cubicBezTo>
                    <a:pt x="767002" y="139322"/>
                    <a:pt x="769287" y="145542"/>
                    <a:pt x="773857" y="150114"/>
                  </a:cubicBezTo>
                  <a:cubicBezTo>
                    <a:pt x="778684" y="154686"/>
                    <a:pt x="786301" y="158239"/>
                    <a:pt x="796708" y="160782"/>
                  </a:cubicBezTo>
                  <a:lnTo>
                    <a:pt x="829078" y="168783"/>
                  </a:lnTo>
                  <a:cubicBezTo>
                    <a:pt x="847111" y="172593"/>
                    <a:pt x="860307" y="178946"/>
                    <a:pt x="868685" y="187833"/>
                  </a:cubicBezTo>
                  <a:cubicBezTo>
                    <a:pt x="877321" y="196472"/>
                    <a:pt x="881634" y="207521"/>
                    <a:pt x="881634" y="220980"/>
                  </a:cubicBezTo>
                  <a:cubicBezTo>
                    <a:pt x="881634" y="237487"/>
                    <a:pt x="874912" y="250698"/>
                    <a:pt x="861449" y="260604"/>
                  </a:cubicBezTo>
                  <a:cubicBezTo>
                    <a:pt x="847996" y="270510"/>
                    <a:pt x="829716" y="275463"/>
                    <a:pt x="806609" y="275463"/>
                  </a:cubicBezTo>
                  <a:close/>
                  <a:moveTo>
                    <a:pt x="901904" y="105537"/>
                  </a:moveTo>
                  <a:lnTo>
                    <a:pt x="901904" y="81153"/>
                  </a:lnTo>
                  <a:lnTo>
                    <a:pt x="1024913" y="81153"/>
                  </a:lnTo>
                  <a:lnTo>
                    <a:pt x="1024913" y="105537"/>
                  </a:lnTo>
                  <a:lnTo>
                    <a:pt x="901904" y="105537"/>
                  </a:lnTo>
                  <a:close/>
                  <a:moveTo>
                    <a:pt x="1024152" y="245364"/>
                  </a:moveTo>
                  <a:lnTo>
                    <a:pt x="1024152" y="271653"/>
                  </a:lnTo>
                  <a:cubicBezTo>
                    <a:pt x="1019829" y="272920"/>
                    <a:pt x="1015516" y="273815"/>
                    <a:pt x="1011203" y="274320"/>
                  </a:cubicBezTo>
                  <a:cubicBezTo>
                    <a:pt x="1007138" y="275082"/>
                    <a:pt x="1002568" y="275463"/>
                    <a:pt x="997493" y="275463"/>
                  </a:cubicBezTo>
                  <a:cubicBezTo>
                    <a:pt x="979718" y="275463"/>
                    <a:pt x="965503" y="270386"/>
                    <a:pt x="954840" y="260223"/>
                  </a:cubicBezTo>
                  <a:cubicBezTo>
                    <a:pt x="944424" y="250060"/>
                    <a:pt x="939226" y="234820"/>
                    <a:pt x="939226" y="214503"/>
                  </a:cubicBezTo>
                  <a:lnTo>
                    <a:pt x="939226" y="32004"/>
                  </a:lnTo>
                  <a:lnTo>
                    <a:pt x="970073" y="20955"/>
                  </a:lnTo>
                  <a:lnTo>
                    <a:pt x="970073" y="210312"/>
                  </a:lnTo>
                  <a:cubicBezTo>
                    <a:pt x="970073" y="220475"/>
                    <a:pt x="971463" y="228343"/>
                    <a:pt x="974262" y="233934"/>
                  </a:cubicBezTo>
                  <a:cubicBezTo>
                    <a:pt x="977309" y="239525"/>
                    <a:pt x="981365" y="243459"/>
                    <a:pt x="986449" y="245745"/>
                  </a:cubicBezTo>
                  <a:cubicBezTo>
                    <a:pt x="991524" y="247774"/>
                    <a:pt x="997236" y="248793"/>
                    <a:pt x="1003587" y="248793"/>
                  </a:cubicBezTo>
                  <a:cubicBezTo>
                    <a:pt x="1007395" y="248793"/>
                    <a:pt x="1010822" y="248536"/>
                    <a:pt x="1013869" y="248031"/>
                  </a:cubicBezTo>
                  <a:cubicBezTo>
                    <a:pt x="1016916" y="247526"/>
                    <a:pt x="1020343" y="246631"/>
                    <a:pt x="1024152" y="245364"/>
                  </a:cubicBezTo>
                  <a:close/>
                  <a:moveTo>
                    <a:pt x="1062083" y="272796"/>
                  </a:moveTo>
                  <a:lnTo>
                    <a:pt x="1062083" y="81153"/>
                  </a:lnTo>
                  <a:lnTo>
                    <a:pt x="1092931" y="81153"/>
                  </a:lnTo>
                  <a:lnTo>
                    <a:pt x="1092931" y="272796"/>
                  </a:lnTo>
                  <a:lnTo>
                    <a:pt x="1062083" y="272796"/>
                  </a:lnTo>
                  <a:close/>
                  <a:moveTo>
                    <a:pt x="1059036" y="0"/>
                  </a:moveTo>
                  <a:lnTo>
                    <a:pt x="1096739" y="0"/>
                  </a:lnTo>
                  <a:lnTo>
                    <a:pt x="1096739" y="35052"/>
                  </a:lnTo>
                  <a:lnTo>
                    <a:pt x="1059036" y="35052"/>
                  </a:lnTo>
                  <a:lnTo>
                    <a:pt x="1059036" y="0"/>
                  </a:lnTo>
                  <a:close/>
                  <a:moveTo>
                    <a:pt x="1233183" y="275463"/>
                  </a:moveTo>
                  <a:cubicBezTo>
                    <a:pt x="1214398" y="275463"/>
                    <a:pt x="1198146" y="271396"/>
                    <a:pt x="1184436" y="263271"/>
                  </a:cubicBezTo>
                  <a:cubicBezTo>
                    <a:pt x="1170726" y="255146"/>
                    <a:pt x="1160062" y="243716"/>
                    <a:pt x="1152446" y="228981"/>
                  </a:cubicBezTo>
                  <a:cubicBezTo>
                    <a:pt x="1145086" y="214246"/>
                    <a:pt x="1141401" y="196853"/>
                    <a:pt x="1141401" y="176784"/>
                  </a:cubicBezTo>
                  <a:cubicBezTo>
                    <a:pt x="1141401" y="156972"/>
                    <a:pt x="1145210" y="139570"/>
                    <a:pt x="1152827" y="124587"/>
                  </a:cubicBezTo>
                  <a:cubicBezTo>
                    <a:pt x="1160443" y="109347"/>
                    <a:pt x="1171240" y="97536"/>
                    <a:pt x="1185197" y="89154"/>
                  </a:cubicBezTo>
                  <a:cubicBezTo>
                    <a:pt x="1199165" y="80772"/>
                    <a:pt x="1215664" y="76581"/>
                    <a:pt x="1234706" y="76581"/>
                  </a:cubicBezTo>
                  <a:cubicBezTo>
                    <a:pt x="1247654" y="76581"/>
                    <a:pt x="1260098" y="78867"/>
                    <a:pt x="1272028" y="83439"/>
                  </a:cubicBezTo>
                  <a:cubicBezTo>
                    <a:pt x="1284215" y="87754"/>
                    <a:pt x="1294250" y="93850"/>
                    <a:pt x="1302114" y="101727"/>
                  </a:cubicBezTo>
                  <a:lnTo>
                    <a:pt x="1291831" y="124587"/>
                  </a:lnTo>
                  <a:cubicBezTo>
                    <a:pt x="1282444" y="117224"/>
                    <a:pt x="1273170" y="111757"/>
                    <a:pt x="1264030" y="108204"/>
                  </a:cubicBezTo>
                  <a:cubicBezTo>
                    <a:pt x="1255148" y="104394"/>
                    <a:pt x="1245884" y="102489"/>
                    <a:pt x="1236230" y="102489"/>
                  </a:cubicBezTo>
                  <a:cubicBezTo>
                    <a:pt x="1216940" y="102489"/>
                    <a:pt x="1201573" y="108966"/>
                    <a:pt x="1190148" y="121920"/>
                  </a:cubicBezTo>
                  <a:cubicBezTo>
                    <a:pt x="1178980" y="134874"/>
                    <a:pt x="1173392" y="153162"/>
                    <a:pt x="1173392" y="176784"/>
                  </a:cubicBezTo>
                  <a:cubicBezTo>
                    <a:pt x="1173392" y="200149"/>
                    <a:pt x="1178980" y="218189"/>
                    <a:pt x="1190148" y="230886"/>
                  </a:cubicBezTo>
                  <a:cubicBezTo>
                    <a:pt x="1201326" y="243583"/>
                    <a:pt x="1216683" y="249936"/>
                    <a:pt x="1236230" y="249936"/>
                  </a:cubicBezTo>
                  <a:cubicBezTo>
                    <a:pt x="1245627" y="249936"/>
                    <a:pt x="1254890" y="248155"/>
                    <a:pt x="1264030" y="244602"/>
                  </a:cubicBezTo>
                  <a:cubicBezTo>
                    <a:pt x="1273170" y="240792"/>
                    <a:pt x="1282444" y="235201"/>
                    <a:pt x="1291831" y="227838"/>
                  </a:cubicBezTo>
                  <a:lnTo>
                    <a:pt x="1302114" y="250698"/>
                  </a:lnTo>
                  <a:cubicBezTo>
                    <a:pt x="1293993" y="258318"/>
                    <a:pt x="1283710" y="264414"/>
                    <a:pt x="1271266" y="268986"/>
                  </a:cubicBezTo>
                  <a:cubicBezTo>
                    <a:pt x="1259080" y="273301"/>
                    <a:pt x="1246388" y="275463"/>
                    <a:pt x="1233183" y="275463"/>
                  </a:cubicBezTo>
                  <a:close/>
                  <a:moveTo>
                    <a:pt x="1406130" y="275463"/>
                  </a:moveTo>
                  <a:cubicBezTo>
                    <a:pt x="1373882" y="275463"/>
                    <a:pt x="1348366" y="267205"/>
                    <a:pt x="1329582" y="250698"/>
                  </a:cubicBezTo>
                  <a:lnTo>
                    <a:pt x="1339864" y="227838"/>
                  </a:lnTo>
                  <a:cubicBezTo>
                    <a:pt x="1350023" y="235715"/>
                    <a:pt x="1360429" y="241554"/>
                    <a:pt x="1371093" y="245364"/>
                  </a:cubicBezTo>
                  <a:cubicBezTo>
                    <a:pt x="1382013" y="248917"/>
                    <a:pt x="1394066" y="250698"/>
                    <a:pt x="1407272" y="250698"/>
                  </a:cubicBezTo>
                  <a:cubicBezTo>
                    <a:pt x="1421744" y="250698"/>
                    <a:pt x="1432664" y="248288"/>
                    <a:pt x="1440024" y="243459"/>
                  </a:cubicBezTo>
                  <a:cubicBezTo>
                    <a:pt x="1447641" y="238382"/>
                    <a:pt x="1451449" y="231143"/>
                    <a:pt x="1451449" y="221742"/>
                  </a:cubicBezTo>
                  <a:cubicBezTo>
                    <a:pt x="1451449" y="214122"/>
                    <a:pt x="1448907" y="208150"/>
                    <a:pt x="1443832" y="203835"/>
                  </a:cubicBezTo>
                  <a:cubicBezTo>
                    <a:pt x="1438757" y="199263"/>
                    <a:pt x="1430379" y="195577"/>
                    <a:pt x="1418697" y="192786"/>
                  </a:cubicBezTo>
                  <a:lnTo>
                    <a:pt x="1386326" y="185166"/>
                  </a:lnTo>
                  <a:cubicBezTo>
                    <a:pt x="1370331" y="181613"/>
                    <a:pt x="1357887" y="175260"/>
                    <a:pt x="1349004" y="166116"/>
                  </a:cubicBezTo>
                  <a:cubicBezTo>
                    <a:pt x="1340369" y="156972"/>
                    <a:pt x="1336056" y="146047"/>
                    <a:pt x="1336056" y="133350"/>
                  </a:cubicBezTo>
                  <a:cubicBezTo>
                    <a:pt x="1336056" y="122177"/>
                    <a:pt x="1339103" y="112395"/>
                    <a:pt x="1345196" y="104013"/>
                  </a:cubicBezTo>
                  <a:cubicBezTo>
                    <a:pt x="1351289" y="95374"/>
                    <a:pt x="1359792" y="88649"/>
                    <a:pt x="1370712" y="83820"/>
                  </a:cubicBezTo>
                  <a:cubicBezTo>
                    <a:pt x="1381632" y="78991"/>
                    <a:pt x="1394581" y="76581"/>
                    <a:pt x="1409557" y="76581"/>
                  </a:cubicBezTo>
                  <a:cubicBezTo>
                    <a:pt x="1423010" y="76581"/>
                    <a:pt x="1435711" y="78743"/>
                    <a:pt x="1447641" y="83058"/>
                  </a:cubicBezTo>
                  <a:cubicBezTo>
                    <a:pt x="1459570" y="87373"/>
                    <a:pt x="1469605" y="93602"/>
                    <a:pt x="1477727" y="101727"/>
                  </a:cubicBezTo>
                  <a:lnTo>
                    <a:pt x="1467444" y="124206"/>
                  </a:lnTo>
                  <a:cubicBezTo>
                    <a:pt x="1458304" y="116586"/>
                    <a:pt x="1448907" y="110995"/>
                    <a:pt x="1439262" y="107442"/>
                  </a:cubicBezTo>
                  <a:cubicBezTo>
                    <a:pt x="1429865" y="103632"/>
                    <a:pt x="1419963" y="101727"/>
                    <a:pt x="1409557" y="101727"/>
                  </a:cubicBezTo>
                  <a:cubicBezTo>
                    <a:pt x="1395847" y="101727"/>
                    <a:pt x="1385184" y="104394"/>
                    <a:pt x="1377567" y="109728"/>
                  </a:cubicBezTo>
                  <a:cubicBezTo>
                    <a:pt x="1370207" y="115062"/>
                    <a:pt x="1366523" y="122301"/>
                    <a:pt x="1366523" y="131445"/>
                  </a:cubicBezTo>
                  <a:cubicBezTo>
                    <a:pt x="1366523" y="139322"/>
                    <a:pt x="1368808" y="145542"/>
                    <a:pt x="1373378" y="150114"/>
                  </a:cubicBezTo>
                  <a:cubicBezTo>
                    <a:pt x="1378205" y="154686"/>
                    <a:pt x="1385821" y="158239"/>
                    <a:pt x="1396228" y="160782"/>
                  </a:cubicBezTo>
                  <a:lnTo>
                    <a:pt x="1428599" y="168783"/>
                  </a:lnTo>
                  <a:cubicBezTo>
                    <a:pt x="1446622" y="172593"/>
                    <a:pt x="1459827" y="178946"/>
                    <a:pt x="1468206" y="187833"/>
                  </a:cubicBezTo>
                  <a:cubicBezTo>
                    <a:pt x="1476841" y="196472"/>
                    <a:pt x="1481154" y="207521"/>
                    <a:pt x="1481154" y="220980"/>
                  </a:cubicBezTo>
                  <a:cubicBezTo>
                    <a:pt x="1481154" y="237487"/>
                    <a:pt x="1474423" y="250698"/>
                    <a:pt x="1460970" y="260604"/>
                  </a:cubicBezTo>
                  <a:cubicBezTo>
                    <a:pt x="1447517" y="270510"/>
                    <a:pt x="1429237" y="275463"/>
                    <a:pt x="1406130" y="2754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g12709bdffa8_0_2970"/>
            <p:cNvSpPr/>
            <p:nvPr/>
          </p:nvSpPr>
          <p:spPr>
            <a:xfrm>
              <a:off x="5142141" y="6021492"/>
              <a:ext cx="1459056" cy="284607"/>
            </a:xfrm>
            <a:custGeom>
              <a:rect b="b" l="l" r="r" t="t"/>
              <a:pathLst>
                <a:path extrusionOk="0" h="284607" w="1459056">
                  <a:moveTo>
                    <a:pt x="0" y="281940"/>
                  </a:moveTo>
                  <a:lnTo>
                    <a:pt x="0" y="10668"/>
                  </a:lnTo>
                  <a:lnTo>
                    <a:pt x="108157" y="10668"/>
                  </a:lnTo>
                  <a:cubicBezTo>
                    <a:pt x="136082" y="10668"/>
                    <a:pt x="157790" y="17402"/>
                    <a:pt x="173280" y="30861"/>
                  </a:cubicBezTo>
                  <a:cubicBezTo>
                    <a:pt x="189018" y="44320"/>
                    <a:pt x="196892" y="62865"/>
                    <a:pt x="196892" y="86487"/>
                  </a:cubicBezTo>
                  <a:cubicBezTo>
                    <a:pt x="196892" y="109852"/>
                    <a:pt x="189018" y="128397"/>
                    <a:pt x="173280" y="142113"/>
                  </a:cubicBezTo>
                  <a:cubicBezTo>
                    <a:pt x="157542" y="155829"/>
                    <a:pt x="135834" y="162687"/>
                    <a:pt x="108157" y="162687"/>
                  </a:cubicBezTo>
                  <a:lnTo>
                    <a:pt x="31228" y="162687"/>
                  </a:lnTo>
                  <a:lnTo>
                    <a:pt x="31228" y="281940"/>
                  </a:lnTo>
                  <a:lnTo>
                    <a:pt x="0" y="281940"/>
                  </a:lnTo>
                  <a:close/>
                  <a:moveTo>
                    <a:pt x="31228" y="136779"/>
                  </a:moveTo>
                  <a:lnTo>
                    <a:pt x="105491" y="136779"/>
                  </a:lnTo>
                  <a:cubicBezTo>
                    <a:pt x="125552" y="136779"/>
                    <a:pt x="140652" y="132464"/>
                    <a:pt x="150811" y="123825"/>
                  </a:cubicBezTo>
                  <a:cubicBezTo>
                    <a:pt x="160970" y="114938"/>
                    <a:pt x="166045" y="102489"/>
                    <a:pt x="166045" y="86487"/>
                  </a:cubicBezTo>
                  <a:cubicBezTo>
                    <a:pt x="166045" y="70485"/>
                    <a:pt x="160970" y="58169"/>
                    <a:pt x="150811" y="49530"/>
                  </a:cubicBezTo>
                  <a:cubicBezTo>
                    <a:pt x="140652" y="40891"/>
                    <a:pt x="125552" y="36576"/>
                    <a:pt x="105491" y="36576"/>
                  </a:cubicBezTo>
                  <a:lnTo>
                    <a:pt x="31228" y="36576"/>
                  </a:lnTo>
                  <a:lnTo>
                    <a:pt x="31228" y="136779"/>
                  </a:lnTo>
                  <a:close/>
                  <a:moveTo>
                    <a:pt x="244258" y="281940"/>
                  </a:moveTo>
                  <a:lnTo>
                    <a:pt x="244258" y="1524"/>
                  </a:lnTo>
                  <a:lnTo>
                    <a:pt x="275106" y="1524"/>
                  </a:lnTo>
                  <a:lnTo>
                    <a:pt x="275106" y="281940"/>
                  </a:lnTo>
                  <a:lnTo>
                    <a:pt x="244258" y="281940"/>
                  </a:lnTo>
                  <a:close/>
                  <a:moveTo>
                    <a:pt x="408503" y="284607"/>
                  </a:moveTo>
                  <a:cubicBezTo>
                    <a:pt x="391489" y="284607"/>
                    <a:pt x="376513" y="280673"/>
                    <a:pt x="363564" y="272796"/>
                  </a:cubicBezTo>
                  <a:cubicBezTo>
                    <a:pt x="350873" y="264671"/>
                    <a:pt x="340972" y="253241"/>
                    <a:pt x="333859" y="238506"/>
                  </a:cubicBezTo>
                  <a:cubicBezTo>
                    <a:pt x="327005" y="223523"/>
                    <a:pt x="323577" y="205997"/>
                    <a:pt x="323577" y="185928"/>
                  </a:cubicBezTo>
                  <a:cubicBezTo>
                    <a:pt x="323577" y="165859"/>
                    <a:pt x="327128" y="148333"/>
                    <a:pt x="334240" y="133350"/>
                  </a:cubicBezTo>
                  <a:cubicBezTo>
                    <a:pt x="341352" y="118367"/>
                    <a:pt x="351254" y="106680"/>
                    <a:pt x="363945" y="98298"/>
                  </a:cubicBezTo>
                  <a:cubicBezTo>
                    <a:pt x="376894" y="89916"/>
                    <a:pt x="391746" y="85725"/>
                    <a:pt x="408503" y="85725"/>
                  </a:cubicBezTo>
                  <a:cubicBezTo>
                    <a:pt x="426021" y="85725"/>
                    <a:pt x="440874" y="90040"/>
                    <a:pt x="453061" y="98679"/>
                  </a:cubicBezTo>
                  <a:cubicBezTo>
                    <a:pt x="465247" y="107318"/>
                    <a:pt x="473502" y="119634"/>
                    <a:pt x="477815" y="135636"/>
                  </a:cubicBezTo>
                  <a:lnTo>
                    <a:pt x="473245" y="138684"/>
                  </a:lnTo>
                  <a:lnTo>
                    <a:pt x="473245" y="90297"/>
                  </a:lnTo>
                  <a:lnTo>
                    <a:pt x="503712" y="90297"/>
                  </a:lnTo>
                  <a:lnTo>
                    <a:pt x="503712" y="281940"/>
                  </a:lnTo>
                  <a:lnTo>
                    <a:pt x="473245" y="281940"/>
                  </a:lnTo>
                  <a:lnTo>
                    <a:pt x="473245" y="232410"/>
                  </a:lnTo>
                  <a:lnTo>
                    <a:pt x="477815" y="234696"/>
                  </a:lnTo>
                  <a:cubicBezTo>
                    <a:pt x="473502" y="250698"/>
                    <a:pt x="465247" y="263014"/>
                    <a:pt x="453061" y="271653"/>
                  </a:cubicBezTo>
                  <a:cubicBezTo>
                    <a:pt x="440874" y="280292"/>
                    <a:pt x="426021" y="284607"/>
                    <a:pt x="408503" y="284607"/>
                  </a:cubicBezTo>
                  <a:close/>
                  <a:moveTo>
                    <a:pt x="414596" y="259080"/>
                  </a:moveTo>
                  <a:cubicBezTo>
                    <a:pt x="433381" y="259080"/>
                    <a:pt x="447853" y="252727"/>
                    <a:pt x="458011" y="240030"/>
                  </a:cubicBezTo>
                  <a:cubicBezTo>
                    <a:pt x="468170" y="227076"/>
                    <a:pt x="473245" y="208788"/>
                    <a:pt x="473245" y="185166"/>
                  </a:cubicBezTo>
                  <a:cubicBezTo>
                    <a:pt x="473245" y="161544"/>
                    <a:pt x="468037" y="143380"/>
                    <a:pt x="457631" y="130683"/>
                  </a:cubicBezTo>
                  <a:cubicBezTo>
                    <a:pt x="447472" y="117986"/>
                    <a:pt x="433134" y="111633"/>
                    <a:pt x="414596" y="111633"/>
                  </a:cubicBezTo>
                  <a:cubicBezTo>
                    <a:pt x="395812" y="111633"/>
                    <a:pt x="381083" y="118234"/>
                    <a:pt x="370420" y="131445"/>
                  </a:cubicBezTo>
                  <a:cubicBezTo>
                    <a:pt x="360013" y="144399"/>
                    <a:pt x="354805" y="162563"/>
                    <a:pt x="354805" y="185928"/>
                  </a:cubicBezTo>
                  <a:cubicBezTo>
                    <a:pt x="354805" y="209293"/>
                    <a:pt x="360013" y="227333"/>
                    <a:pt x="370420" y="240030"/>
                  </a:cubicBezTo>
                  <a:cubicBezTo>
                    <a:pt x="381083" y="252727"/>
                    <a:pt x="395812" y="259080"/>
                    <a:pt x="414596" y="259080"/>
                  </a:cubicBezTo>
                  <a:close/>
                  <a:moveTo>
                    <a:pt x="536311" y="114681"/>
                  </a:moveTo>
                  <a:lnTo>
                    <a:pt x="536311" y="90297"/>
                  </a:lnTo>
                  <a:lnTo>
                    <a:pt x="659321" y="90297"/>
                  </a:lnTo>
                  <a:lnTo>
                    <a:pt x="659321" y="114681"/>
                  </a:lnTo>
                  <a:lnTo>
                    <a:pt x="536311" y="114681"/>
                  </a:lnTo>
                  <a:close/>
                  <a:moveTo>
                    <a:pt x="658560" y="254508"/>
                  </a:moveTo>
                  <a:lnTo>
                    <a:pt x="658560" y="280797"/>
                  </a:lnTo>
                  <a:cubicBezTo>
                    <a:pt x="654247" y="282064"/>
                    <a:pt x="649934" y="282959"/>
                    <a:pt x="645611" y="283464"/>
                  </a:cubicBezTo>
                  <a:cubicBezTo>
                    <a:pt x="641555" y="284226"/>
                    <a:pt x="636985" y="284607"/>
                    <a:pt x="631901" y="284607"/>
                  </a:cubicBezTo>
                  <a:cubicBezTo>
                    <a:pt x="614135" y="284607"/>
                    <a:pt x="599911" y="279530"/>
                    <a:pt x="589247" y="269367"/>
                  </a:cubicBezTo>
                  <a:cubicBezTo>
                    <a:pt x="578841" y="259204"/>
                    <a:pt x="573633" y="243964"/>
                    <a:pt x="573633" y="223647"/>
                  </a:cubicBezTo>
                  <a:lnTo>
                    <a:pt x="573633" y="41148"/>
                  </a:lnTo>
                  <a:lnTo>
                    <a:pt x="604481" y="30099"/>
                  </a:lnTo>
                  <a:lnTo>
                    <a:pt x="604481" y="219456"/>
                  </a:lnTo>
                  <a:cubicBezTo>
                    <a:pt x="604481" y="229619"/>
                    <a:pt x="605880" y="237487"/>
                    <a:pt x="608670" y="243078"/>
                  </a:cubicBezTo>
                  <a:cubicBezTo>
                    <a:pt x="611717" y="248669"/>
                    <a:pt x="615782" y="252603"/>
                    <a:pt x="620857" y="254889"/>
                  </a:cubicBezTo>
                  <a:cubicBezTo>
                    <a:pt x="625941" y="256918"/>
                    <a:pt x="631654" y="257937"/>
                    <a:pt x="637995" y="257937"/>
                  </a:cubicBezTo>
                  <a:cubicBezTo>
                    <a:pt x="641803" y="257937"/>
                    <a:pt x="645230" y="257680"/>
                    <a:pt x="648277" y="257175"/>
                  </a:cubicBezTo>
                  <a:cubicBezTo>
                    <a:pt x="651324" y="256670"/>
                    <a:pt x="654751" y="255775"/>
                    <a:pt x="658560" y="254508"/>
                  </a:cubicBezTo>
                  <a:close/>
                  <a:moveTo>
                    <a:pt x="673545" y="114681"/>
                  </a:moveTo>
                  <a:lnTo>
                    <a:pt x="673545" y="90297"/>
                  </a:lnTo>
                  <a:lnTo>
                    <a:pt x="788558" y="90297"/>
                  </a:lnTo>
                  <a:lnTo>
                    <a:pt x="788558" y="114681"/>
                  </a:lnTo>
                  <a:lnTo>
                    <a:pt x="673545" y="114681"/>
                  </a:lnTo>
                  <a:close/>
                  <a:moveTo>
                    <a:pt x="793889" y="29718"/>
                  </a:moveTo>
                  <a:cubicBezTo>
                    <a:pt x="786787" y="27689"/>
                    <a:pt x="780179" y="26670"/>
                    <a:pt x="774086" y="26670"/>
                  </a:cubicBezTo>
                  <a:cubicBezTo>
                    <a:pt x="767993" y="26670"/>
                    <a:pt x="762414" y="27813"/>
                    <a:pt x="757329" y="30099"/>
                  </a:cubicBezTo>
                  <a:cubicBezTo>
                    <a:pt x="752511" y="32128"/>
                    <a:pt x="748703" y="35938"/>
                    <a:pt x="745904" y="41529"/>
                  </a:cubicBezTo>
                  <a:cubicBezTo>
                    <a:pt x="743114" y="47120"/>
                    <a:pt x="741715" y="54864"/>
                    <a:pt x="741715" y="64770"/>
                  </a:cubicBezTo>
                  <a:lnTo>
                    <a:pt x="741715" y="281940"/>
                  </a:lnTo>
                  <a:lnTo>
                    <a:pt x="710867" y="281940"/>
                  </a:lnTo>
                  <a:lnTo>
                    <a:pt x="710867" y="60960"/>
                  </a:lnTo>
                  <a:cubicBezTo>
                    <a:pt x="710867" y="40386"/>
                    <a:pt x="715952" y="25146"/>
                    <a:pt x="726101" y="15240"/>
                  </a:cubicBezTo>
                  <a:cubicBezTo>
                    <a:pt x="736260" y="5077"/>
                    <a:pt x="750227" y="0"/>
                    <a:pt x="767993" y="0"/>
                  </a:cubicBezTo>
                  <a:cubicBezTo>
                    <a:pt x="772315" y="0"/>
                    <a:pt x="776628" y="257"/>
                    <a:pt x="780941" y="762"/>
                  </a:cubicBezTo>
                  <a:cubicBezTo>
                    <a:pt x="785263" y="1267"/>
                    <a:pt x="789576" y="2162"/>
                    <a:pt x="793889" y="3429"/>
                  </a:cubicBezTo>
                  <a:lnTo>
                    <a:pt x="793889" y="29718"/>
                  </a:lnTo>
                  <a:close/>
                  <a:moveTo>
                    <a:pt x="906255" y="284607"/>
                  </a:moveTo>
                  <a:cubicBezTo>
                    <a:pt x="887975" y="284607"/>
                    <a:pt x="871980" y="280540"/>
                    <a:pt x="858270" y="272415"/>
                  </a:cubicBezTo>
                  <a:cubicBezTo>
                    <a:pt x="844807" y="264290"/>
                    <a:pt x="834277" y="252860"/>
                    <a:pt x="826660" y="238125"/>
                  </a:cubicBezTo>
                  <a:cubicBezTo>
                    <a:pt x="819291" y="223142"/>
                    <a:pt x="815616" y="205483"/>
                    <a:pt x="815616" y="185166"/>
                  </a:cubicBezTo>
                  <a:cubicBezTo>
                    <a:pt x="815616" y="165097"/>
                    <a:pt x="819291" y="147571"/>
                    <a:pt x="826660" y="132588"/>
                  </a:cubicBezTo>
                  <a:cubicBezTo>
                    <a:pt x="834277" y="117605"/>
                    <a:pt x="844807" y="106042"/>
                    <a:pt x="858270" y="97917"/>
                  </a:cubicBezTo>
                  <a:cubicBezTo>
                    <a:pt x="871980" y="89792"/>
                    <a:pt x="887975" y="85725"/>
                    <a:pt x="906255" y="85725"/>
                  </a:cubicBezTo>
                  <a:cubicBezTo>
                    <a:pt x="924535" y="85725"/>
                    <a:pt x="940397" y="89792"/>
                    <a:pt x="953859" y="97917"/>
                  </a:cubicBezTo>
                  <a:cubicBezTo>
                    <a:pt x="967569" y="106042"/>
                    <a:pt x="978100" y="117605"/>
                    <a:pt x="985469" y="132588"/>
                  </a:cubicBezTo>
                  <a:cubicBezTo>
                    <a:pt x="993085" y="147571"/>
                    <a:pt x="996894" y="165097"/>
                    <a:pt x="996894" y="185166"/>
                  </a:cubicBezTo>
                  <a:cubicBezTo>
                    <a:pt x="996894" y="205483"/>
                    <a:pt x="993085" y="223142"/>
                    <a:pt x="985469" y="238125"/>
                  </a:cubicBezTo>
                  <a:cubicBezTo>
                    <a:pt x="978100" y="252860"/>
                    <a:pt x="967569" y="264290"/>
                    <a:pt x="953859" y="272415"/>
                  </a:cubicBezTo>
                  <a:cubicBezTo>
                    <a:pt x="940397" y="280540"/>
                    <a:pt x="924535" y="284607"/>
                    <a:pt x="906255" y="284607"/>
                  </a:cubicBezTo>
                  <a:close/>
                  <a:moveTo>
                    <a:pt x="906255" y="259080"/>
                  </a:moveTo>
                  <a:cubicBezTo>
                    <a:pt x="925040" y="259080"/>
                    <a:pt x="939511" y="252860"/>
                    <a:pt x="949670" y="240411"/>
                  </a:cubicBezTo>
                  <a:cubicBezTo>
                    <a:pt x="960076" y="227714"/>
                    <a:pt x="965284" y="209293"/>
                    <a:pt x="965284" y="185166"/>
                  </a:cubicBezTo>
                  <a:cubicBezTo>
                    <a:pt x="965284" y="161544"/>
                    <a:pt x="960076" y="143380"/>
                    <a:pt x="949670" y="130683"/>
                  </a:cubicBezTo>
                  <a:cubicBezTo>
                    <a:pt x="939254" y="117986"/>
                    <a:pt x="924782" y="111633"/>
                    <a:pt x="906255" y="111633"/>
                  </a:cubicBezTo>
                  <a:cubicBezTo>
                    <a:pt x="887717" y="111633"/>
                    <a:pt x="873122" y="117986"/>
                    <a:pt x="862459" y="130683"/>
                  </a:cubicBezTo>
                  <a:cubicBezTo>
                    <a:pt x="852043" y="143380"/>
                    <a:pt x="846845" y="161544"/>
                    <a:pt x="846845" y="185166"/>
                  </a:cubicBezTo>
                  <a:cubicBezTo>
                    <a:pt x="846845" y="209293"/>
                    <a:pt x="851919" y="227714"/>
                    <a:pt x="862078" y="240411"/>
                  </a:cubicBezTo>
                  <a:cubicBezTo>
                    <a:pt x="872484" y="252860"/>
                    <a:pt x="887213" y="259080"/>
                    <a:pt x="906255" y="259080"/>
                  </a:cubicBezTo>
                  <a:close/>
                  <a:moveTo>
                    <a:pt x="1044974" y="281940"/>
                  </a:moveTo>
                  <a:lnTo>
                    <a:pt x="1044974" y="144018"/>
                  </a:lnTo>
                  <a:cubicBezTo>
                    <a:pt x="1044974" y="135131"/>
                    <a:pt x="1044727" y="126235"/>
                    <a:pt x="1044212" y="117348"/>
                  </a:cubicBezTo>
                  <a:cubicBezTo>
                    <a:pt x="1043965" y="108204"/>
                    <a:pt x="1043203" y="99184"/>
                    <a:pt x="1041927" y="90297"/>
                  </a:cubicBezTo>
                  <a:lnTo>
                    <a:pt x="1071252" y="90297"/>
                  </a:lnTo>
                  <a:lnTo>
                    <a:pt x="1075441" y="137541"/>
                  </a:lnTo>
                  <a:lnTo>
                    <a:pt x="1071252" y="136398"/>
                  </a:lnTo>
                  <a:cubicBezTo>
                    <a:pt x="1074812" y="119634"/>
                    <a:pt x="1082429" y="107061"/>
                    <a:pt x="1094102" y="98679"/>
                  </a:cubicBezTo>
                  <a:cubicBezTo>
                    <a:pt x="1106041" y="90040"/>
                    <a:pt x="1119371" y="85725"/>
                    <a:pt x="1134089" y="85725"/>
                  </a:cubicBezTo>
                  <a:cubicBezTo>
                    <a:pt x="1137393" y="85725"/>
                    <a:pt x="1140440" y="85982"/>
                    <a:pt x="1143230" y="86487"/>
                  </a:cubicBezTo>
                  <a:cubicBezTo>
                    <a:pt x="1146276" y="86744"/>
                    <a:pt x="1149076" y="87249"/>
                    <a:pt x="1151608" y="88011"/>
                  </a:cubicBezTo>
                  <a:lnTo>
                    <a:pt x="1150846" y="116205"/>
                  </a:lnTo>
                  <a:cubicBezTo>
                    <a:pt x="1145010" y="114176"/>
                    <a:pt x="1138279" y="113157"/>
                    <a:pt x="1130662" y="113157"/>
                  </a:cubicBezTo>
                  <a:cubicBezTo>
                    <a:pt x="1117466" y="113157"/>
                    <a:pt x="1106803" y="116081"/>
                    <a:pt x="1098672" y="121920"/>
                  </a:cubicBezTo>
                  <a:cubicBezTo>
                    <a:pt x="1090808" y="127759"/>
                    <a:pt x="1084962" y="135255"/>
                    <a:pt x="1081153" y="144399"/>
                  </a:cubicBezTo>
                  <a:cubicBezTo>
                    <a:pt x="1077602" y="153286"/>
                    <a:pt x="1075822" y="162687"/>
                    <a:pt x="1075822" y="172593"/>
                  </a:cubicBezTo>
                  <a:lnTo>
                    <a:pt x="1075822" y="281940"/>
                  </a:lnTo>
                  <a:lnTo>
                    <a:pt x="1044974" y="281940"/>
                  </a:lnTo>
                  <a:close/>
                  <a:moveTo>
                    <a:pt x="1182951" y="281940"/>
                  </a:moveTo>
                  <a:lnTo>
                    <a:pt x="1182951" y="144018"/>
                  </a:lnTo>
                  <a:cubicBezTo>
                    <a:pt x="1182951" y="135131"/>
                    <a:pt x="1182703" y="126235"/>
                    <a:pt x="1182189" y="117348"/>
                  </a:cubicBezTo>
                  <a:cubicBezTo>
                    <a:pt x="1181941" y="108204"/>
                    <a:pt x="1181180" y="99184"/>
                    <a:pt x="1179904" y="90297"/>
                  </a:cubicBezTo>
                  <a:lnTo>
                    <a:pt x="1209228" y="90297"/>
                  </a:lnTo>
                  <a:lnTo>
                    <a:pt x="1212656" y="129921"/>
                  </a:lnTo>
                  <a:lnTo>
                    <a:pt x="1208847" y="132588"/>
                  </a:lnTo>
                  <a:cubicBezTo>
                    <a:pt x="1213418" y="117605"/>
                    <a:pt x="1221291" y="106042"/>
                    <a:pt x="1232459" y="97917"/>
                  </a:cubicBezTo>
                  <a:cubicBezTo>
                    <a:pt x="1243885" y="89792"/>
                    <a:pt x="1257347" y="85725"/>
                    <a:pt x="1272828" y="85725"/>
                  </a:cubicBezTo>
                  <a:cubicBezTo>
                    <a:pt x="1291365" y="85725"/>
                    <a:pt x="1305713" y="90297"/>
                    <a:pt x="1315862" y="99441"/>
                  </a:cubicBezTo>
                  <a:cubicBezTo>
                    <a:pt x="1326278" y="108585"/>
                    <a:pt x="1332876" y="122558"/>
                    <a:pt x="1335665" y="141351"/>
                  </a:cubicBezTo>
                  <a:lnTo>
                    <a:pt x="1326526" y="136398"/>
                  </a:lnTo>
                  <a:cubicBezTo>
                    <a:pt x="1330591" y="120901"/>
                    <a:pt x="1338712" y="108585"/>
                    <a:pt x="1350899" y="99441"/>
                  </a:cubicBezTo>
                  <a:cubicBezTo>
                    <a:pt x="1363343" y="90297"/>
                    <a:pt x="1378196" y="85725"/>
                    <a:pt x="1395457" y="85725"/>
                  </a:cubicBezTo>
                  <a:cubicBezTo>
                    <a:pt x="1416536" y="85725"/>
                    <a:pt x="1432398" y="92078"/>
                    <a:pt x="1443061" y="104775"/>
                  </a:cubicBezTo>
                  <a:cubicBezTo>
                    <a:pt x="1453725" y="117224"/>
                    <a:pt x="1459056" y="136141"/>
                    <a:pt x="1459056" y="161544"/>
                  </a:cubicBezTo>
                  <a:lnTo>
                    <a:pt x="1459056" y="281940"/>
                  </a:lnTo>
                  <a:lnTo>
                    <a:pt x="1428209" y="281940"/>
                  </a:lnTo>
                  <a:lnTo>
                    <a:pt x="1428209" y="163068"/>
                  </a:lnTo>
                  <a:cubicBezTo>
                    <a:pt x="1428209" y="145285"/>
                    <a:pt x="1425038" y="132331"/>
                    <a:pt x="1418688" y="124206"/>
                  </a:cubicBezTo>
                  <a:cubicBezTo>
                    <a:pt x="1412347" y="115824"/>
                    <a:pt x="1402312" y="111633"/>
                    <a:pt x="1388602" y="111633"/>
                  </a:cubicBezTo>
                  <a:cubicBezTo>
                    <a:pt x="1372607" y="111633"/>
                    <a:pt x="1359915" y="117091"/>
                    <a:pt x="1350518" y="128016"/>
                  </a:cubicBezTo>
                  <a:cubicBezTo>
                    <a:pt x="1341378" y="138941"/>
                    <a:pt x="1336808" y="153800"/>
                    <a:pt x="1336808" y="172593"/>
                  </a:cubicBezTo>
                  <a:lnTo>
                    <a:pt x="1336808" y="281940"/>
                  </a:lnTo>
                  <a:lnTo>
                    <a:pt x="1305960" y="281940"/>
                  </a:lnTo>
                  <a:lnTo>
                    <a:pt x="1305960" y="163068"/>
                  </a:lnTo>
                  <a:cubicBezTo>
                    <a:pt x="1305960" y="145285"/>
                    <a:pt x="1302666" y="132331"/>
                    <a:pt x="1296059" y="124206"/>
                  </a:cubicBezTo>
                  <a:cubicBezTo>
                    <a:pt x="1289718" y="115824"/>
                    <a:pt x="1279683" y="111633"/>
                    <a:pt x="1265973" y="111633"/>
                  </a:cubicBezTo>
                  <a:cubicBezTo>
                    <a:pt x="1249730" y="111633"/>
                    <a:pt x="1236906" y="117091"/>
                    <a:pt x="1227508" y="128016"/>
                  </a:cubicBezTo>
                  <a:cubicBezTo>
                    <a:pt x="1218368" y="138941"/>
                    <a:pt x="1213798" y="153800"/>
                    <a:pt x="1213798" y="172593"/>
                  </a:cubicBezTo>
                  <a:lnTo>
                    <a:pt x="1213798" y="281940"/>
                  </a:lnTo>
                  <a:lnTo>
                    <a:pt x="1182951" y="2819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g12709bdffa8_0_2970"/>
            <p:cNvSpPr/>
            <p:nvPr/>
          </p:nvSpPr>
          <p:spPr>
            <a:xfrm>
              <a:off x="4527854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g12709bdffa8_0_2970"/>
            <p:cNvSpPr/>
            <p:nvPr/>
          </p:nvSpPr>
          <p:spPr>
            <a:xfrm>
              <a:off x="1919132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--Warehouse">
  <p:cSld name="Background--Warehouse 2">
    <p:bg>
      <p:bgPr>
        <a:solidFill>
          <a:schemeClr val="accent5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g12709bdffa8_0_2989"/>
          <p:cNvPicPr preferRelativeResize="0"/>
          <p:nvPr/>
        </p:nvPicPr>
        <p:blipFill rotWithShape="1">
          <a:blip r:embed="rId2">
            <a:alphaModFix amt="40000"/>
          </a:blip>
          <a:srcRect b="12065" l="0" r="52412" t="24763"/>
          <a:stretch/>
        </p:blipFill>
        <p:spPr>
          <a:xfrm>
            <a:off x="3007268" y="-1"/>
            <a:ext cx="918473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g12709bdffa8_0_2989"/>
          <p:cNvSpPr txBox="1"/>
          <p:nvPr>
            <p:ph idx="1" type="body"/>
          </p:nvPr>
        </p:nvSpPr>
        <p:spPr>
          <a:xfrm>
            <a:off x="155786" y="6472155"/>
            <a:ext cx="5940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7" name="Google Shape;567;g12709bdffa8_0_2989"/>
          <p:cNvSpPr txBox="1"/>
          <p:nvPr>
            <p:ph type="title"/>
          </p:nvPr>
        </p:nvSpPr>
        <p:spPr>
          <a:xfrm>
            <a:off x="155786" y="1191528"/>
            <a:ext cx="5054700" cy="48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  <a:defRPr b="1" sz="32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68" name="Google Shape;568;g12709bdffa8_0_2989"/>
          <p:cNvGrpSpPr/>
          <p:nvPr/>
        </p:nvGrpSpPr>
        <p:grpSpPr>
          <a:xfrm>
            <a:off x="300945" y="308243"/>
            <a:ext cx="2012792" cy="571765"/>
            <a:chOff x="338666" y="4303183"/>
            <a:chExt cx="7340599" cy="2085212"/>
          </a:xfrm>
        </p:grpSpPr>
        <p:sp>
          <p:nvSpPr>
            <p:cNvPr id="569" name="Google Shape;569;g12709bdffa8_0_2989"/>
            <p:cNvSpPr/>
            <p:nvPr/>
          </p:nvSpPr>
          <p:spPr>
            <a:xfrm>
              <a:off x="338666" y="4817769"/>
              <a:ext cx="931067" cy="1085156"/>
            </a:xfrm>
            <a:custGeom>
              <a:rect b="b" l="l" r="r" t="t"/>
              <a:pathLst>
                <a:path extrusionOk="0" h="1085156" w="931067">
                  <a:moveTo>
                    <a:pt x="266668" y="724502"/>
                  </a:moveTo>
                  <a:lnTo>
                    <a:pt x="0" y="724502"/>
                  </a:lnTo>
                  <a:cubicBezTo>
                    <a:pt x="0" y="847803"/>
                    <a:pt x="39462" y="937691"/>
                    <a:pt x="117749" y="995117"/>
                  </a:cubicBezTo>
                  <a:cubicBezTo>
                    <a:pt x="188382" y="1054534"/>
                    <a:pt x="298318" y="1085157"/>
                    <a:pt x="451383" y="1085157"/>
                  </a:cubicBezTo>
                  <a:cubicBezTo>
                    <a:pt x="735511" y="1085157"/>
                    <a:pt x="931068" y="993278"/>
                    <a:pt x="931068" y="736551"/>
                  </a:cubicBezTo>
                  <a:cubicBezTo>
                    <a:pt x="931068" y="663885"/>
                    <a:pt x="908108" y="599124"/>
                    <a:pt x="860036" y="546727"/>
                  </a:cubicBezTo>
                  <a:cubicBezTo>
                    <a:pt x="804550" y="492016"/>
                    <a:pt x="691505" y="445600"/>
                    <a:pt x="507268" y="409227"/>
                  </a:cubicBezTo>
                  <a:cubicBezTo>
                    <a:pt x="364487" y="382909"/>
                    <a:pt x="294252" y="340558"/>
                    <a:pt x="294252" y="285925"/>
                  </a:cubicBezTo>
                  <a:cubicBezTo>
                    <a:pt x="294252" y="231452"/>
                    <a:pt x="348064" y="203059"/>
                    <a:pt x="455529" y="203059"/>
                  </a:cubicBezTo>
                  <a:cubicBezTo>
                    <a:pt x="546571" y="203059"/>
                    <a:pt x="602376" y="229378"/>
                    <a:pt x="621111" y="275875"/>
                  </a:cubicBezTo>
                  <a:cubicBezTo>
                    <a:pt x="637534" y="318386"/>
                    <a:pt x="678032" y="340558"/>
                    <a:pt x="737424" y="342631"/>
                  </a:cubicBezTo>
                  <a:lnTo>
                    <a:pt x="898542" y="342631"/>
                  </a:lnTo>
                  <a:cubicBezTo>
                    <a:pt x="892802" y="231452"/>
                    <a:pt x="852463" y="146910"/>
                    <a:pt x="777764" y="86934"/>
                  </a:cubicBezTo>
                  <a:cubicBezTo>
                    <a:pt x="701151" y="28951"/>
                    <a:pt x="592251" y="0"/>
                    <a:pt x="451543" y="0"/>
                  </a:cubicBezTo>
                  <a:cubicBezTo>
                    <a:pt x="206080" y="3908"/>
                    <a:pt x="29577" y="108388"/>
                    <a:pt x="29577" y="334417"/>
                  </a:cubicBezTo>
                  <a:cubicBezTo>
                    <a:pt x="31649" y="502141"/>
                    <a:pt x="149159" y="607421"/>
                    <a:pt x="383141" y="649693"/>
                  </a:cubicBezTo>
                  <a:cubicBezTo>
                    <a:pt x="571284" y="682230"/>
                    <a:pt x="666472" y="726578"/>
                    <a:pt x="666472" y="781214"/>
                  </a:cubicBezTo>
                  <a:cubicBezTo>
                    <a:pt x="666472" y="849880"/>
                    <a:pt x="608515" y="882103"/>
                    <a:pt x="492679" y="882103"/>
                  </a:cubicBezTo>
                  <a:cubicBezTo>
                    <a:pt x="358348" y="882103"/>
                    <a:pt x="272648" y="841907"/>
                    <a:pt x="266668" y="7245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g12709bdffa8_0_2989"/>
            <p:cNvSpPr/>
            <p:nvPr/>
          </p:nvSpPr>
          <p:spPr>
            <a:xfrm>
              <a:off x="1374890" y="4819443"/>
              <a:ext cx="1517750" cy="1067689"/>
            </a:xfrm>
            <a:custGeom>
              <a:rect b="b" l="l" r="r" t="t"/>
              <a:pathLst>
                <a:path extrusionOk="0" h="1067689" w="1517750">
                  <a:moveTo>
                    <a:pt x="448672" y="223396"/>
                  </a:moveTo>
                  <a:cubicBezTo>
                    <a:pt x="569444" y="223396"/>
                    <a:pt x="630673" y="277471"/>
                    <a:pt x="636890" y="387375"/>
                  </a:cubicBezTo>
                  <a:lnTo>
                    <a:pt x="636890" y="1063784"/>
                  </a:lnTo>
                  <a:lnTo>
                    <a:pt x="880920" y="1063784"/>
                  </a:lnTo>
                  <a:lnTo>
                    <a:pt x="880920" y="391522"/>
                  </a:lnTo>
                  <a:cubicBezTo>
                    <a:pt x="882995" y="281379"/>
                    <a:pt x="944138" y="227305"/>
                    <a:pt x="1064996" y="227305"/>
                  </a:cubicBezTo>
                  <a:cubicBezTo>
                    <a:pt x="1185778" y="227305"/>
                    <a:pt x="1246998" y="281379"/>
                    <a:pt x="1253139" y="391522"/>
                  </a:cubicBezTo>
                  <a:lnTo>
                    <a:pt x="1253139" y="935778"/>
                  </a:lnTo>
                  <a:cubicBezTo>
                    <a:pt x="1253139" y="1019760"/>
                    <a:pt x="1296268" y="1061794"/>
                    <a:pt x="1382527" y="1067690"/>
                  </a:cubicBezTo>
                  <a:lnTo>
                    <a:pt x="1517733" y="1067690"/>
                  </a:lnTo>
                  <a:lnTo>
                    <a:pt x="1517733" y="445517"/>
                  </a:lnTo>
                  <a:cubicBezTo>
                    <a:pt x="1519571" y="146911"/>
                    <a:pt x="1372645" y="3669"/>
                    <a:pt x="1069062" y="3669"/>
                  </a:cubicBezTo>
                  <a:cubicBezTo>
                    <a:pt x="930028" y="3669"/>
                    <a:pt x="829973" y="30387"/>
                    <a:pt x="760699" y="85897"/>
                  </a:cubicBezTo>
                  <a:cubicBezTo>
                    <a:pt x="691502" y="28553"/>
                    <a:pt x="591847" y="0"/>
                    <a:pt x="452737" y="0"/>
                  </a:cubicBezTo>
                  <a:cubicBezTo>
                    <a:pt x="148992" y="0"/>
                    <a:pt x="0" y="143242"/>
                    <a:pt x="0" y="441449"/>
                  </a:cubicBezTo>
                  <a:lnTo>
                    <a:pt x="0" y="1063784"/>
                  </a:lnTo>
                  <a:lnTo>
                    <a:pt x="264509" y="1063784"/>
                  </a:lnTo>
                  <a:lnTo>
                    <a:pt x="264509" y="387375"/>
                  </a:lnTo>
                  <a:cubicBezTo>
                    <a:pt x="266747" y="277471"/>
                    <a:pt x="327890" y="223396"/>
                    <a:pt x="448672" y="2233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g12709bdffa8_0_2989"/>
            <p:cNvSpPr/>
            <p:nvPr/>
          </p:nvSpPr>
          <p:spPr>
            <a:xfrm>
              <a:off x="3018422" y="4817769"/>
              <a:ext cx="880929" cy="1069283"/>
            </a:xfrm>
            <a:custGeom>
              <a:rect b="b" l="l" r="r" t="t"/>
              <a:pathLst>
                <a:path extrusionOk="0" h="1069283" w="880929">
                  <a:moveTo>
                    <a:pt x="450909" y="203059"/>
                  </a:moveTo>
                  <a:cubicBezTo>
                    <a:pt x="567140" y="203059"/>
                    <a:pt x="626293" y="232648"/>
                    <a:pt x="632672" y="291907"/>
                  </a:cubicBezTo>
                  <a:cubicBezTo>
                    <a:pt x="632672" y="349012"/>
                    <a:pt x="571443" y="382510"/>
                    <a:pt x="450909" y="396308"/>
                  </a:cubicBezTo>
                  <a:cubicBezTo>
                    <a:pt x="176822" y="421989"/>
                    <a:pt x="5503" y="489301"/>
                    <a:pt x="0" y="739732"/>
                  </a:cubicBezTo>
                  <a:cubicBezTo>
                    <a:pt x="0" y="970552"/>
                    <a:pt x="163912" y="1086833"/>
                    <a:pt x="421566" y="1067135"/>
                  </a:cubicBezTo>
                  <a:cubicBezTo>
                    <a:pt x="714466" y="1047438"/>
                    <a:pt x="880929" y="919183"/>
                    <a:pt x="880929" y="631186"/>
                  </a:cubicBezTo>
                  <a:lnTo>
                    <a:pt x="880929" y="276035"/>
                  </a:lnTo>
                  <a:cubicBezTo>
                    <a:pt x="875188" y="89406"/>
                    <a:pt x="735279" y="0"/>
                    <a:pt x="438475" y="0"/>
                  </a:cubicBezTo>
                  <a:cubicBezTo>
                    <a:pt x="188228" y="0"/>
                    <a:pt x="59639" y="89406"/>
                    <a:pt x="29819" y="276035"/>
                  </a:cubicBezTo>
                  <a:lnTo>
                    <a:pt x="282056" y="276035"/>
                  </a:lnTo>
                  <a:cubicBezTo>
                    <a:pt x="296804" y="226746"/>
                    <a:pt x="351730" y="203059"/>
                    <a:pt x="450909" y="203059"/>
                  </a:cubicBezTo>
                  <a:close/>
                  <a:moveTo>
                    <a:pt x="385615" y="854023"/>
                  </a:moveTo>
                  <a:cubicBezTo>
                    <a:pt x="296804" y="854023"/>
                    <a:pt x="250409" y="814551"/>
                    <a:pt x="244030" y="731760"/>
                  </a:cubicBezTo>
                  <a:cubicBezTo>
                    <a:pt x="244030" y="654874"/>
                    <a:pt x="300955" y="605582"/>
                    <a:pt x="412959" y="585808"/>
                  </a:cubicBezTo>
                  <a:cubicBezTo>
                    <a:pt x="495314" y="570016"/>
                    <a:pt x="571529" y="548404"/>
                    <a:pt x="636899" y="522724"/>
                  </a:cubicBezTo>
                  <a:lnTo>
                    <a:pt x="636899" y="619308"/>
                  </a:lnTo>
                  <a:cubicBezTo>
                    <a:pt x="636814" y="767250"/>
                    <a:pt x="541872" y="854023"/>
                    <a:pt x="385615" y="8540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g12709bdffa8_0_2989"/>
            <p:cNvSpPr/>
            <p:nvPr/>
          </p:nvSpPr>
          <p:spPr>
            <a:xfrm>
              <a:off x="5216460" y="4303183"/>
              <a:ext cx="408455" cy="1583837"/>
            </a:xfrm>
            <a:custGeom>
              <a:rect b="b" l="l" r="r" t="t"/>
              <a:pathLst>
                <a:path extrusionOk="0" h="1583837" w="408455">
                  <a:moveTo>
                    <a:pt x="244078" y="292465"/>
                  </a:moveTo>
                  <a:lnTo>
                    <a:pt x="244078" y="129683"/>
                  </a:lnTo>
                  <a:cubicBezTo>
                    <a:pt x="244078" y="62050"/>
                    <a:pt x="190904" y="0"/>
                    <a:pt x="126647" y="0"/>
                  </a:cubicBezTo>
                  <a:lnTo>
                    <a:pt x="48" y="0"/>
                  </a:lnTo>
                  <a:lnTo>
                    <a:pt x="48" y="1388707"/>
                  </a:lnTo>
                  <a:cubicBezTo>
                    <a:pt x="-1704" y="1505236"/>
                    <a:pt x="44215" y="1566253"/>
                    <a:pt x="139958" y="1576140"/>
                  </a:cubicBezTo>
                  <a:cubicBezTo>
                    <a:pt x="235938" y="1586027"/>
                    <a:pt x="325872" y="1586027"/>
                    <a:pt x="408456" y="1578216"/>
                  </a:cubicBezTo>
                  <a:lnTo>
                    <a:pt x="408456" y="1378820"/>
                  </a:lnTo>
                  <a:lnTo>
                    <a:pt x="329776" y="1378820"/>
                  </a:lnTo>
                  <a:cubicBezTo>
                    <a:pt x="269747" y="1378820"/>
                    <a:pt x="244078" y="1354017"/>
                    <a:pt x="244078" y="1308402"/>
                  </a:cubicBezTo>
                  <a:lnTo>
                    <a:pt x="244078" y="700816"/>
                  </a:lnTo>
                  <a:lnTo>
                    <a:pt x="244078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g12709bdffa8_0_2989"/>
            <p:cNvSpPr/>
            <p:nvPr/>
          </p:nvSpPr>
          <p:spPr>
            <a:xfrm>
              <a:off x="5647957" y="4819443"/>
              <a:ext cx="942548" cy="1081815"/>
            </a:xfrm>
            <a:custGeom>
              <a:rect b="b" l="l" r="r" t="t"/>
              <a:pathLst>
                <a:path extrusionOk="0" h="1081815" w="942548">
                  <a:moveTo>
                    <a:pt x="474350" y="223396"/>
                  </a:moveTo>
                  <a:cubicBezTo>
                    <a:pt x="610108" y="223396"/>
                    <a:pt x="677954" y="326920"/>
                    <a:pt x="677954" y="535718"/>
                  </a:cubicBezTo>
                  <a:cubicBezTo>
                    <a:pt x="676040" y="748907"/>
                    <a:pt x="608042" y="858416"/>
                    <a:pt x="472274" y="858416"/>
                  </a:cubicBezTo>
                  <a:cubicBezTo>
                    <a:pt x="336507" y="858416"/>
                    <a:pt x="266432" y="752822"/>
                    <a:pt x="264595" y="544015"/>
                  </a:cubicBezTo>
                  <a:cubicBezTo>
                    <a:pt x="264681" y="330908"/>
                    <a:pt x="334431" y="223396"/>
                    <a:pt x="474350" y="223396"/>
                  </a:cubicBezTo>
                  <a:close/>
                  <a:moveTo>
                    <a:pt x="474350" y="0"/>
                  </a:moveTo>
                  <a:cubicBezTo>
                    <a:pt x="156733" y="0"/>
                    <a:pt x="0" y="173868"/>
                    <a:pt x="0" y="544015"/>
                  </a:cubicBezTo>
                  <a:cubicBezTo>
                    <a:pt x="0" y="908984"/>
                    <a:pt x="156733" y="1081815"/>
                    <a:pt x="474350" y="1081815"/>
                  </a:cubicBezTo>
                  <a:cubicBezTo>
                    <a:pt x="788206" y="1081815"/>
                    <a:pt x="942549" y="908898"/>
                    <a:pt x="942549" y="544015"/>
                  </a:cubicBezTo>
                  <a:cubicBezTo>
                    <a:pt x="942549" y="173947"/>
                    <a:pt x="788206" y="0"/>
                    <a:pt x="474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g12709bdffa8_0_2989"/>
            <p:cNvSpPr/>
            <p:nvPr/>
          </p:nvSpPr>
          <p:spPr>
            <a:xfrm>
              <a:off x="6716152" y="4817830"/>
              <a:ext cx="963113" cy="1497041"/>
            </a:xfrm>
            <a:custGeom>
              <a:rect b="b" l="l" r="r" t="t"/>
              <a:pathLst>
                <a:path extrusionOk="0" h="1497041" w="963113">
                  <a:moveTo>
                    <a:pt x="414073" y="1083504"/>
                  </a:moveTo>
                  <a:cubicBezTo>
                    <a:pt x="547365" y="1083504"/>
                    <a:pt x="650524" y="1033974"/>
                    <a:pt x="719084" y="934438"/>
                  </a:cubicBezTo>
                  <a:lnTo>
                    <a:pt x="719084" y="1037641"/>
                  </a:lnTo>
                  <a:cubicBezTo>
                    <a:pt x="719084" y="1206805"/>
                    <a:pt x="646382" y="1293978"/>
                    <a:pt x="505036" y="1293978"/>
                  </a:cubicBezTo>
                  <a:cubicBezTo>
                    <a:pt x="393898" y="1293978"/>
                    <a:pt x="331156" y="1255697"/>
                    <a:pt x="313142" y="1174983"/>
                  </a:cubicBezTo>
                  <a:lnTo>
                    <a:pt x="27183" y="1174983"/>
                  </a:lnTo>
                  <a:cubicBezTo>
                    <a:pt x="86973" y="1395505"/>
                    <a:pt x="233585" y="1497042"/>
                    <a:pt x="474578" y="1497042"/>
                  </a:cubicBezTo>
                  <a:cubicBezTo>
                    <a:pt x="807733" y="1491536"/>
                    <a:pt x="963114" y="1370226"/>
                    <a:pt x="963114" y="1100649"/>
                  </a:cubicBezTo>
                  <a:lnTo>
                    <a:pt x="963114" y="465398"/>
                  </a:lnTo>
                  <a:cubicBezTo>
                    <a:pt x="963114" y="140866"/>
                    <a:pt x="809732" y="-1817"/>
                    <a:pt x="484861" y="17"/>
                  </a:cubicBezTo>
                  <a:cubicBezTo>
                    <a:pt x="158485" y="5601"/>
                    <a:pt x="0" y="166548"/>
                    <a:pt x="0" y="530559"/>
                  </a:cubicBezTo>
                  <a:cubicBezTo>
                    <a:pt x="76" y="907720"/>
                    <a:pt x="135283" y="1083504"/>
                    <a:pt x="414073" y="1083504"/>
                  </a:cubicBezTo>
                  <a:close/>
                  <a:moveTo>
                    <a:pt x="488850" y="860105"/>
                  </a:moveTo>
                  <a:cubicBezTo>
                    <a:pt x="343437" y="860105"/>
                    <a:pt x="270650" y="753073"/>
                    <a:pt x="264671" y="538846"/>
                  </a:cubicBezTo>
                  <a:cubicBezTo>
                    <a:pt x="264671" y="314177"/>
                    <a:pt x="339448" y="202997"/>
                    <a:pt x="492915" y="202997"/>
                  </a:cubicBezTo>
                  <a:cubicBezTo>
                    <a:pt x="646382" y="202997"/>
                    <a:pt x="720922" y="314177"/>
                    <a:pt x="719084" y="538846"/>
                  </a:cubicBezTo>
                  <a:cubicBezTo>
                    <a:pt x="711115" y="753073"/>
                    <a:pt x="634263" y="860105"/>
                    <a:pt x="488850" y="8601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g12709bdffa8_0_2989"/>
            <p:cNvSpPr/>
            <p:nvPr/>
          </p:nvSpPr>
          <p:spPr>
            <a:xfrm>
              <a:off x="4661889" y="4843290"/>
              <a:ext cx="419889" cy="1039937"/>
            </a:xfrm>
            <a:custGeom>
              <a:rect b="b" l="l" r="r" t="t"/>
              <a:pathLst>
                <a:path extrusionOk="0" h="1039937" w="419889">
                  <a:moveTo>
                    <a:pt x="0" y="1039938"/>
                  </a:moveTo>
                  <a:lnTo>
                    <a:pt x="264595" y="1039938"/>
                  </a:lnTo>
                  <a:lnTo>
                    <a:pt x="264595" y="492412"/>
                  </a:lnTo>
                  <a:cubicBezTo>
                    <a:pt x="264595" y="363368"/>
                    <a:pt x="316331" y="20497"/>
                    <a:pt x="419890" y="0"/>
                  </a:cubicBezTo>
                  <a:cubicBezTo>
                    <a:pt x="146841" y="33737"/>
                    <a:pt x="6931" y="198992"/>
                    <a:pt x="0" y="496403"/>
                  </a:cubicBezTo>
                  <a:lnTo>
                    <a:pt x="0" y="10399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g12709bdffa8_0_2989"/>
            <p:cNvSpPr/>
            <p:nvPr/>
          </p:nvSpPr>
          <p:spPr>
            <a:xfrm>
              <a:off x="4661889" y="4488137"/>
              <a:ext cx="244020" cy="471437"/>
            </a:xfrm>
            <a:custGeom>
              <a:rect b="b" l="l" r="r" t="t"/>
              <a:pathLst>
                <a:path extrusionOk="0" h="471437" w="244020">
                  <a:moveTo>
                    <a:pt x="244020" y="292465"/>
                  </a:moveTo>
                  <a:lnTo>
                    <a:pt x="244020" y="129683"/>
                  </a:lnTo>
                  <a:cubicBezTo>
                    <a:pt x="244020" y="62050"/>
                    <a:pt x="190846" y="0"/>
                    <a:pt x="126513" y="0"/>
                  </a:cubicBezTo>
                  <a:lnTo>
                    <a:pt x="0" y="0"/>
                  </a:lnTo>
                  <a:lnTo>
                    <a:pt x="152" y="471438"/>
                  </a:lnTo>
                  <a:lnTo>
                    <a:pt x="244020" y="471438"/>
                  </a:lnTo>
                  <a:lnTo>
                    <a:pt x="244020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g12709bdffa8_0_2989"/>
            <p:cNvSpPr/>
            <p:nvPr/>
          </p:nvSpPr>
          <p:spPr>
            <a:xfrm>
              <a:off x="4025065" y="4842652"/>
              <a:ext cx="522658" cy="1040575"/>
            </a:xfrm>
            <a:custGeom>
              <a:rect b="b" l="l" r="r" t="t"/>
              <a:pathLst>
                <a:path extrusionOk="0" h="1040575" w="522658">
                  <a:moveTo>
                    <a:pt x="0" y="1040576"/>
                  </a:moveTo>
                  <a:lnTo>
                    <a:pt x="264604" y="1040576"/>
                  </a:lnTo>
                  <a:lnTo>
                    <a:pt x="264604" y="493050"/>
                  </a:lnTo>
                  <a:cubicBezTo>
                    <a:pt x="264604" y="339762"/>
                    <a:pt x="337544" y="262078"/>
                    <a:pt x="483356" y="262078"/>
                  </a:cubicBezTo>
                  <a:lnTo>
                    <a:pt x="522658" y="262078"/>
                  </a:lnTo>
                  <a:lnTo>
                    <a:pt x="522658" y="0"/>
                  </a:lnTo>
                  <a:cubicBezTo>
                    <a:pt x="214534" y="21774"/>
                    <a:pt x="7417" y="184795"/>
                    <a:pt x="86" y="496955"/>
                  </a:cubicBezTo>
                  <a:lnTo>
                    <a:pt x="86" y="1040576"/>
                  </a:lnTo>
                  <a:lnTo>
                    <a:pt x="0" y="10405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g12709bdffa8_0_2989"/>
            <p:cNvSpPr/>
            <p:nvPr/>
          </p:nvSpPr>
          <p:spPr>
            <a:xfrm>
              <a:off x="356946" y="6029112"/>
              <a:ext cx="1060969" cy="277368"/>
            </a:xfrm>
            <a:custGeom>
              <a:rect b="b" l="l" r="r" t="t"/>
              <a:pathLst>
                <a:path extrusionOk="0" h="277368" w="1060969">
                  <a:moveTo>
                    <a:pt x="101302" y="277368"/>
                  </a:moveTo>
                  <a:cubicBezTo>
                    <a:pt x="87338" y="277368"/>
                    <a:pt x="74263" y="276225"/>
                    <a:pt x="62076" y="273939"/>
                  </a:cubicBezTo>
                  <a:cubicBezTo>
                    <a:pt x="49889" y="271396"/>
                    <a:pt x="38591" y="267586"/>
                    <a:pt x="28182" y="262509"/>
                  </a:cubicBezTo>
                  <a:cubicBezTo>
                    <a:pt x="17772" y="257175"/>
                    <a:pt x="8378" y="250698"/>
                    <a:pt x="0" y="243078"/>
                  </a:cubicBezTo>
                  <a:lnTo>
                    <a:pt x="11806" y="219075"/>
                  </a:lnTo>
                  <a:cubicBezTo>
                    <a:pt x="25516" y="230505"/>
                    <a:pt x="39226" y="238630"/>
                    <a:pt x="52936" y="243459"/>
                  </a:cubicBezTo>
                  <a:cubicBezTo>
                    <a:pt x="66900" y="248288"/>
                    <a:pt x="83149" y="250698"/>
                    <a:pt x="101683" y="250698"/>
                  </a:cubicBezTo>
                  <a:cubicBezTo>
                    <a:pt x="123264" y="250698"/>
                    <a:pt x="140021" y="246507"/>
                    <a:pt x="151953" y="238125"/>
                  </a:cubicBezTo>
                  <a:cubicBezTo>
                    <a:pt x="163886" y="229486"/>
                    <a:pt x="169853" y="217427"/>
                    <a:pt x="169853" y="201930"/>
                  </a:cubicBezTo>
                  <a:cubicBezTo>
                    <a:pt x="169853" y="192529"/>
                    <a:pt x="166806" y="185042"/>
                    <a:pt x="160712" y="179451"/>
                  </a:cubicBezTo>
                  <a:cubicBezTo>
                    <a:pt x="154873" y="173612"/>
                    <a:pt x="146748" y="169040"/>
                    <a:pt x="136339" y="165735"/>
                  </a:cubicBezTo>
                  <a:cubicBezTo>
                    <a:pt x="126183" y="162182"/>
                    <a:pt x="114631" y="158877"/>
                    <a:pt x="101683" y="155829"/>
                  </a:cubicBezTo>
                  <a:cubicBezTo>
                    <a:pt x="88735" y="153038"/>
                    <a:pt x="76421" y="149857"/>
                    <a:pt x="64742" y="146304"/>
                  </a:cubicBezTo>
                  <a:cubicBezTo>
                    <a:pt x="53063" y="142494"/>
                    <a:pt x="42654" y="137798"/>
                    <a:pt x="33514" y="132207"/>
                  </a:cubicBezTo>
                  <a:cubicBezTo>
                    <a:pt x="24627" y="126616"/>
                    <a:pt x="17645" y="119510"/>
                    <a:pt x="12568" y="110871"/>
                  </a:cubicBezTo>
                  <a:cubicBezTo>
                    <a:pt x="7490" y="102232"/>
                    <a:pt x="4951" y="91440"/>
                    <a:pt x="4951" y="78486"/>
                  </a:cubicBezTo>
                  <a:cubicBezTo>
                    <a:pt x="4951" y="62989"/>
                    <a:pt x="9013" y="49406"/>
                    <a:pt x="17138" y="37719"/>
                  </a:cubicBezTo>
                  <a:cubicBezTo>
                    <a:pt x="25262" y="25784"/>
                    <a:pt x="36687" y="16507"/>
                    <a:pt x="51413" y="9906"/>
                  </a:cubicBezTo>
                  <a:cubicBezTo>
                    <a:pt x="66138" y="3305"/>
                    <a:pt x="83530" y="0"/>
                    <a:pt x="103587" y="0"/>
                  </a:cubicBezTo>
                  <a:cubicBezTo>
                    <a:pt x="116028" y="0"/>
                    <a:pt x="127961" y="1400"/>
                    <a:pt x="139386" y="4191"/>
                  </a:cubicBezTo>
                  <a:cubicBezTo>
                    <a:pt x="150811" y="6734"/>
                    <a:pt x="161348" y="10544"/>
                    <a:pt x="170995" y="15621"/>
                  </a:cubicBezTo>
                  <a:cubicBezTo>
                    <a:pt x="180897" y="20698"/>
                    <a:pt x="189656" y="26927"/>
                    <a:pt x="197273" y="34290"/>
                  </a:cubicBezTo>
                  <a:lnTo>
                    <a:pt x="185086" y="58293"/>
                  </a:lnTo>
                  <a:cubicBezTo>
                    <a:pt x="172645" y="47368"/>
                    <a:pt x="159824" y="39367"/>
                    <a:pt x="146622" y="34290"/>
                  </a:cubicBezTo>
                  <a:cubicBezTo>
                    <a:pt x="133419" y="29213"/>
                    <a:pt x="119075" y="26670"/>
                    <a:pt x="103587" y="26670"/>
                  </a:cubicBezTo>
                  <a:cubicBezTo>
                    <a:pt x="82515" y="26670"/>
                    <a:pt x="66011" y="31118"/>
                    <a:pt x="54079" y="40005"/>
                  </a:cubicBezTo>
                  <a:cubicBezTo>
                    <a:pt x="42146" y="48892"/>
                    <a:pt x="36179" y="61341"/>
                    <a:pt x="36179" y="77343"/>
                  </a:cubicBezTo>
                  <a:cubicBezTo>
                    <a:pt x="36179" y="87249"/>
                    <a:pt x="38845" y="95250"/>
                    <a:pt x="44177" y="101346"/>
                  </a:cubicBezTo>
                  <a:cubicBezTo>
                    <a:pt x="49509" y="107442"/>
                    <a:pt x="56998" y="112395"/>
                    <a:pt x="66646" y="116205"/>
                  </a:cubicBezTo>
                  <a:cubicBezTo>
                    <a:pt x="76294" y="119758"/>
                    <a:pt x="87338" y="123063"/>
                    <a:pt x="99779" y="126111"/>
                  </a:cubicBezTo>
                  <a:cubicBezTo>
                    <a:pt x="112981" y="129159"/>
                    <a:pt x="125676" y="132464"/>
                    <a:pt x="137862" y="136017"/>
                  </a:cubicBezTo>
                  <a:cubicBezTo>
                    <a:pt x="150049" y="139570"/>
                    <a:pt x="160839" y="144018"/>
                    <a:pt x="170233" y="149352"/>
                  </a:cubicBezTo>
                  <a:cubicBezTo>
                    <a:pt x="179881" y="154429"/>
                    <a:pt x="187498" y="161163"/>
                    <a:pt x="193084" y="169545"/>
                  </a:cubicBezTo>
                  <a:cubicBezTo>
                    <a:pt x="198669" y="177670"/>
                    <a:pt x="201462" y="188090"/>
                    <a:pt x="201462" y="200787"/>
                  </a:cubicBezTo>
                  <a:cubicBezTo>
                    <a:pt x="201462" y="216284"/>
                    <a:pt x="197399" y="229743"/>
                    <a:pt x="189275" y="241173"/>
                  </a:cubicBezTo>
                  <a:cubicBezTo>
                    <a:pt x="181151" y="252603"/>
                    <a:pt x="169598" y="261490"/>
                    <a:pt x="154619" y="267843"/>
                  </a:cubicBezTo>
                  <a:cubicBezTo>
                    <a:pt x="139640" y="274196"/>
                    <a:pt x="121867" y="277368"/>
                    <a:pt x="101302" y="277368"/>
                  </a:cubicBezTo>
                  <a:close/>
                  <a:moveTo>
                    <a:pt x="248704" y="274320"/>
                  </a:moveTo>
                  <a:lnTo>
                    <a:pt x="248704" y="136398"/>
                  </a:lnTo>
                  <a:cubicBezTo>
                    <a:pt x="248704" y="127511"/>
                    <a:pt x="248449" y="118615"/>
                    <a:pt x="247942" y="109728"/>
                  </a:cubicBezTo>
                  <a:cubicBezTo>
                    <a:pt x="247688" y="100584"/>
                    <a:pt x="246926" y="91564"/>
                    <a:pt x="245657" y="82677"/>
                  </a:cubicBezTo>
                  <a:lnTo>
                    <a:pt x="274981" y="82677"/>
                  </a:lnTo>
                  <a:lnTo>
                    <a:pt x="278409" y="122301"/>
                  </a:lnTo>
                  <a:lnTo>
                    <a:pt x="274600" y="124968"/>
                  </a:lnTo>
                  <a:cubicBezTo>
                    <a:pt x="279170" y="109985"/>
                    <a:pt x="287040" y="98422"/>
                    <a:pt x="298212" y="90297"/>
                  </a:cubicBezTo>
                  <a:cubicBezTo>
                    <a:pt x="309637" y="82172"/>
                    <a:pt x="323093" y="78105"/>
                    <a:pt x="338581" y="78105"/>
                  </a:cubicBezTo>
                  <a:cubicBezTo>
                    <a:pt x="357114" y="78105"/>
                    <a:pt x="371459" y="82677"/>
                    <a:pt x="381615" y="91821"/>
                  </a:cubicBezTo>
                  <a:cubicBezTo>
                    <a:pt x="392024" y="100965"/>
                    <a:pt x="398625" y="114938"/>
                    <a:pt x="401419" y="133731"/>
                  </a:cubicBezTo>
                  <a:lnTo>
                    <a:pt x="392278" y="128778"/>
                  </a:lnTo>
                  <a:cubicBezTo>
                    <a:pt x="396340" y="113281"/>
                    <a:pt x="404465" y="100965"/>
                    <a:pt x="416652" y="91821"/>
                  </a:cubicBezTo>
                  <a:cubicBezTo>
                    <a:pt x="429092" y="82677"/>
                    <a:pt x="443944" y="78105"/>
                    <a:pt x="461210" y="78105"/>
                  </a:cubicBezTo>
                  <a:cubicBezTo>
                    <a:pt x="482282" y="78105"/>
                    <a:pt x="498151" y="84458"/>
                    <a:pt x="508814" y="97155"/>
                  </a:cubicBezTo>
                  <a:cubicBezTo>
                    <a:pt x="519477" y="109604"/>
                    <a:pt x="524809" y="128521"/>
                    <a:pt x="524809" y="153924"/>
                  </a:cubicBezTo>
                  <a:lnTo>
                    <a:pt x="524809" y="274320"/>
                  </a:lnTo>
                  <a:lnTo>
                    <a:pt x="493961" y="274320"/>
                  </a:lnTo>
                  <a:lnTo>
                    <a:pt x="493961" y="155448"/>
                  </a:lnTo>
                  <a:cubicBezTo>
                    <a:pt x="493961" y="137665"/>
                    <a:pt x="490787" y="124711"/>
                    <a:pt x="484441" y="116586"/>
                  </a:cubicBezTo>
                  <a:cubicBezTo>
                    <a:pt x="478093" y="108204"/>
                    <a:pt x="468065" y="104013"/>
                    <a:pt x="454355" y="104013"/>
                  </a:cubicBezTo>
                  <a:cubicBezTo>
                    <a:pt x="438360" y="104013"/>
                    <a:pt x="425664" y="109471"/>
                    <a:pt x="416271" y="120396"/>
                  </a:cubicBezTo>
                  <a:cubicBezTo>
                    <a:pt x="407131" y="131321"/>
                    <a:pt x="402561" y="146180"/>
                    <a:pt x="402561" y="164973"/>
                  </a:cubicBezTo>
                  <a:lnTo>
                    <a:pt x="402561" y="274320"/>
                  </a:lnTo>
                  <a:lnTo>
                    <a:pt x="371713" y="274320"/>
                  </a:lnTo>
                  <a:lnTo>
                    <a:pt x="371713" y="155448"/>
                  </a:lnTo>
                  <a:cubicBezTo>
                    <a:pt x="371713" y="137665"/>
                    <a:pt x="368412" y="124711"/>
                    <a:pt x="361812" y="116586"/>
                  </a:cubicBezTo>
                  <a:cubicBezTo>
                    <a:pt x="355464" y="108204"/>
                    <a:pt x="345436" y="104013"/>
                    <a:pt x="331726" y="104013"/>
                  </a:cubicBezTo>
                  <a:cubicBezTo>
                    <a:pt x="315476" y="104013"/>
                    <a:pt x="302655" y="109471"/>
                    <a:pt x="293261" y="120396"/>
                  </a:cubicBezTo>
                  <a:cubicBezTo>
                    <a:pt x="284121" y="131321"/>
                    <a:pt x="279551" y="146180"/>
                    <a:pt x="279551" y="164973"/>
                  </a:cubicBezTo>
                  <a:lnTo>
                    <a:pt x="279551" y="274320"/>
                  </a:lnTo>
                  <a:lnTo>
                    <a:pt x="248704" y="274320"/>
                  </a:lnTo>
                  <a:close/>
                  <a:moveTo>
                    <a:pt x="656923" y="276987"/>
                  </a:moveTo>
                  <a:cubicBezTo>
                    <a:pt x="639913" y="276987"/>
                    <a:pt x="624933" y="273053"/>
                    <a:pt x="611984" y="265176"/>
                  </a:cubicBezTo>
                  <a:cubicBezTo>
                    <a:pt x="599290" y="257051"/>
                    <a:pt x="589388" y="245621"/>
                    <a:pt x="582279" y="230886"/>
                  </a:cubicBezTo>
                  <a:cubicBezTo>
                    <a:pt x="575424" y="215903"/>
                    <a:pt x="571997" y="198377"/>
                    <a:pt x="571997" y="178308"/>
                  </a:cubicBezTo>
                  <a:cubicBezTo>
                    <a:pt x="571997" y="158239"/>
                    <a:pt x="575552" y="140713"/>
                    <a:pt x="582660" y="125730"/>
                  </a:cubicBezTo>
                  <a:cubicBezTo>
                    <a:pt x="589769" y="110747"/>
                    <a:pt x="599671" y="99060"/>
                    <a:pt x="612365" y="90678"/>
                  </a:cubicBezTo>
                  <a:cubicBezTo>
                    <a:pt x="625313" y="82296"/>
                    <a:pt x="640166" y="78105"/>
                    <a:pt x="656923" y="78105"/>
                  </a:cubicBezTo>
                  <a:cubicBezTo>
                    <a:pt x="674441" y="78105"/>
                    <a:pt x="689294" y="82420"/>
                    <a:pt x="701481" y="91059"/>
                  </a:cubicBezTo>
                  <a:cubicBezTo>
                    <a:pt x="713667" y="99698"/>
                    <a:pt x="721919" y="112014"/>
                    <a:pt x="726235" y="128016"/>
                  </a:cubicBezTo>
                  <a:lnTo>
                    <a:pt x="721665" y="131064"/>
                  </a:lnTo>
                  <a:lnTo>
                    <a:pt x="721665" y="82677"/>
                  </a:lnTo>
                  <a:lnTo>
                    <a:pt x="752132" y="82677"/>
                  </a:lnTo>
                  <a:lnTo>
                    <a:pt x="752132" y="274320"/>
                  </a:lnTo>
                  <a:lnTo>
                    <a:pt x="721665" y="274320"/>
                  </a:lnTo>
                  <a:lnTo>
                    <a:pt x="721665" y="224790"/>
                  </a:lnTo>
                  <a:lnTo>
                    <a:pt x="726235" y="227076"/>
                  </a:lnTo>
                  <a:cubicBezTo>
                    <a:pt x="721919" y="243078"/>
                    <a:pt x="713667" y="255394"/>
                    <a:pt x="701481" y="264033"/>
                  </a:cubicBezTo>
                  <a:cubicBezTo>
                    <a:pt x="689294" y="272672"/>
                    <a:pt x="674441" y="276987"/>
                    <a:pt x="656923" y="276987"/>
                  </a:cubicBezTo>
                  <a:close/>
                  <a:moveTo>
                    <a:pt x="663016" y="251460"/>
                  </a:moveTo>
                  <a:cubicBezTo>
                    <a:pt x="681805" y="251460"/>
                    <a:pt x="696276" y="245107"/>
                    <a:pt x="706431" y="232410"/>
                  </a:cubicBezTo>
                  <a:cubicBezTo>
                    <a:pt x="716587" y="219456"/>
                    <a:pt x="721665" y="201168"/>
                    <a:pt x="721665" y="177546"/>
                  </a:cubicBezTo>
                  <a:cubicBezTo>
                    <a:pt x="721665" y="153924"/>
                    <a:pt x="716461" y="135760"/>
                    <a:pt x="706051" y="123063"/>
                  </a:cubicBezTo>
                  <a:cubicBezTo>
                    <a:pt x="695896" y="110366"/>
                    <a:pt x="681550" y="104013"/>
                    <a:pt x="663016" y="104013"/>
                  </a:cubicBezTo>
                  <a:cubicBezTo>
                    <a:pt x="644229" y="104013"/>
                    <a:pt x="629503" y="110614"/>
                    <a:pt x="618839" y="123825"/>
                  </a:cubicBezTo>
                  <a:cubicBezTo>
                    <a:pt x="608430" y="136779"/>
                    <a:pt x="603225" y="154943"/>
                    <a:pt x="603225" y="178308"/>
                  </a:cubicBezTo>
                  <a:cubicBezTo>
                    <a:pt x="603225" y="201673"/>
                    <a:pt x="608430" y="219713"/>
                    <a:pt x="618839" y="232410"/>
                  </a:cubicBezTo>
                  <a:cubicBezTo>
                    <a:pt x="629503" y="245107"/>
                    <a:pt x="644229" y="251460"/>
                    <a:pt x="663016" y="251460"/>
                  </a:cubicBezTo>
                  <a:close/>
                  <a:moveTo>
                    <a:pt x="811774" y="274320"/>
                  </a:moveTo>
                  <a:lnTo>
                    <a:pt x="811774" y="136398"/>
                  </a:lnTo>
                  <a:cubicBezTo>
                    <a:pt x="811774" y="127511"/>
                    <a:pt x="811520" y="118615"/>
                    <a:pt x="811013" y="109728"/>
                  </a:cubicBezTo>
                  <a:cubicBezTo>
                    <a:pt x="810758" y="100584"/>
                    <a:pt x="809997" y="91564"/>
                    <a:pt x="808728" y="82677"/>
                  </a:cubicBezTo>
                  <a:lnTo>
                    <a:pt x="838052" y="82677"/>
                  </a:lnTo>
                  <a:lnTo>
                    <a:pt x="842241" y="129921"/>
                  </a:lnTo>
                  <a:lnTo>
                    <a:pt x="838052" y="128778"/>
                  </a:lnTo>
                  <a:cubicBezTo>
                    <a:pt x="841606" y="112014"/>
                    <a:pt x="849223" y="99441"/>
                    <a:pt x="860902" y="91059"/>
                  </a:cubicBezTo>
                  <a:cubicBezTo>
                    <a:pt x="872835" y="82420"/>
                    <a:pt x="886164" y="78105"/>
                    <a:pt x="900890" y="78105"/>
                  </a:cubicBezTo>
                  <a:cubicBezTo>
                    <a:pt x="904191" y="78105"/>
                    <a:pt x="907237" y="78362"/>
                    <a:pt x="910030" y="78867"/>
                  </a:cubicBezTo>
                  <a:cubicBezTo>
                    <a:pt x="913076" y="79124"/>
                    <a:pt x="915869" y="79629"/>
                    <a:pt x="918408" y="80391"/>
                  </a:cubicBezTo>
                  <a:lnTo>
                    <a:pt x="917646" y="108585"/>
                  </a:lnTo>
                  <a:cubicBezTo>
                    <a:pt x="911807" y="106556"/>
                    <a:pt x="905079" y="105537"/>
                    <a:pt x="897462" y="105537"/>
                  </a:cubicBezTo>
                  <a:cubicBezTo>
                    <a:pt x="884260" y="105537"/>
                    <a:pt x="873596" y="108461"/>
                    <a:pt x="865472" y="114300"/>
                  </a:cubicBezTo>
                  <a:cubicBezTo>
                    <a:pt x="857601" y="120139"/>
                    <a:pt x="851762" y="127635"/>
                    <a:pt x="847954" y="136779"/>
                  </a:cubicBezTo>
                  <a:cubicBezTo>
                    <a:pt x="844399" y="145666"/>
                    <a:pt x="842622" y="155067"/>
                    <a:pt x="842622" y="164973"/>
                  </a:cubicBezTo>
                  <a:lnTo>
                    <a:pt x="842622" y="274320"/>
                  </a:lnTo>
                  <a:lnTo>
                    <a:pt x="811774" y="274320"/>
                  </a:lnTo>
                  <a:close/>
                  <a:moveTo>
                    <a:pt x="937959" y="107061"/>
                  </a:moveTo>
                  <a:lnTo>
                    <a:pt x="937959" y="82677"/>
                  </a:lnTo>
                  <a:lnTo>
                    <a:pt x="1060969" y="82677"/>
                  </a:lnTo>
                  <a:lnTo>
                    <a:pt x="1060969" y="107061"/>
                  </a:lnTo>
                  <a:lnTo>
                    <a:pt x="937959" y="107061"/>
                  </a:lnTo>
                  <a:close/>
                  <a:moveTo>
                    <a:pt x="1060207" y="246888"/>
                  </a:moveTo>
                  <a:lnTo>
                    <a:pt x="1060207" y="273177"/>
                  </a:lnTo>
                  <a:cubicBezTo>
                    <a:pt x="1055894" y="274444"/>
                    <a:pt x="1051582" y="275339"/>
                    <a:pt x="1047259" y="275844"/>
                  </a:cubicBezTo>
                  <a:cubicBezTo>
                    <a:pt x="1043203" y="276606"/>
                    <a:pt x="1038633" y="276987"/>
                    <a:pt x="1033549" y="276987"/>
                  </a:cubicBezTo>
                  <a:cubicBezTo>
                    <a:pt x="1015783" y="276987"/>
                    <a:pt x="1001559" y="271910"/>
                    <a:pt x="990895" y="261747"/>
                  </a:cubicBezTo>
                  <a:cubicBezTo>
                    <a:pt x="980489" y="251584"/>
                    <a:pt x="975281" y="236344"/>
                    <a:pt x="975281" y="216027"/>
                  </a:cubicBezTo>
                  <a:lnTo>
                    <a:pt x="975281" y="33528"/>
                  </a:lnTo>
                  <a:lnTo>
                    <a:pt x="1006129" y="22479"/>
                  </a:lnTo>
                  <a:lnTo>
                    <a:pt x="1006129" y="211836"/>
                  </a:lnTo>
                  <a:cubicBezTo>
                    <a:pt x="1006129" y="221999"/>
                    <a:pt x="1007528" y="229867"/>
                    <a:pt x="1010318" y="235458"/>
                  </a:cubicBezTo>
                  <a:cubicBezTo>
                    <a:pt x="1013365" y="241049"/>
                    <a:pt x="1017430" y="244983"/>
                    <a:pt x="1022505" y="247269"/>
                  </a:cubicBezTo>
                  <a:cubicBezTo>
                    <a:pt x="1027589" y="249298"/>
                    <a:pt x="1033301" y="250317"/>
                    <a:pt x="1039642" y="250317"/>
                  </a:cubicBezTo>
                  <a:cubicBezTo>
                    <a:pt x="1043451" y="250317"/>
                    <a:pt x="1046878" y="250060"/>
                    <a:pt x="1049925" y="249555"/>
                  </a:cubicBezTo>
                  <a:cubicBezTo>
                    <a:pt x="1052972" y="249050"/>
                    <a:pt x="1056399" y="248155"/>
                    <a:pt x="1060207" y="2468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g12709bdffa8_0_2989"/>
            <p:cNvSpPr/>
            <p:nvPr/>
          </p:nvSpPr>
          <p:spPr>
            <a:xfrm>
              <a:off x="2533419" y="6030637"/>
              <a:ext cx="1481153" cy="357758"/>
            </a:xfrm>
            <a:custGeom>
              <a:rect b="b" l="l" r="r" t="t"/>
              <a:pathLst>
                <a:path extrusionOk="0" h="357758" w="1481153">
                  <a:moveTo>
                    <a:pt x="0" y="272796"/>
                  </a:moveTo>
                  <a:lnTo>
                    <a:pt x="0" y="1524"/>
                  </a:lnTo>
                  <a:lnTo>
                    <a:pt x="31228" y="1524"/>
                  </a:lnTo>
                  <a:lnTo>
                    <a:pt x="31228" y="246126"/>
                  </a:lnTo>
                  <a:lnTo>
                    <a:pt x="167187" y="246126"/>
                  </a:lnTo>
                  <a:lnTo>
                    <a:pt x="167187" y="272796"/>
                  </a:lnTo>
                  <a:lnTo>
                    <a:pt x="0" y="272796"/>
                  </a:lnTo>
                  <a:close/>
                  <a:moveTo>
                    <a:pt x="282561" y="275463"/>
                  </a:moveTo>
                  <a:cubicBezTo>
                    <a:pt x="264281" y="275463"/>
                    <a:pt x="248285" y="271396"/>
                    <a:pt x="234576" y="263271"/>
                  </a:cubicBezTo>
                  <a:cubicBezTo>
                    <a:pt x="221113" y="255146"/>
                    <a:pt x="210583" y="243716"/>
                    <a:pt x="202966" y="228981"/>
                  </a:cubicBezTo>
                  <a:cubicBezTo>
                    <a:pt x="195597" y="213998"/>
                    <a:pt x="191922" y="196339"/>
                    <a:pt x="191922" y="176022"/>
                  </a:cubicBezTo>
                  <a:cubicBezTo>
                    <a:pt x="191922" y="155953"/>
                    <a:pt x="195597" y="138427"/>
                    <a:pt x="202966" y="123444"/>
                  </a:cubicBezTo>
                  <a:cubicBezTo>
                    <a:pt x="210583" y="108461"/>
                    <a:pt x="221113" y="96898"/>
                    <a:pt x="234576" y="88773"/>
                  </a:cubicBezTo>
                  <a:cubicBezTo>
                    <a:pt x="248285" y="80648"/>
                    <a:pt x="264281" y="76581"/>
                    <a:pt x="282561" y="76581"/>
                  </a:cubicBezTo>
                  <a:cubicBezTo>
                    <a:pt x="300841" y="76581"/>
                    <a:pt x="316703" y="80648"/>
                    <a:pt x="330165" y="88773"/>
                  </a:cubicBezTo>
                  <a:cubicBezTo>
                    <a:pt x="343875" y="96898"/>
                    <a:pt x="354405" y="108461"/>
                    <a:pt x="361774" y="123444"/>
                  </a:cubicBezTo>
                  <a:cubicBezTo>
                    <a:pt x="369391" y="138427"/>
                    <a:pt x="373199" y="155953"/>
                    <a:pt x="373199" y="176022"/>
                  </a:cubicBezTo>
                  <a:cubicBezTo>
                    <a:pt x="373199" y="196339"/>
                    <a:pt x="369391" y="213998"/>
                    <a:pt x="361774" y="228981"/>
                  </a:cubicBezTo>
                  <a:cubicBezTo>
                    <a:pt x="354405" y="243716"/>
                    <a:pt x="343875" y="255146"/>
                    <a:pt x="330165" y="263271"/>
                  </a:cubicBezTo>
                  <a:cubicBezTo>
                    <a:pt x="316703" y="271396"/>
                    <a:pt x="300841" y="275463"/>
                    <a:pt x="282561" y="275463"/>
                  </a:cubicBezTo>
                  <a:close/>
                  <a:moveTo>
                    <a:pt x="282561" y="249936"/>
                  </a:moveTo>
                  <a:cubicBezTo>
                    <a:pt x="301345" y="249936"/>
                    <a:pt x="315817" y="243716"/>
                    <a:pt x="325976" y="231267"/>
                  </a:cubicBezTo>
                  <a:cubicBezTo>
                    <a:pt x="336382" y="218570"/>
                    <a:pt x="341590" y="200149"/>
                    <a:pt x="341590" y="176022"/>
                  </a:cubicBezTo>
                  <a:cubicBezTo>
                    <a:pt x="341590" y="152400"/>
                    <a:pt x="336382" y="134236"/>
                    <a:pt x="325976" y="121539"/>
                  </a:cubicBezTo>
                  <a:cubicBezTo>
                    <a:pt x="315560" y="108842"/>
                    <a:pt x="301088" y="102489"/>
                    <a:pt x="282561" y="102489"/>
                  </a:cubicBezTo>
                  <a:cubicBezTo>
                    <a:pt x="264024" y="102489"/>
                    <a:pt x="249428" y="108842"/>
                    <a:pt x="238765" y="121539"/>
                  </a:cubicBezTo>
                  <a:cubicBezTo>
                    <a:pt x="228349" y="134236"/>
                    <a:pt x="223150" y="152400"/>
                    <a:pt x="223150" y="176022"/>
                  </a:cubicBezTo>
                  <a:cubicBezTo>
                    <a:pt x="223150" y="200149"/>
                    <a:pt x="228225" y="218570"/>
                    <a:pt x="238384" y="231267"/>
                  </a:cubicBezTo>
                  <a:cubicBezTo>
                    <a:pt x="248790" y="243716"/>
                    <a:pt x="263519" y="249936"/>
                    <a:pt x="282561" y="249936"/>
                  </a:cubicBezTo>
                  <a:close/>
                  <a:moveTo>
                    <a:pt x="505445" y="357759"/>
                  </a:moveTo>
                  <a:cubicBezTo>
                    <a:pt x="476501" y="357759"/>
                    <a:pt x="451366" y="351158"/>
                    <a:pt x="430039" y="337947"/>
                  </a:cubicBezTo>
                  <a:lnTo>
                    <a:pt x="435371" y="312801"/>
                  </a:lnTo>
                  <a:cubicBezTo>
                    <a:pt x="447310" y="319659"/>
                    <a:pt x="458602" y="324612"/>
                    <a:pt x="469265" y="327660"/>
                  </a:cubicBezTo>
                  <a:cubicBezTo>
                    <a:pt x="479929" y="330708"/>
                    <a:pt x="491992" y="332232"/>
                    <a:pt x="505445" y="332232"/>
                  </a:cubicBezTo>
                  <a:cubicBezTo>
                    <a:pt x="523725" y="332232"/>
                    <a:pt x="537568" y="327279"/>
                    <a:pt x="546955" y="317373"/>
                  </a:cubicBezTo>
                  <a:cubicBezTo>
                    <a:pt x="556610" y="307724"/>
                    <a:pt x="561427" y="293246"/>
                    <a:pt x="561427" y="273939"/>
                  </a:cubicBezTo>
                  <a:lnTo>
                    <a:pt x="561427" y="222123"/>
                  </a:lnTo>
                  <a:lnTo>
                    <a:pt x="565617" y="217170"/>
                  </a:lnTo>
                  <a:cubicBezTo>
                    <a:pt x="562570" y="227333"/>
                    <a:pt x="557752" y="236220"/>
                    <a:pt x="551145" y="243840"/>
                  </a:cubicBezTo>
                  <a:cubicBezTo>
                    <a:pt x="544804" y="251203"/>
                    <a:pt x="536930" y="256918"/>
                    <a:pt x="527533" y="260985"/>
                  </a:cubicBezTo>
                  <a:cubicBezTo>
                    <a:pt x="518145" y="265052"/>
                    <a:pt x="507482" y="267081"/>
                    <a:pt x="495543" y="267081"/>
                  </a:cubicBezTo>
                  <a:cubicBezTo>
                    <a:pt x="478539" y="267081"/>
                    <a:pt x="463553" y="263147"/>
                    <a:pt x="450604" y="255270"/>
                  </a:cubicBezTo>
                  <a:cubicBezTo>
                    <a:pt x="437913" y="247145"/>
                    <a:pt x="427888" y="235963"/>
                    <a:pt x="420518" y="221742"/>
                  </a:cubicBezTo>
                  <a:cubicBezTo>
                    <a:pt x="413416" y="207521"/>
                    <a:pt x="409855" y="190881"/>
                    <a:pt x="409855" y="171831"/>
                  </a:cubicBezTo>
                  <a:cubicBezTo>
                    <a:pt x="409855" y="152781"/>
                    <a:pt x="413416" y="136141"/>
                    <a:pt x="420518" y="121920"/>
                  </a:cubicBezTo>
                  <a:cubicBezTo>
                    <a:pt x="427888" y="107699"/>
                    <a:pt x="437913" y="96650"/>
                    <a:pt x="450604" y="88773"/>
                  </a:cubicBezTo>
                  <a:cubicBezTo>
                    <a:pt x="463553" y="80648"/>
                    <a:pt x="478539" y="76581"/>
                    <a:pt x="495543" y="76581"/>
                  </a:cubicBezTo>
                  <a:cubicBezTo>
                    <a:pt x="513318" y="76581"/>
                    <a:pt x="528295" y="81029"/>
                    <a:pt x="540481" y="89916"/>
                  </a:cubicBezTo>
                  <a:cubicBezTo>
                    <a:pt x="552925" y="98555"/>
                    <a:pt x="561304" y="110747"/>
                    <a:pt x="565617" y="126492"/>
                  </a:cubicBezTo>
                  <a:lnTo>
                    <a:pt x="561047" y="122301"/>
                  </a:lnTo>
                  <a:lnTo>
                    <a:pt x="561047" y="81153"/>
                  </a:lnTo>
                  <a:lnTo>
                    <a:pt x="591894" y="81153"/>
                  </a:lnTo>
                  <a:lnTo>
                    <a:pt x="591894" y="271272"/>
                  </a:lnTo>
                  <a:cubicBezTo>
                    <a:pt x="591894" y="299971"/>
                    <a:pt x="584535" y="321564"/>
                    <a:pt x="569806" y="336042"/>
                  </a:cubicBezTo>
                  <a:cubicBezTo>
                    <a:pt x="555334" y="350520"/>
                    <a:pt x="533883" y="357759"/>
                    <a:pt x="505445" y="357759"/>
                  </a:cubicBezTo>
                  <a:close/>
                  <a:moveTo>
                    <a:pt x="501636" y="241173"/>
                  </a:moveTo>
                  <a:cubicBezTo>
                    <a:pt x="520173" y="241173"/>
                    <a:pt x="534645" y="235077"/>
                    <a:pt x="545051" y="222885"/>
                  </a:cubicBezTo>
                  <a:cubicBezTo>
                    <a:pt x="555715" y="210436"/>
                    <a:pt x="561047" y="193424"/>
                    <a:pt x="561047" y="171831"/>
                  </a:cubicBezTo>
                  <a:cubicBezTo>
                    <a:pt x="561047" y="150238"/>
                    <a:pt x="555715" y="133350"/>
                    <a:pt x="545051" y="121158"/>
                  </a:cubicBezTo>
                  <a:cubicBezTo>
                    <a:pt x="534645" y="108709"/>
                    <a:pt x="520173" y="102489"/>
                    <a:pt x="501636" y="102489"/>
                  </a:cubicBezTo>
                  <a:cubicBezTo>
                    <a:pt x="482851" y="102489"/>
                    <a:pt x="467999" y="108709"/>
                    <a:pt x="457079" y="121158"/>
                  </a:cubicBezTo>
                  <a:cubicBezTo>
                    <a:pt x="446415" y="133350"/>
                    <a:pt x="441083" y="150238"/>
                    <a:pt x="441083" y="171831"/>
                  </a:cubicBezTo>
                  <a:cubicBezTo>
                    <a:pt x="441083" y="193672"/>
                    <a:pt x="446415" y="210693"/>
                    <a:pt x="457079" y="222885"/>
                  </a:cubicBezTo>
                  <a:cubicBezTo>
                    <a:pt x="467999" y="235077"/>
                    <a:pt x="482851" y="241173"/>
                    <a:pt x="501636" y="241173"/>
                  </a:cubicBezTo>
                  <a:close/>
                  <a:moveTo>
                    <a:pt x="651124" y="272796"/>
                  </a:moveTo>
                  <a:lnTo>
                    <a:pt x="651124" y="81153"/>
                  </a:lnTo>
                  <a:lnTo>
                    <a:pt x="681971" y="81153"/>
                  </a:lnTo>
                  <a:lnTo>
                    <a:pt x="681971" y="272796"/>
                  </a:lnTo>
                  <a:lnTo>
                    <a:pt x="651124" y="272796"/>
                  </a:lnTo>
                  <a:close/>
                  <a:moveTo>
                    <a:pt x="648077" y="0"/>
                  </a:moveTo>
                  <a:lnTo>
                    <a:pt x="685780" y="0"/>
                  </a:lnTo>
                  <a:lnTo>
                    <a:pt x="685780" y="35052"/>
                  </a:lnTo>
                  <a:lnTo>
                    <a:pt x="648077" y="35052"/>
                  </a:lnTo>
                  <a:lnTo>
                    <a:pt x="648077" y="0"/>
                  </a:lnTo>
                  <a:close/>
                  <a:moveTo>
                    <a:pt x="806609" y="275463"/>
                  </a:moveTo>
                  <a:cubicBezTo>
                    <a:pt x="774371" y="275463"/>
                    <a:pt x="748856" y="267205"/>
                    <a:pt x="730061" y="250698"/>
                  </a:cubicBezTo>
                  <a:lnTo>
                    <a:pt x="740344" y="227838"/>
                  </a:lnTo>
                  <a:cubicBezTo>
                    <a:pt x="750502" y="235715"/>
                    <a:pt x="760909" y="241554"/>
                    <a:pt x="771572" y="245364"/>
                  </a:cubicBezTo>
                  <a:cubicBezTo>
                    <a:pt x="782493" y="248917"/>
                    <a:pt x="794556" y="250698"/>
                    <a:pt x="807751" y="250698"/>
                  </a:cubicBezTo>
                  <a:cubicBezTo>
                    <a:pt x="822223" y="250698"/>
                    <a:pt x="833144" y="248288"/>
                    <a:pt x="840503" y="243459"/>
                  </a:cubicBezTo>
                  <a:cubicBezTo>
                    <a:pt x="848120" y="238382"/>
                    <a:pt x="851929" y="231143"/>
                    <a:pt x="851929" y="221742"/>
                  </a:cubicBezTo>
                  <a:cubicBezTo>
                    <a:pt x="851929" y="214122"/>
                    <a:pt x="849396" y="208150"/>
                    <a:pt x="844312" y="203835"/>
                  </a:cubicBezTo>
                  <a:cubicBezTo>
                    <a:pt x="839237" y="199263"/>
                    <a:pt x="830859" y="195577"/>
                    <a:pt x="819177" y="192786"/>
                  </a:cubicBezTo>
                  <a:lnTo>
                    <a:pt x="786806" y="185166"/>
                  </a:lnTo>
                  <a:cubicBezTo>
                    <a:pt x="770811" y="181613"/>
                    <a:pt x="758376" y="175260"/>
                    <a:pt x="749484" y="166116"/>
                  </a:cubicBezTo>
                  <a:cubicBezTo>
                    <a:pt x="740858" y="156972"/>
                    <a:pt x="736535" y="146047"/>
                    <a:pt x="736535" y="133350"/>
                  </a:cubicBezTo>
                  <a:cubicBezTo>
                    <a:pt x="736535" y="122177"/>
                    <a:pt x="739582" y="112395"/>
                    <a:pt x="745675" y="104013"/>
                  </a:cubicBezTo>
                  <a:cubicBezTo>
                    <a:pt x="751769" y="95374"/>
                    <a:pt x="760280" y="88649"/>
                    <a:pt x="771191" y="83820"/>
                  </a:cubicBezTo>
                  <a:cubicBezTo>
                    <a:pt x="782112" y="78991"/>
                    <a:pt x="795060" y="76581"/>
                    <a:pt x="810037" y="76581"/>
                  </a:cubicBezTo>
                  <a:cubicBezTo>
                    <a:pt x="823499" y="76581"/>
                    <a:pt x="836190" y="78743"/>
                    <a:pt x="848120" y="83058"/>
                  </a:cubicBezTo>
                  <a:cubicBezTo>
                    <a:pt x="860059" y="87373"/>
                    <a:pt x="870085" y="93602"/>
                    <a:pt x="878206" y="101727"/>
                  </a:cubicBezTo>
                  <a:lnTo>
                    <a:pt x="867924" y="124206"/>
                  </a:lnTo>
                  <a:cubicBezTo>
                    <a:pt x="858784" y="116586"/>
                    <a:pt x="849396" y="110995"/>
                    <a:pt x="839742" y="107442"/>
                  </a:cubicBezTo>
                  <a:cubicBezTo>
                    <a:pt x="830354" y="103632"/>
                    <a:pt x="820452" y="101727"/>
                    <a:pt x="810037" y="101727"/>
                  </a:cubicBezTo>
                  <a:cubicBezTo>
                    <a:pt x="796327" y="101727"/>
                    <a:pt x="785663" y="104394"/>
                    <a:pt x="778046" y="109728"/>
                  </a:cubicBezTo>
                  <a:cubicBezTo>
                    <a:pt x="770687" y="115062"/>
                    <a:pt x="767002" y="122301"/>
                    <a:pt x="767002" y="131445"/>
                  </a:cubicBezTo>
                  <a:cubicBezTo>
                    <a:pt x="767002" y="139322"/>
                    <a:pt x="769287" y="145542"/>
                    <a:pt x="773857" y="150114"/>
                  </a:cubicBezTo>
                  <a:cubicBezTo>
                    <a:pt x="778684" y="154686"/>
                    <a:pt x="786301" y="158239"/>
                    <a:pt x="796708" y="160782"/>
                  </a:cubicBezTo>
                  <a:lnTo>
                    <a:pt x="829078" y="168783"/>
                  </a:lnTo>
                  <a:cubicBezTo>
                    <a:pt x="847111" y="172593"/>
                    <a:pt x="860307" y="178946"/>
                    <a:pt x="868685" y="187833"/>
                  </a:cubicBezTo>
                  <a:cubicBezTo>
                    <a:pt x="877321" y="196472"/>
                    <a:pt x="881634" y="207521"/>
                    <a:pt x="881634" y="220980"/>
                  </a:cubicBezTo>
                  <a:cubicBezTo>
                    <a:pt x="881634" y="237487"/>
                    <a:pt x="874912" y="250698"/>
                    <a:pt x="861449" y="260604"/>
                  </a:cubicBezTo>
                  <a:cubicBezTo>
                    <a:pt x="847996" y="270510"/>
                    <a:pt x="829716" y="275463"/>
                    <a:pt x="806609" y="275463"/>
                  </a:cubicBezTo>
                  <a:close/>
                  <a:moveTo>
                    <a:pt x="901904" y="105537"/>
                  </a:moveTo>
                  <a:lnTo>
                    <a:pt x="901904" y="81153"/>
                  </a:lnTo>
                  <a:lnTo>
                    <a:pt x="1024913" y="81153"/>
                  </a:lnTo>
                  <a:lnTo>
                    <a:pt x="1024913" y="105537"/>
                  </a:lnTo>
                  <a:lnTo>
                    <a:pt x="901904" y="105537"/>
                  </a:lnTo>
                  <a:close/>
                  <a:moveTo>
                    <a:pt x="1024152" y="245364"/>
                  </a:moveTo>
                  <a:lnTo>
                    <a:pt x="1024152" y="271653"/>
                  </a:lnTo>
                  <a:cubicBezTo>
                    <a:pt x="1019829" y="272920"/>
                    <a:pt x="1015516" y="273815"/>
                    <a:pt x="1011203" y="274320"/>
                  </a:cubicBezTo>
                  <a:cubicBezTo>
                    <a:pt x="1007138" y="275082"/>
                    <a:pt x="1002568" y="275463"/>
                    <a:pt x="997493" y="275463"/>
                  </a:cubicBezTo>
                  <a:cubicBezTo>
                    <a:pt x="979718" y="275463"/>
                    <a:pt x="965503" y="270386"/>
                    <a:pt x="954840" y="260223"/>
                  </a:cubicBezTo>
                  <a:cubicBezTo>
                    <a:pt x="944424" y="250060"/>
                    <a:pt x="939226" y="234820"/>
                    <a:pt x="939226" y="214503"/>
                  </a:cubicBezTo>
                  <a:lnTo>
                    <a:pt x="939226" y="32004"/>
                  </a:lnTo>
                  <a:lnTo>
                    <a:pt x="970073" y="20955"/>
                  </a:lnTo>
                  <a:lnTo>
                    <a:pt x="970073" y="210312"/>
                  </a:lnTo>
                  <a:cubicBezTo>
                    <a:pt x="970073" y="220475"/>
                    <a:pt x="971463" y="228343"/>
                    <a:pt x="974262" y="233934"/>
                  </a:cubicBezTo>
                  <a:cubicBezTo>
                    <a:pt x="977309" y="239525"/>
                    <a:pt x="981365" y="243459"/>
                    <a:pt x="986449" y="245745"/>
                  </a:cubicBezTo>
                  <a:cubicBezTo>
                    <a:pt x="991524" y="247774"/>
                    <a:pt x="997236" y="248793"/>
                    <a:pt x="1003587" y="248793"/>
                  </a:cubicBezTo>
                  <a:cubicBezTo>
                    <a:pt x="1007395" y="248793"/>
                    <a:pt x="1010822" y="248536"/>
                    <a:pt x="1013869" y="248031"/>
                  </a:cubicBezTo>
                  <a:cubicBezTo>
                    <a:pt x="1016916" y="247526"/>
                    <a:pt x="1020343" y="246631"/>
                    <a:pt x="1024152" y="245364"/>
                  </a:cubicBezTo>
                  <a:close/>
                  <a:moveTo>
                    <a:pt x="1062083" y="272796"/>
                  </a:moveTo>
                  <a:lnTo>
                    <a:pt x="1062083" y="81153"/>
                  </a:lnTo>
                  <a:lnTo>
                    <a:pt x="1092931" y="81153"/>
                  </a:lnTo>
                  <a:lnTo>
                    <a:pt x="1092931" y="272796"/>
                  </a:lnTo>
                  <a:lnTo>
                    <a:pt x="1062083" y="272796"/>
                  </a:lnTo>
                  <a:close/>
                  <a:moveTo>
                    <a:pt x="1059036" y="0"/>
                  </a:moveTo>
                  <a:lnTo>
                    <a:pt x="1096739" y="0"/>
                  </a:lnTo>
                  <a:lnTo>
                    <a:pt x="1096739" y="35052"/>
                  </a:lnTo>
                  <a:lnTo>
                    <a:pt x="1059036" y="35052"/>
                  </a:lnTo>
                  <a:lnTo>
                    <a:pt x="1059036" y="0"/>
                  </a:lnTo>
                  <a:close/>
                  <a:moveTo>
                    <a:pt x="1233183" y="275463"/>
                  </a:moveTo>
                  <a:cubicBezTo>
                    <a:pt x="1214398" y="275463"/>
                    <a:pt x="1198146" y="271396"/>
                    <a:pt x="1184436" y="263271"/>
                  </a:cubicBezTo>
                  <a:cubicBezTo>
                    <a:pt x="1170726" y="255146"/>
                    <a:pt x="1160062" y="243716"/>
                    <a:pt x="1152446" y="228981"/>
                  </a:cubicBezTo>
                  <a:cubicBezTo>
                    <a:pt x="1145086" y="214246"/>
                    <a:pt x="1141401" y="196853"/>
                    <a:pt x="1141401" y="176784"/>
                  </a:cubicBezTo>
                  <a:cubicBezTo>
                    <a:pt x="1141401" y="156972"/>
                    <a:pt x="1145210" y="139570"/>
                    <a:pt x="1152827" y="124587"/>
                  </a:cubicBezTo>
                  <a:cubicBezTo>
                    <a:pt x="1160443" y="109347"/>
                    <a:pt x="1171240" y="97536"/>
                    <a:pt x="1185197" y="89154"/>
                  </a:cubicBezTo>
                  <a:cubicBezTo>
                    <a:pt x="1199165" y="80772"/>
                    <a:pt x="1215664" y="76581"/>
                    <a:pt x="1234706" y="76581"/>
                  </a:cubicBezTo>
                  <a:cubicBezTo>
                    <a:pt x="1247654" y="76581"/>
                    <a:pt x="1260098" y="78867"/>
                    <a:pt x="1272028" y="83439"/>
                  </a:cubicBezTo>
                  <a:cubicBezTo>
                    <a:pt x="1284215" y="87754"/>
                    <a:pt x="1294250" y="93850"/>
                    <a:pt x="1302114" y="101727"/>
                  </a:cubicBezTo>
                  <a:lnTo>
                    <a:pt x="1291831" y="124587"/>
                  </a:lnTo>
                  <a:cubicBezTo>
                    <a:pt x="1282444" y="117224"/>
                    <a:pt x="1273170" y="111757"/>
                    <a:pt x="1264030" y="108204"/>
                  </a:cubicBezTo>
                  <a:cubicBezTo>
                    <a:pt x="1255148" y="104394"/>
                    <a:pt x="1245884" y="102489"/>
                    <a:pt x="1236230" y="102489"/>
                  </a:cubicBezTo>
                  <a:cubicBezTo>
                    <a:pt x="1216940" y="102489"/>
                    <a:pt x="1201573" y="108966"/>
                    <a:pt x="1190148" y="121920"/>
                  </a:cubicBezTo>
                  <a:cubicBezTo>
                    <a:pt x="1178980" y="134874"/>
                    <a:pt x="1173392" y="153162"/>
                    <a:pt x="1173392" y="176784"/>
                  </a:cubicBezTo>
                  <a:cubicBezTo>
                    <a:pt x="1173392" y="200149"/>
                    <a:pt x="1178980" y="218189"/>
                    <a:pt x="1190148" y="230886"/>
                  </a:cubicBezTo>
                  <a:cubicBezTo>
                    <a:pt x="1201326" y="243583"/>
                    <a:pt x="1216683" y="249936"/>
                    <a:pt x="1236230" y="249936"/>
                  </a:cubicBezTo>
                  <a:cubicBezTo>
                    <a:pt x="1245627" y="249936"/>
                    <a:pt x="1254890" y="248155"/>
                    <a:pt x="1264030" y="244602"/>
                  </a:cubicBezTo>
                  <a:cubicBezTo>
                    <a:pt x="1273170" y="240792"/>
                    <a:pt x="1282444" y="235201"/>
                    <a:pt x="1291831" y="227838"/>
                  </a:cubicBezTo>
                  <a:lnTo>
                    <a:pt x="1302114" y="250698"/>
                  </a:lnTo>
                  <a:cubicBezTo>
                    <a:pt x="1293993" y="258318"/>
                    <a:pt x="1283710" y="264414"/>
                    <a:pt x="1271266" y="268986"/>
                  </a:cubicBezTo>
                  <a:cubicBezTo>
                    <a:pt x="1259080" y="273301"/>
                    <a:pt x="1246388" y="275463"/>
                    <a:pt x="1233183" y="275463"/>
                  </a:cubicBezTo>
                  <a:close/>
                  <a:moveTo>
                    <a:pt x="1406130" y="275463"/>
                  </a:moveTo>
                  <a:cubicBezTo>
                    <a:pt x="1373882" y="275463"/>
                    <a:pt x="1348366" y="267205"/>
                    <a:pt x="1329582" y="250698"/>
                  </a:cubicBezTo>
                  <a:lnTo>
                    <a:pt x="1339864" y="227838"/>
                  </a:lnTo>
                  <a:cubicBezTo>
                    <a:pt x="1350023" y="235715"/>
                    <a:pt x="1360429" y="241554"/>
                    <a:pt x="1371093" y="245364"/>
                  </a:cubicBezTo>
                  <a:cubicBezTo>
                    <a:pt x="1382013" y="248917"/>
                    <a:pt x="1394066" y="250698"/>
                    <a:pt x="1407272" y="250698"/>
                  </a:cubicBezTo>
                  <a:cubicBezTo>
                    <a:pt x="1421744" y="250698"/>
                    <a:pt x="1432664" y="248288"/>
                    <a:pt x="1440024" y="243459"/>
                  </a:cubicBezTo>
                  <a:cubicBezTo>
                    <a:pt x="1447641" y="238382"/>
                    <a:pt x="1451449" y="231143"/>
                    <a:pt x="1451449" y="221742"/>
                  </a:cubicBezTo>
                  <a:cubicBezTo>
                    <a:pt x="1451449" y="214122"/>
                    <a:pt x="1448907" y="208150"/>
                    <a:pt x="1443832" y="203835"/>
                  </a:cubicBezTo>
                  <a:cubicBezTo>
                    <a:pt x="1438757" y="199263"/>
                    <a:pt x="1430379" y="195577"/>
                    <a:pt x="1418697" y="192786"/>
                  </a:cubicBezTo>
                  <a:lnTo>
                    <a:pt x="1386326" y="185166"/>
                  </a:lnTo>
                  <a:cubicBezTo>
                    <a:pt x="1370331" y="181613"/>
                    <a:pt x="1357887" y="175260"/>
                    <a:pt x="1349004" y="166116"/>
                  </a:cubicBezTo>
                  <a:cubicBezTo>
                    <a:pt x="1340369" y="156972"/>
                    <a:pt x="1336056" y="146047"/>
                    <a:pt x="1336056" y="133350"/>
                  </a:cubicBezTo>
                  <a:cubicBezTo>
                    <a:pt x="1336056" y="122177"/>
                    <a:pt x="1339103" y="112395"/>
                    <a:pt x="1345196" y="104013"/>
                  </a:cubicBezTo>
                  <a:cubicBezTo>
                    <a:pt x="1351289" y="95374"/>
                    <a:pt x="1359792" y="88649"/>
                    <a:pt x="1370712" y="83820"/>
                  </a:cubicBezTo>
                  <a:cubicBezTo>
                    <a:pt x="1381632" y="78991"/>
                    <a:pt x="1394581" y="76581"/>
                    <a:pt x="1409557" y="76581"/>
                  </a:cubicBezTo>
                  <a:cubicBezTo>
                    <a:pt x="1423010" y="76581"/>
                    <a:pt x="1435711" y="78743"/>
                    <a:pt x="1447641" y="83058"/>
                  </a:cubicBezTo>
                  <a:cubicBezTo>
                    <a:pt x="1459570" y="87373"/>
                    <a:pt x="1469605" y="93602"/>
                    <a:pt x="1477727" y="101727"/>
                  </a:cubicBezTo>
                  <a:lnTo>
                    <a:pt x="1467444" y="124206"/>
                  </a:lnTo>
                  <a:cubicBezTo>
                    <a:pt x="1458304" y="116586"/>
                    <a:pt x="1448907" y="110995"/>
                    <a:pt x="1439262" y="107442"/>
                  </a:cubicBezTo>
                  <a:cubicBezTo>
                    <a:pt x="1429865" y="103632"/>
                    <a:pt x="1419963" y="101727"/>
                    <a:pt x="1409557" y="101727"/>
                  </a:cubicBezTo>
                  <a:cubicBezTo>
                    <a:pt x="1395847" y="101727"/>
                    <a:pt x="1385184" y="104394"/>
                    <a:pt x="1377567" y="109728"/>
                  </a:cubicBezTo>
                  <a:cubicBezTo>
                    <a:pt x="1370207" y="115062"/>
                    <a:pt x="1366523" y="122301"/>
                    <a:pt x="1366523" y="131445"/>
                  </a:cubicBezTo>
                  <a:cubicBezTo>
                    <a:pt x="1366523" y="139322"/>
                    <a:pt x="1368808" y="145542"/>
                    <a:pt x="1373378" y="150114"/>
                  </a:cubicBezTo>
                  <a:cubicBezTo>
                    <a:pt x="1378205" y="154686"/>
                    <a:pt x="1385821" y="158239"/>
                    <a:pt x="1396228" y="160782"/>
                  </a:cubicBezTo>
                  <a:lnTo>
                    <a:pt x="1428599" y="168783"/>
                  </a:lnTo>
                  <a:cubicBezTo>
                    <a:pt x="1446622" y="172593"/>
                    <a:pt x="1459827" y="178946"/>
                    <a:pt x="1468206" y="187833"/>
                  </a:cubicBezTo>
                  <a:cubicBezTo>
                    <a:pt x="1476841" y="196472"/>
                    <a:pt x="1481154" y="207521"/>
                    <a:pt x="1481154" y="220980"/>
                  </a:cubicBezTo>
                  <a:cubicBezTo>
                    <a:pt x="1481154" y="237487"/>
                    <a:pt x="1474423" y="250698"/>
                    <a:pt x="1460970" y="260604"/>
                  </a:cubicBezTo>
                  <a:cubicBezTo>
                    <a:pt x="1447517" y="270510"/>
                    <a:pt x="1429237" y="275463"/>
                    <a:pt x="1406130" y="2754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g12709bdffa8_0_2989"/>
            <p:cNvSpPr/>
            <p:nvPr/>
          </p:nvSpPr>
          <p:spPr>
            <a:xfrm>
              <a:off x="5142141" y="6021492"/>
              <a:ext cx="1459056" cy="284607"/>
            </a:xfrm>
            <a:custGeom>
              <a:rect b="b" l="l" r="r" t="t"/>
              <a:pathLst>
                <a:path extrusionOk="0" h="284607" w="1459056">
                  <a:moveTo>
                    <a:pt x="0" y="281940"/>
                  </a:moveTo>
                  <a:lnTo>
                    <a:pt x="0" y="10668"/>
                  </a:lnTo>
                  <a:lnTo>
                    <a:pt x="108157" y="10668"/>
                  </a:lnTo>
                  <a:cubicBezTo>
                    <a:pt x="136082" y="10668"/>
                    <a:pt x="157790" y="17402"/>
                    <a:pt x="173280" y="30861"/>
                  </a:cubicBezTo>
                  <a:cubicBezTo>
                    <a:pt x="189018" y="44320"/>
                    <a:pt x="196892" y="62865"/>
                    <a:pt x="196892" y="86487"/>
                  </a:cubicBezTo>
                  <a:cubicBezTo>
                    <a:pt x="196892" y="109852"/>
                    <a:pt x="189018" y="128397"/>
                    <a:pt x="173280" y="142113"/>
                  </a:cubicBezTo>
                  <a:cubicBezTo>
                    <a:pt x="157542" y="155829"/>
                    <a:pt x="135834" y="162687"/>
                    <a:pt x="108157" y="162687"/>
                  </a:cubicBezTo>
                  <a:lnTo>
                    <a:pt x="31228" y="162687"/>
                  </a:lnTo>
                  <a:lnTo>
                    <a:pt x="31228" y="281940"/>
                  </a:lnTo>
                  <a:lnTo>
                    <a:pt x="0" y="281940"/>
                  </a:lnTo>
                  <a:close/>
                  <a:moveTo>
                    <a:pt x="31228" y="136779"/>
                  </a:moveTo>
                  <a:lnTo>
                    <a:pt x="105491" y="136779"/>
                  </a:lnTo>
                  <a:cubicBezTo>
                    <a:pt x="125552" y="136779"/>
                    <a:pt x="140652" y="132464"/>
                    <a:pt x="150811" y="123825"/>
                  </a:cubicBezTo>
                  <a:cubicBezTo>
                    <a:pt x="160970" y="114938"/>
                    <a:pt x="166045" y="102489"/>
                    <a:pt x="166045" y="86487"/>
                  </a:cubicBezTo>
                  <a:cubicBezTo>
                    <a:pt x="166045" y="70485"/>
                    <a:pt x="160970" y="58169"/>
                    <a:pt x="150811" y="49530"/>
                  </a:cubicBezTo>
                  <a:cubicBezTo>
                    <a:pt x="140652" y="40891"/>
                    <a:pt x="125552" y="36576"/>
                    <a:pt x="105491" y="36576"/>
                  </a:cubicBezTo>
                  <a:lnTo>
                    <a:pt x="31228" y="36576"/>
                  </a:lnTo>
                  <a:lnTo>
                    <a:pt x="31228" y="136779"/>
                  </a:lnTo>
                  <a:close/>
                  <a:moveTo>
                    <a:pt x="244258" y="281940"/>
                  </a:moveTo>
                  <a:lnTo>
                    <a:pt x="244258" y="1524"/>
                  </a:lnTo>
                  <a:lnTo>
                    <a:pt x="275106" y="1524"/>
                  </a:lnTo>
                  <a:lnTo>
                    <a:pt x="275106" y="281940"/>
                  </a:lnTo>
                  <a:lnTo>
                    <a:pt x="244258" y="281940"/>
                  </a:lnTo>
                  <a:close/>
                  <a:moveTo>
                    <a:pt x="408503" y="284607"/>
                  </a:moveTo>
                  <a:cubicBezTo>
                    <a:pt x="391489" y="284607"/>
                    <a:pt x="376513" y="280673"/>
                    <a:pt x="363564" y="272796"/>
                  </a:cubicBezTo>
                  <a:cubicBezTo>
                    <a:pt x="350873" y="264671"/>
                    <a:pt x="340972" y="253241"/>
                    <a:pt x="333859" y="238506"/>
                  </a:cubicBezTo>
                  <a:cubicBezTo>
                    <a:pt x="327005" y="223523"/>
                    <a:pt x="323577" y="205997"/>
                    <a:pt x="323577" y="185928"/>
                  </a:cubicBezTo>
                  <a:cubicBezTo>
                    <a:pt x="323577" y="165859"/>
                    <a:pt x="327128" y="148333"/>
                    <a:pt x="334240" y="133350"/>
                  </a:cubicBezTo>
                  <a:cubicBezTo>
                    <a:pt x="341352" y="118367"/>
                    <a:pt x="351254" y="106680"/>
                    <a:pt x="363945" y="98298"/>
                  </a:cubicBezTo>
                  <a:cubicBezTo>
                    <a:pt x="376894" y="89916"/>
                    <a:pt x="391746" y="85725"/>
                    <a:pt x="408503" y="85725"/>
                  </a:cubicBezTo>
                  <a:cubicBezTo>
                    <a:pt x="426021" y="85725"/>
                    <a:pt x="440874" y="90040"/>
                    <a:pt x="453061" y="98679"/>
                  </a:cubicBezTo>
                  <a:cubicBezTo>
                    <a:pt x="465247" y="107318"/>
                    <a:pt x="473502" y="119634"/>
                    <a:pt x="477815" y="135636"/>
                  </a:cubicBezTo>
                  <a:lnTo>
                    <a:pt x="473245" y="138684"/>
                  </a:lnTo>
                  <a:lnTo>
                    <a:pt x="473245" y="90297"/>
                  </a:lnTo>
                  <a:lnTo>
                    <a:pt x="503712" y="90297"/>
                  </a:lnTo>
                  <a:lnTo>
                    <a:pt x="503712" y="281940"/>
                  </a:lnTo>
                  <a:lnTo>
                    <a:pt x="473245" y="281940"/>
                  </a:lnTo>
                  <a:lnTo>
                    <a:pt x="473245" y="232410"/>
                  </a:lnTo>
                  <a:lnTo>
                    <a:pt x="477815" y="234696"/>
                  </a:lnTo>
                  <a:cubicBezTo>
                    <a:pt x="473502" y="250698"/>
                    <a:pt x="465247" y="263014"/>
                    <a:pt x="453061" y="271653"/>
                  </a:cubicBezTo>
                  <a:cubicBezTo>
                    <a:pt x="440874" y="280292"/>
                    <a:pt x="426021" y="284607"/>
                    <a:pt x="408503" y="284607"/>
                  </a:cubicBezTo>
                  <a:close/>
                  <a:moveTo>
                    <a:pt x="414596" y="259080"/>
                  </a:moveTo>
                  <a:cubicBezTo>
                    <a:pt x="433381" y="259080"/>
                    <a:pt x="447853" y="252727"/>
                    <a:pt x="458011" y="240030"/>
                  </a:cubicBezTo>
                  <a:cubicBezTo>
                    <a:pt x="468170" y="227076"/>
                    <a:pt x="473245" y="208788"/>
                    <a:pt x="473245" y="185166"/>
                  </a:cubicBezTo>
                  <a:cubicBezTo>
                    <a:pt x="473245" y="161544"/>
                    <a:pt x="468037" y="143380"/>
                    <a:pt x="457631" y="130683"/>
                  </a:cubicBezTo>
                  <a:cubicBezTo>
                    <a:pt x="447472" y="117986"/>
                    <a:pt x="433134" y="111633"/>
                    <a:pt x="414596" y="111633"/>
                  </a:cubicBezTo>
                  <a:cubicBezTo>
                    <a:pt x="395812" y="111633"/>
                    <a:pt x="381083" y="118234"/>
                    <a:pt x="370420" y="131445"/>
                  </a:cubicBezTo>
                  <a:cubicBezTo>
                    <a:pt x="360013" y="144399"/>
                    <a:pt x="354805" y="162563"/>
                    <a:pt x="354805" y="185928"/>
                  </a:cubicBezTo>
                  <a:cubicBezTo>
                    <a:pt x="354805" y="209293"/>
                    <a:pt x="360013" y="227333"/>
                    <a:pt x="370420" y="240030"/>
                  </a:cubicBezTo>
                  <a:cubicBezTo>
                    <a:pt x="381083" y="252727"/>
                    <a:pt x="395812" y="259080"/>
                    <a:pt x="414596" y="259080"/>
                  </a:cubicBezTo>
                  <a:close/>
                  <a:moveTo>
                    <a:pt x="536311" y="114681"/>
                  </a:moveTo>
                  <a:lnTo>
                    <a:pt x="536311" y="90297"/>
                  </a:lnTo>
                  <a:lnTo>
                    <a:pt x="659321" y="90297"/>
                  </a:lnTo>
                  <a:lnTo>
                    <a:pt x="659321" y="114681"/>
                  </a:lnTo>
                  <a:lnTo>
                    <a:pt x="536311" y="114681"/>
                  </a:lnTo>
                  <a:close/>
                  <a:moveTo>
                    <a:pt x="658560" y="254508"/>
                  </a:moveTo>
                  <a:lnTo>
                    <a:pt x="658560" y="280797"/>
                  </a:lnTo>
                  <a:cubicBezTo>
                    <a:pt x="654247" y="282064"/>
                    <a:pt x="649934" y="282959"/>
                    <a:pt x="645611" y="283464"/>
                  </a:cubicBezTo>
                  <a:cubicBezTo>
                    <a:pt x="641555" y="284226"/>
                    <a:pt x="636985" y="284607"/>
                    <a:pt x="631901" y="284607"/>
                  </a:cubicBezTo>
                  <a:cubicBezTo>
                    <a:pt x="614135" y="284607"/>
                    <a:pt x="599911" y="279530"/>
                    <a:pt x="589247" y="269367"/>
                  </a:cubicBezTo>
                  <a:cubicBezTo>
                    <a:pt x="578841" y="259204"/>
                    <a:pt x="573633" y="243964"/>
                    <a:pt x="573633" y="223647"/>
                  </a:cubicBezTo>
                  <a:lnTo>
                    <a:pt x="573633" y="41148"/>
                  </a:lnTo>
                  <a:lnTo>
                    <a:pt x="604481" y="30099"/>
                  </a:lnTo>
                  <a:lnTo>
                    <a:pt x="604481" y="219456"/>
                  </a:lnTo>
                  <a:cubicBezTo>
                    <a:pt x="604481" y="229619"/>
                    <a:pt x="605880" y="237487"/>
                    <a:pt x="608670" y="243078"/>
                  </a:cubicBezTo>
                  <a:cubicBezTo>
                    <a:pt x="611717" y="248669"/>
                    <a:pt x="615782" y="252603"/>
                    <a:pt x="620857" y="254889"/>
                  </a:cubicBezTo>
                  <a:cubicBezTo>
                    <a:pt x="625941" y="256918"/>
                    <a:pt x="631654" y="257937"/>
                    <a:pt x="637995" y="257937"/>
                  </a:cubicBezTo>
                  <a:cubicBezTo>
                    <a:pt x="641803" y="257937"/>
                    <a:pt x="645230" y="257680"/>
                    <a:pt x="648277" y="257175"/>
                  </a:cubicBezTo>
                  <a:cubicBezTo>
                    <a:pt x="651324" y="256670"/>
                    <a:pt x="654751" y="255775"/>
                    <a:pt x="658560" y="254508"/>
                  </a:cubicBezTo>
                  <a:close/>
                  <a:moveTo>
                    <a:pt x="673545" y="114681"/>
                  </a:moveTo>
                  <a:lnTo>
                    <a:pt x="673545" y="90297"/>
                  </a:lnTo>
                  <a:lnTo>
                    <a:pt x="788558" y="90297"/>
                  </a:lnTo>
                  <a:lnTo>
                    <a:pt x="788558" y="114681"/>
                  </a:lnTo>
                  <a:lnTo>
                    <a:pt x="673545" y="114681"/>
                  </a:lnTo>
                  <a:close/>
                  <a:moveTo>
                    <a:pt x="793889" y="29718"/>
                  </a:moveTo>
                  <a:cubicBezTo>
                    <a:pt x="786787" y="27689"/>
                    <a:pt x="780179" y="26670"/>
                    <a:pt x="774086" y="26670"/>
                  </a:cubicBezTo>
                  <a:cubicBezTo>
                    <a:pt x="767993" y="26670"/>
                    <a:pt x="762414" y="27813"/>
                    <a:pt x="757329" y="30099"/>
                  </a:cubicBezTo>
                  <a:cubicBezTo>
                    <a:pt x="752511" y="32128"/>
                    <a:pt x="748703" y="35938"/>
                    <a:pt x="745904" y="41529"/>
                  </a:cubicBezTo>
                  <a:cubicBezTo>
                    <a:pt x="743114" y="47120"/>
                    <a:pt x="741715" y="54864"/>
                    <a:pt x="741715" y="64770"/>
                  </a:cubicBezTo>
                  <a:lnTo>
                    <a:pt x="741715" y="281940"/>
                  </a:lnTo>
                  <a:lnTo>
                    <a:pt x="710867" y="281940"/>
                  </a:lnTo>
                  <a:lnTo>
                    <a:pt x="710867" y="60960"/>
                  </a:lnTo>
                  <a:cubicBezTo>
                    <a:pt x="710867" y="40386"/>
                    <a:pt x="715952" y="25146"/>
                    <a:pt x="726101" y="15240"/>
                  </a:cubicBezTo>
                  <a:cubicBezTo>
                    <a:pt x="736260" y="5077"/>
                    <a:pt x="750227" y="0"/>
                    <a:pt x="767993" y="0"/>
                  </a:cubicBezTo>
                  <a:cubicBezTo>
                    <a:pt x="772315" y="0"/>
                    <a:pt x="776628" y="257"/>
                    <a:pt x="780941" y="762"/>
                  </a:cubicBezTo>
                  <a:cubicBezTo>
                    <a:pt x="785263" y="1267"/>
                    <a:pt x="789576" y="2162"/>
                    <a:pt x="793889" y="3429"/>
                  </a:cubicBezTo>
                  <a:lnTo>
                    <a:pt x="793889" y="29718"/>
                  </a:lnTo>
                  <a:close/>
                  <a:moveTo>
                    <a:pt x="906255" y="284607"/>
                  </a:moveTo>
                  <a:cubicBezTo>
                    <a:pt x="887975" y="284607"/>
                    <a:pt x="871980" y="280540"/>
                    <a:pt x="858270" y="272415"/>
                  </a:cubicBezTo>
                  <a:cubicBezTo>
                    <a:pt x="844807" y="264290"/>
                    <a:pt x="834277" y="252860"/>
                    <a:pt x="826660" y="238125"/>
                  </a:cubicBezTo>
                  <a:cubicBezTo>
                    <a:pt x="819291" y="223142"/>
                    <a:pt x="815616" y="205483"/>
                    <a:pt x="815616" y="185166"/>
                  </a:cubicBezTo>
                  <a:cubicBezTo>
                    <a:pt x="815616" y="165097"/>
                    <a:pt x="819291" y="147571"/>
                    <a:pt x="826660" y="132588"/>
                  </a:cubicBezTo>
                  <a:cubicBezTo>
                    <a:pt x="834277" y="117605"/>
                    <a:pt x="844807" y="106042"/>
                    <a:pt x="858270" y="97917"/>
                  </a:cubicBezTo>
                  <a:cubicBezTo>
                    <a:pt x="871980" y="89792"/>
                    <a:pt x="887975" y="85725"/>
                    <a:pt x="906255" y="85725"/>
                  </a:cubicBezTo>
                  <a:cubicBezTo>
                    <a:pt x="924535" y="85725"/>
                    <a:pt x="940397" y="89792"/>
                    <a:pt x="953859" y="97917"/>
                  </a:cubicBezTo>
                  <a:cubicBezTo>
                    <a:pt x="967569" y="106042"/>
                    <a:pt x="978100" y="117605"/>
                    <a:pt x="985469" y="132588"/>
                  </a:cubicBezTo>
                  <a:cubicBezTo>
                    <a:pt x="993085" y="147571"/>
                    <a:pt x="996894" y="165097"/>
                    <a:pt x="996894" y="185166"/>
                  </a:cubicBezTo>
                  <a:cubicBezTo>
                    <a:pt x="996894" y="205483"/>
                    <a:pt x="993085" y="223142"/>
                    <a:pt x="985469" y="238125"/>
                  </a:cubicBezTo>
                  <a:cubicBezTo>
                    <a:pt x="978100" y="252860"/>
                    <a:pt x="967569" y="264290"/>
                    <a:pt x="953859" y="272415"/>
                  </a:cubicBezTo>
                  <a:cubicBezTo>
                    <a:pt x="940397" y="280540"/>
                    <a:pt x="924535" y="284607"/>
                    <a:pt x="906255" y="284607"/>
                  </a:cubicBezTo>
                  <a:close/>
                  <a:moveTo>
                    <a:pt x="906255" y="259080"/>
                  </a:moveTo>
                  <a:cubicBezTo>
                    <a:pt x="925040" y="259080"/>
                    <a:pt x="939511" y="252860"/>
                    <a:pt x="949670" y="240411"/>
                  </a:cubicBezTo>
                  <a:cubicBezTo>
                    <a:pt x="960076" y="227714"/>
                    <a:pt x="965284" y="209293"/>
                    <a:pt x="965284" y="185166"/>
                  </a:cubicBezTo>
                  <a:cubicBezTo>
                    <a:pt x="965284" y="161544"/>
                    <a:pt x="960076" y="143380"/>
                    <a:pt x="949670" y="130683"/>
                  </a:cubicBezTo>
                  <a:cubicBezTo>
                    <a:pt x="939254" y="117986"/>
                    <a:pt x="924782" y="111633"/>
                    <a:pt x="906255" y="111633"/>
                  </a:cubicBezTo>
                  <a:cubicBezTo>
                    <a:pt x="887717" y="111633"/>
                    <a:pt x="873122" y="117986"/>
                    <a:pt x="862459" y="130683"/>
                  </a:cubicBezTo>
                  <a:cubicBezTo>
                    <a:pt x="852043" y="143380"/>
                    <a:pt x="846845" y="161544"/>
                    <a:pt x="846845" y="185166"/>
                  </a:cubicBezTo>
                  <a:cubicBezTo>
                    <a:pt x="846845" y="209293"/>
                    <a:pt x="851919" y="227714"/>
                    <a:pt x="862078" y="240411"/>
                  </a:cubicBezTo>
                  <a:cubicBezTo>
                    <a:pt x="872484" y="252860"/>
                    <a:pt x="887213" y="259080"/>
                    <a:pt x="906255" y="259080"/>
                  </a:cubicBezTo>
                  <a:close/>
                  <a:moveTo>
                    <a:pt x="1044974" y="281940"/>
                  </a:moveTo>
                  <a:lnTo>
                    <a:pt x="1044974" y="144018"/>
                  </a:lnTo>
                  <a:cubicBezTo>
                    <a:pt x="1044974" y="135131"/>
                    <a:pt x="1044727" y="126235"/>
                    <a:pt x="1044212" y="117348"/>
                  </a:cubicBezTo>
                  <a:cubicBezTo>
                    <a:pt x="1043965" y="108204"/>
                    <a:pt x="1043203" y="99184"/>
                    <a:pt x="1041927" y="90297"/>
                  </a:cubicBezTo>
                  <a:lnTo>
                    <a:pt x="1071252" y="90297"/>
                  </a:lnTo>
                  <a:lnTo>
                    <a:pt x="1075441" y="137541"/>
                  </a:lnTo>
                  <a:lnTo>
                    <a:pt x="1071252" y="136398"/>
                  </a:lnTo>
                  <a:cubicBezTo>
                    <a:pt x="1074812" y="119634"/>
                    <a:pt x="1082429" y="107061"/>
                    <a:pt x="1094102" y="98679"/>
                  </a:cubicBezTo>
                  <a:cubicBezTo>
                    <a:pt x="1106041" y="90040"/>
                    <a:pt x="1119371" y="85725"/>
                    <a:pt x="1134089" y="85725"/>
                  </a:cubicBezTo>
                  <a:cubicBezTo>
                    <a:pt x="1137393" y="85725"/>
                    <a:pt x="1140440" y="85982"/>
                    <a:pt x="1143230" y="86487"/>
                  </a:cubicBezTo>
                  <a:cubicBezTo>
                    <a:pt x="1146276" y="86744"/>
                    <a:pt x="1149076" y="87249"/>
                    <a:pt x="1151608" y="88011"/>
                  </a:cubicBezTo>
                  <a:lnTo>
                    <a:pt x="1150846" y="116205"/>
                  </a:lnTo>
                  <a:cubicBezTo>
                    <a:pt x="1145010" y="114176"/>
                    <a:pt x="1138279" y="113157"/>
                    <a:pt x="1130662" y="113157"/>
                  </a:cubicBezTo>
                  <a:cubicBezTo>
                    <a:pt x="1117466" y="113157"/>
                    <a:pt x="1106803" y="116081"/>
                    <a:pt x="1098672" y="121920"/>
                  </a:cubicBezTo>
                  <a:cubicBezTo>
                    <a:pt x="1090808" y="127759"/>
                    <a:pt x="1084962" y="135255"/>
                    <a:pt x="1081153" y="144399"/>
                  </a:cubicBezTo>
                  <a:cubicBezTo>
                    <a:pt x="1077602" y="153286"/>
                    <a:pt x="1075822" y="162687"/>
                    <a:pt x="1075822" y="172593"/>
                  </a:cubicBezTo>
                  <a:lnTo>
                    <a:pt x="1075822" y="281940"/>
                  </a:lnTo>
                  <a:lnTo>
                    <a:pt x="1044974" y="281940"/>
                  </a:lnTo>
                  <a:close/>
                  <a:moveTo>
                    <a:pt x="1182951" y="281940"/>
                  </a:moveTo>
                  <a:lnTo>
                    <a:pt x="1182951" y="144018"/>
                  </a:lnTo>
                  <a:cubicBezTo>
                    <a:pt x="1182951" y="135131"/>
                    <a:pt x="1182703" y="126235"/>
                    <a:pt x="1182189" y="117348"/>
                  </a:cubicBezTo>
                  <a:cubicBezTo>
                    <a:pt x="1181941" y="108204"/>
                    <a:pt x="1181180" y="99184"/>
                    <a:pt x="1179904" y="90297"/>
                  </a:cubicBezTo>
                  <a:lnTo>
                    <a:pt x="1209228" y="90297"/>
                  </a:lnTo>
                  <a:lnTo>
                    <a:pt x="1212656" y="129921"/>
                  </a:lnTo>
                  <a:lnTo>
                    <a:pt x="1208847" y="132588"/>
                  </a:lnTo>
                  <a:cubicBezTo>
                    <a:pt x="1213418" y="117605"/>
                    <a:pt x="1221291" y="106042"/>
                    <a:pt x="1232459" y="97917"/>
                  </a:cubicBezTo>
                  <a:cubicBezTo>
                    <a:pt x="1243885" y="89792"/>
                    <a:pt x="1257347" y="85725"/>
                    <a:pt x="1272828" y="85725"/>
                  </a:cubicBezTo>
                  <a:cubicBezTo>
                    <a:pt x="1291365" y="85725"/>
                    <a:pt x="1305713" y="90297"/>
                    <a:pt x="1315862" y="99441"/>
                  </a:cubicBezTo>
                  <a:cubicBezTo>
                    <a:pt x="1326278" y="108585"/>
                    <a:pt x="1332876" y="122558"/>
                    <a:pt x="1335665" y="141351"/>
                  </a:cubicBezTo>
                  <a:lnTo>
                    <a:pt x="1326526" y="136398"/>
                  </a:lnTo>
                  <a:cubicBezTo>
                    <a:pt x="1330591" y="120901"/>
                    <a:pt x="1338712" y="108585"/>
                    <a:pt x="1350899" y="99441"/>
                  </a:cubicBezTo>
                  <a:cubicBezTo>
                    <a:pt x="1363343" y="90297"/>
                    <a:pt x="1378196" y="85725"/>
                    <a:pt x="1395457" y="85725"/>
                  </a:cubicBezTo>
                  <a:cubicBezTo>
                    <a:pt x="1416536" y="85725"/>
                    <a:pt x="1432398" y="92078"/>
                    <a:pt x="1443061" y="104775"/>
                  </a:cubicBezTo>
                  <a:cubicBezTo>
                    <a:pt x="1453725" y="117224"/>
                    <a:pt x="1459056" y="136141"/>
                    <a:pt x="1459056" y="161544"/>
                  </a:cubicBezTo>
                  <a:lnTo>
                    <a:pt x="1459056" y="281940"/>
                  </a:lnTo>
                  <a:lnTo>
                    <a:pt x="1428209" y="281940"/>
                  </a:lnTo>
                  <a:lnTo>
                    <a:pt x="1428209" y="163068"/>
                  </a:lnTo>
                  <a:cubicBezTo>
                    <a:pt x="1428209" y="145285"/>
                    <a:pt x="1425038" y="132331"/>
                    <a:pt x="1418688" y="124206"/>
                  </a:cubicBezTo>
                  <a:cubicBezTo>
                    <a:pt x="1412347" y="115824"/>
                    <a:pt x="1402312" y="111633"/>
                    <a:pt x="1388602" y="111633"/>
                  </a:cubicBezTo>
                  <a:cubicBezTo>
                    <a:pt x="1372607" y="111633"/>
                    <a:pt x="1359915" y="117091"/>
                    <a:pt x="1350518" y="128016"/>
                  </a:cubicBezTo>
                  <a:cubicBezTo>
                    <a:pt x="1341378" y="138941"/>
                    <a:pt x="1336808" y="153800"/>
                    <a:pt x="1336808" y="172593"/>
                  </a:cubicBezTo>
                  <a:lnTo>
                    <a:pt x="1336808" y="281940"/>
                  </a:lnTo>
                  <a:lnTo>
                    <a:pt x="1305960" y="281940"/>
                  </a:lnTo>
                  <a:lnTo>
                    <a:pt x="1305960" y="163068"/>
                  </a:lnTo>
                  <a:cubicBezTo>
                    <a:pt x="1305960" y="145285"/>
                    <a:pt x="1302666" y="132331"/>
                    <a:pt x="1296059" y="124206"/>
                  </a:cubicBezTo>
                  <a:cubicBezTo>
                    <a:pt x="1289718" y="115824"/>
                    <a:pt x="1279683" y="111633"/>
                    <a:pt x="1265973" y="111633"/>
                  </a:cubicBezTo>
                  <a:cubicBezTo>
                    <a:pt x="1249730" y="111633"/>
                    <a:pt x="1236906" y="117091"/>
                    <a:pt x="1227508" y="128016"/>
                  </a:cubicBezTo>
                  <a:cubicBezTo>
                    <a:pt x="1218368" y="138941"/>
                    <a:pt x="1213798" y="153800"/>
                    <a:pt x="1213798" y="172593"/>
                  </a:cubicBezTo>
                  <a:lnTo>
                    <a:pt x="1213798" y="281940"/>
                  </a:lnTo>
                  <a:lnTo>
                    <a:pt x="1182951" y="2819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g12709bdffa8_0_2989"/>
            <p:cNvSpPr/>
            <p:nvPr/>
          </p:nvSpPr>
          <p:spPr>
            <a:xfrm>
              <a:off x="4527854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g12709bdffa8_0_2989"/>
            <p:cNvSpPr/>
            <p:nvPr/>
          </p:nvSpPr>
          <p:spPr>
            <a:xfrm>
              <a:off x="1919132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83" name="Google Shape;583;g12709bdffa8_0_2989"/>
          <p:cNvPicPr preferRelativeResize="0"/>
          <p:nvPr/>
        </p:nvPicPr>
        <p:blipFill rotWithShape="1">
          <a:blip r:embed="rId3">
            <a:alphaModFix/>
          </a:blip>
          <a:srcRect b="13880" l="8644" r="36225" t="-13879"/>
          <a:stretch/>
        </p:blipFill>
        <p:spPr>
          <a:xfrm>
            <a:off x="5513831" y="1879156"/>
            <a:ext cx="6678170" cy="2713842"/>
          </a:xfrm>
          <a:prstGeom prst="rect">
            <a:avLst/>
          </a:prstGeom>
          <a:noFill/>
          <a:ln>
            <a:noFill/>
          </a:ln>
          <a:effectLst>
            <a:outerShdw blurRad="317500" rotWithShape="0" algn="t" dir="5400000" dist="127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S">
  <p:cSld name="COS">
    <p:bg>
      <p:bgPr>
        <a:solidFill>
          <a:srgbClr val="245893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Google Shape;585;g12709bdffa8_0_3009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3007268" y="-1"/>
            <a:ext cx="918473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g12709bdffa8_0_3009"/>
          <p:cNvSpPr txBox="1"/>
          <p:nvPr>
            <p:ph type="title"/>
          </p:nvPr>
        </p:nvSpPr>
        <p:spPr>
          <a:xfrm>
            <a:off x="155786" y="1191528"/>
            <a:ext cx="5054700" cy="48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Rokkitt"/>
              <a:buNone/>
              <a:defRPr b="1" sz="3200">
                <a:solidFill>
                  <a:schemeClr val="dk2"/>
                </a:solidFill>
                <a:latin typeface="Rokkitt"/>
                <a:ea typeface="Rokkitt"/>
                <a:cs typeface="Rokkitt"/>
                <a:sym typeface="Rokkit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87" name="Google Shape;587;g12709bdffa8_0_3009"/>
          <p:cNvGrpSpPr/>
          <p:nvPr/>
        </p:nvGrpSpPr>
        <p:grpSpPr>
          <a:xfrm>
            <a:off x="300945" y="308243"/>
            <a:ext cx="2012792" cy="571765"/>
            <a:chOff x="338666" y="4303183"/>
            <a:chExt cx="7340599" cy="2085212"/>
          </a:xfrm>
        </p:grpSpPr>
        <p:sp>
          <p:nvSpPr>
            <p:cNvPr id="588" name="Google Shape;588;g12709bdffa8_0_3009"/>
            <p:cNvSpPr/>
            <p:nvPr/>
          </p:nvSpPr>
          <p:spPr>
            <a:xfrm>
              <a:off x="338666" y="4817769"/>
              <a:ext cx="931067" cy="1085156"/>
            </a:xfrm>
            <a:custGeom>
              <a:rect b="b" l="l" r="r" t="t"/>
              <a:pathLst>
                <a:path extrusionOk="0" h="1085156" w="931067">
                  <a:moveTo>
                    <a:pt x="266668" y="724502"/>
                  </a:moveTo>
                  <a:lnTo>
                    <a:pt x="0" y="724502"/>
                  </a:lnTo>
                  <a:cubicBezTo>
                    <a:pt x="0" y="847803"/>
                    <a:pt x="39462" y="937691"/>
                    <a:pt x="117749" y="995117"/>
                  </a:cubicBezTo>
                  <a:cubicBezTo>
                    <a:pt x="188382" y="1054534"/>
                    <a:pt x="298318" y="1085157"/>
                    <a:pt x="451383" y="1085157"/>
                  </a:cubicBezTo>
                  <a:cubicBezTo>
                    <a:pt x="735511" y="1085157"/>
                    <a:pt x="931068" y="993278"/>
                    <a:pt x="931068" y="736551"/>
                  </a:cubicBezTo>
                  <a:cubicBezTo>
                    <a:pt x="931068" y="663885"/>
                    <a:pt x="908108" y="599124"/>
                    <a:pt x="860036" y="546727"/>
                  </a:cubicBezTo>
                  <a:cubicBezTo>
                    <a:pt x="804550" y="492016"/>
                    <a:pt x="691505" y="445600"/>
                    <a:pt x="507268" y="409227"/>
                  </a:cubicBezTo>
                  <a:cubicBezTo>
                    <a:pt x="364487" y="382909"/>
                    <a:pt x="294252" y="340558"/>
                    <a:pt x="294252" y="285925"/>
                  </a:cubicBezTo>
                  <a:cubicBezTo>
                    <a:pt x="294252" y="231452"/>
                    <a:pt x="348064" y="203059"/>
                    <a:pt x="455529" y="203059"/>
                  </a:cubicBezTo>
                  <a:cubicBezTo>
                    <a:pt x="546571" y="203059"/>
                    <a:pt x="602376" y="229378"/>
                    <a:pt x="621111" y="275875"/>
                  </a:cubicBezTo>
                  <a:cubicBezTo>
                    <a:pt x="637534" y="318386"/>
                    <a:pt x="678032" y="340558"/>
                    <a:pt x="737424" y="342631"/>
                  </a:cubicBezTo>
                  <a:lnTo>
                    <a:pt x="898542" y="342631"/>
                  </a:lnTo>
                  <a:cubicBezTo>
                    <a:pt x="892802" y="231452"/>
                    <a:pt x="852463" y="146910"/>
                    <a:pt x="777764" y="86934"/>
                  </a:cubicBezTo>
                  <a:cubicBezTo>
                    <a:pt x="701151" y="28951"/>
                    <a:pt x="592251" y="0"/>
                    <a:pt x="451543" y="0"/>
                  </a:cubicBezTo>
                  <a:cubicBezTo>
                    <a:pt x="206080" y="3908"/>
                    <a:pt x="29577" y="108388"/>
                    <a:pt x="29577" y="334417"/>
                  </a:cubicBezTo>
                  <a:cubicBezTo>
                    <a:pt x="31649" y="502141"/>
                    <a:pt x="149159" y="607421"/>
                    <a:pt x="383141" y="649693"/>
                  </a:cubicBezTo>
                  <a:cubicBezTo>
                    <a:pt x="571284" y="682230"/>
                    <a:pt x="666472" y="726578"/>
                    <a:pt x="666472" y="781214"/>
                  </a:cubicBezTo>
                  <a:cubicBezTo>
                    <a:pt x="666472" y="849880"/>
                    <a:pt x="608515" y="882103"/>
                    <a:pt x="492679" y="882103"/>
                  </a:cubicBezTo>
                  <a:cubicBezTo>
                    <a:pt x="358348" y="882103"/>
                    <a:pt x="272648" y="841907"/>
                    <a:pt x="266668" y="7245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g12709bdffa8_0_3009"/>
            <p:cNvSpPr/>
            <p:nvPr/>
          </p:nvSpPr>
          <p:spPr>
            <a:xfrm>
              <a:off x="1374890" y="4819443"/>
              <a:ext cx="1517750" cy="1067689"/>
            </a:xfrm>
            <a:custGeom>
              <a:rect b="b" l="l" r="r" t="t"/>
              <a:pathLst>
                <a:path extrusionOk="0" h="1067689" w="1517750">
                  <a:moveTo>
                    <a:pt x="448672" y="223396"/>
                  </a:moveTo>
                  <a:cubicBezTo>
                    <a:pt x="569444" y="223396"/>
                    <a:pt x="630673" y="277471"/>
                    <a:pt x="636890" y="387375"/>
                  </a:cubicBezTo>
                  <a:lnTo>
                    <a:pt x="636890" y="1063784"/>
                  </a:lnTo>
                  <a:lnTo>
                    <a:pt x="880920" y="1063784"/>
                  </a:lnTo>
                  <a:lnTo>
                    <a:pt x="880920" y="391522"/>
                  </a:lnTo>
                  <a:cubicBezTo>
                    <a:pt x="882995" y="281379"/>
                    <a:pt x="944138" y="227305"/>
                    <a:pt x="1064996" y="227305"/>
                  </a:cubicBezTo>
                  <a:cubicBezTo>
                    <a:pt x="1185778" y="227305"/>
                    <a:pt x="1246998" y="281379"/>
                    <a:pt x="1253139" y="391522"/>
                  </a:cubicBezTo>
                  <a:lnTo>
                    <a:pt x="1253139" y="935778"/>
                  </a:lnTo>
                  <a:cubicBezTo>
                    <a:pt x="1253139" y="1019760"/>
                    <a:pt x="1296268" y="1061794"/>
                    <a:pt x="1382527" y="1067690"/>
                  </a:cubicBezTo>
                  <a:lnTo>
                    <a:pt x="1517733" y="1067690"/>
                  </a:lnTo>
                  <a:lnTo>
                    <a:pt x="1517733" y="445517"/>
                  </a:lnTo>
                  <a:cubicBezTo>
                    <a:pt x="1519571" y="146911"/>
                    <a:pt x="1372645" y="3669"/>
                    <a:pt x="1069062" y="3669"/>
                  </a:cubicBezTo>
                  <a:cubicBezTo>
                    <a:pt x="930028" y="3669"/>
                    <a:pt x="829973" y="30387"/>
                    <a:pt x="760699" y="85897"/>
                  </a:cubicBezTo>
                  <a:cubicBezTo>
                    <a:pt x="691502" y="28553"/>
                    <a:pt x="591847" y="0"/>
                    <a:pt x="452737" y="0"/>
                  </a:cubicBezTo>
                  <a:cubicBezTo>
                    <a:pt x="148992" y="0"/>
                    <a:pt x="0" y="143242"/>
                    <a:pt x="0" y="441449"/>
                  </a:cubicBezTo>
                  <a:lnTo>
                    <a:pt x="0" y="1063784"/>
                  </a:lnTo>
                  <a:lnTo>
                    <a:pt x="264509" y="1063784"/>
                  </a:lnTo>
                  <a:lnTo>
                    <a:pt x="264509" y="387375"/>
                  </a:lnTo>
                  <a:cubicBezTo>
                    <a:pt x="266747" y="277471"/>
                    <a:pt x="327890" y="223396"/>
                    <a:pt x="448672" y="2233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g12709bdffa8_0_3009"/>
            <p:cNvSpPr/>
            <p:nvPr/>
          </p:nvSpPr>
          <p:spPr>
            <a:xfrm>
              <a:off x="3018422" y="4817769"/>
              <a:ext cx="880929" cy="1069283"/>
            </a:xfrm>
            <a:custGeom>
              <a:rect b="b" l="l" r="r" t="t"/>
              <a:pathLst>
                <a:path extrusionOk="0" h="1069283" w="880929">
                  <a:moveTo>
                    <a:pt x="450909" y="203059"/>
                  </a:moveTo>
                  <a:cubicBezTo>
                    <a:pt x="567140" y="203059"/>
                    <a:pt x="626293" y="232648"/>
                    <a:pt x="632672" y="291907"/>
                  </a:cubicBezTo>
                  <a:cubicBezTo>
                    <a:pt x="632672" y="349012"/>
                    <a:pt x="571443" y="382510"/>
                    <a:pt x="450909" y="396308"/>
                  </a:cubicBezTo>
                  <a:cubicBezTo>
                    <a:pt x="176822" y="421989"/>
                    <a:pt x="5503" y="489301"/>
                    <a:pt x="0" y="739732"/>
                  </a:cubicBezTo>
                  <a:cubicBezTo>
                    <a:pt x="0" y="970552"/>
                    <a:pt x="163912" y="1086833"/>
                    <a:pt x="421566" y="1067135"/>
                  </a:cubicBezTo>
                  <a:cubicBezTo>
                    <a:pt x="714466" y="1047438"/>
                    <a:pt x="880929" y="919183"/>
                    <a:pt x="880929" y="631186"/>
                  </a:cubicBezTo>
                  <a:lnTo>
                    <a:pt x="880929" y="276035"/>
                  </a:lnTo>
                  <a:cubicBezTo>
                    <a:pt x="875188" y="89406"/>
                    <a:pt x="735279" y="0"/>
                    <a:pt x="438475" y="0"/>
                  </a:cubicBezTo>
                  <a:cubicBezTo>
                    <a:pt x="188228" y="0"/>
                    <a:pt x="59639" y="89406"/>
                    <a:pt x="29819" y="276035"/>
                  </a:cubicBezTo>
                  <a:lnTo>
                    <a:pt x="282056" y="276035"/>
                  </a:lnTo>
                  <a:cubicBezTo>
                    <a:pt x="296804" y="226746"/>
                    <a:pt x="351730" y="203059"/>
                    <a:pt x="450909" y="203059"/>
                  </a:cubicBezTo>
                  <a:close/>
                  <a:moveTo>
                    <a:pt x="385615" y="854023"/>
                  </a:moveTo>
                  <a:cubicBezTo>
                    <a:pt x="296804" y="854023"/>
                    <a:pt x="250409" y="814551"/>
                    <a:pt x="244030" y="731760"/>
                  </a:cubicBezTo>
                  <a:cubicBezTo>
                    <a:pt x="244030" y="654874"/>
                    <a:pt x="300955" y="605582"/>
                    <a:pt x="412959" y="585808"/>
                  </a:cubicBezTo>
                  <a:cubicBezTo>
                    <a:pt x="495314" y="570016"/>
                    <a:pt x="571529" y="548404"/>
                    <a:pt x="636899" y="522724"/>
                  </a:cubicBezTo>
                  <a:lnTo>
                    <a:pt x="636899" y="619308"/>
                  </a:lnTo>
                  <a:cubicBezTo>
                    <a:pt x="636814" y="767250"/>
                    <a:pt x="541872" y="854023"/>
                    <a:pt x="385615" y="8540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g12709bdffa8_0_3009"/>
            <p:cNvSpPr/>
            <p:nvPr/>
          </p:nvSpPr>
          <p:spPr>
            <a:xfrm>
              <a:off x="5216460" y="4303183"/>
              <a:ext cx="408455" cy="1583837"/>
            </a:xfrm>
            <a:custGeom>
              <a:rect b="b" l="l" r="r" t="t"/>
              <a:pathLst>
                <a:path extrusionOk="0" h="1583837" w="408455">
                  <a:moveTo>
                    <a:pt x="244078" y="292465"/>
                  </a:moveTo>
                  <a:lnTo>
                    <a:pt x="244078" y="129683"/>
                  </a:lnTo>
                  <a:cubicBezTo>
                    <a:pt x="244078" y="62050"/>
                    <a:pt x="190904" y="0"/>
                    <a:pt x="126647" y="0"/>
                  </a:cubicBezTo>
                  <a:lnTo>
                    <a:pt x="48" y="0"/>
                  </a:lnTo>
                  <a:lnTo>
                    <a:pt x="48" y="1388707"/>
                  </a:lnTo>
                  <a:cubicBezTo>
                    <a:pt x="-1704" y="1505236"/>
                    <a:pt x="44215" y="1566253"/>
                    <a:pt x="139958" y="1576140"/>
                  </a:cubicBezTo>
                  <a:cubicBezTo>
                    <a:pt x="235938" y="1586027"/>
                    <a:pt x="325872" y="1586027"/>
                    <a:pt x="408456" y="1578216"/>
                  </a:cubicBezTo>
                  <a:lnTo>
                    <a:pt x="408456" y="1378820"/>
                  </a:lnTo>
                  <a:lnTo>
                    <a:pt x="329776" y="1378820"/>
                  </a:lnTo>
                  <a:cubicBezTo>
                    <a:pt x="269747" y="1378820"/>
                    <a:pt x="244078" y="1354017"/>
                    <a:pt x="244078" y="1308402"/>
                  </a:cubicBezTo>
                  <a:lnTo>
                    <a:pt x="244078" y="700816"/>
                  </a:lnTo>
                  <a:lnTo>
                    <a:pt x="244078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g12709bdffa8_0_3009"/>
            <p:cNvSpPr/>
            <p:nvPr/>
          </p:nvSpPr>
          <p:spPr>
            <a:xfrm>
              <a:off x="5647957" y="4819443"/>
              <a:ext cx="942548" cy="1081815"/>
            </a:xfrm>
            <a:custGeom>
              <a:rect b="b" l="l" r="r" t="t"/>
              <a:pathLst>
                <a:path extrusionOk="0" h="1081815" w="942548">
                  <a:moveTo>
                    <a:pt x="474350" y="223396"/>
                  </a:moveTo>
                  <a:cubicBezTo>
                    <a:pt x="610108" y="223396"/>
                    <a:pt x="677954" y="326920"/>
                    <a:pt x="677954" y="535718"/>
                  </a:cubicBezTo>
                  <a:cubicBezTo>
                    <a:pt x="676040" y="748907"/>
                    <a:pt x="608042" y="858416"/>
                    <a:pt x="472274" y="858416"/>
                  </a:cubicBezTo>
                  <a:cubicBezTo>
                    <a:pt x="336507" y="858416"/>
                    <a:pt x="266432" y="752822"/>
                    <a:pt x="264595" y="544015"/>
                  </a:cubicBezTo>
                  <a:cubicBezTo>
                    <a:pt x="264681" y="330908"/>
                    <a:pt x="334431" y="223396"/>
                    <a:pt x="474350" y="223396"/>
                  </a:cubicBezTo>
                  <a:close/>
                  <a:moveTo>
                    <a:pt x="474350" y="0"/>
                  </a:moveTo>
                  <a:cubicBezTo>
                    <a:pt x="156733" y="0"/>
                    <a:pt x="0" y="173868"/>
                    <a:pt x="0" y="544015"/>
                  </a:cubicBezTo>
                  <a:cubicBezTo>
                    <a:pt x="0" y="908984"/>
                    <a:pt x="156733" y="1081815"/>
                    <a:pt x="474350" y="1081815"/>
                  </a:cubicBezTo>
                  <a:cubicBezTo>
                    <a:pt x="788206" y="1081815"/>
                    <a:pt x="942549" y="908898"/>
                    <a:pt x="942549" y="544015"/>
                  </a:cubicBezTo>
                  <a:cubicBezTo>
                    <a:pt x="942549" y="173947"/>
                    <a:pt x="788206" y="0"/>
                    <a:pt x="474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g12709bdffa8_0_3009"/>
            <p:cNvSpPr/>
            <p:nvPr/>
          </p:nvSpPr>
          <p:spPr>
            <a:xfrm>
              <a:off x="6716152" y="4817830"/>
              <a:ext cx="963113" cy="1497041"/>
            </a:xfrm>
            <a:custGeom>
              <a:rect b="b" l="l" r="r" t="t"/>
              <a:pathLst>
                <a:path extrusionOk="0" h="1497041" w="963113">
                  <a:moveTo>
                    <a:pt x="414073" y="1083504"/>
                  </a:moveTo>
                  <a:cubicBezTo>
                    <a:pt x="547365" y="1083504"/>
                    <a:pt x="650524" y="1033974"/>
                    <a:pt x="719084" y="934438"/>
                  </a:cubicBezTo>
                  <a:lnTo>
                    <a:pt x="719084" y="1037641"/>
                  </a:lnTo>
                  <a:cubicBezTo>
                    <a:pt x="719084" y="1206805"/>
                    <a:pt x="646382" y="1293978"/>
                    <a:pt x="505036" y="1293978"/>
                  </a:cubicBezTo>
                  <a:cubicBezTo>
                    <a:pt x="393898" y="1293978"/>
                    <a:pt x="331156" y="1255697"/>
                    <a:pt x="313142" y="1174983"/>
                  </a:cubicBezTo>
                  <a:lnTo>
                    <a:pt x="27183" y="1174983"/>
                  </a:lnTo>
                  <a:cubicBezTo>
                    <a:pt x="86973" y="1395505"/>
                    <a:pt x="233585" y="1497042"/>
                    <a:pt x="474578" y="1497042"/>
                  </a:cubicBezTo>
                  <a:cubicBezTo>
                    <a:pt x="807733" y="1491536"/>
                    <a:pt x="963114" y="1370226"/>
                    <a:pt x="963114" y="1100649"/>
                  </a:cubicBezTo>
                  <a:lnTo>
                    <a:pt x="963114" y="465398"/>
                  </a:lnTo>
                  <a:cubicBezTo>
                    <a:pt x="963114" y="140866"/>
                    <a:pt x="809732" y="-1817"/>
                    <a:pt x="484861" y="17"/>
                  </a:cubicBezTo>
                  <a:cubicBezTo>
                    <a:pt x="158485" y="5601"/>
                    <a:pt x="0" y="166548"/>
                    <a:pt x="0" y="530559"/>
                  </a:cubicBezTo>
                  <a:cubicBezTo>
                    <a:pt x="76" y="907720"/>
                    <a:pt x="135283" y="1083504"/>
                    <a:pt x="414073" y="1083504"/>
                  </a:cubicBezTo>
                  <a:close/>
                  <a:moveTo>
                    <a:pt x="488850" y="860105"/>
                  </a:moveTo>
                  <a:cubicBezTo>
                    <a:pt x="343437" y="860105"/>
                    <a:pt x="270650" y="753073"/>
                    <a:pt x="264671" y="538846"/>
                  </a:cubicBezTo>
                  <a:cubicBezTo>
                    <a:pt x="264671" y="314177"/>
                    <a:pt x="339448" y="202997"/>
                    <a:pt x="492915" y="202997"/>
                  </a:cubicBezTo>
                  <a:cubicBezTo>
                    <a:pt x="646382" y="202997"/>
                    <a:pt x="720922" y="314177"/>
                    <a:pt x="719084" y="538846"/>
                  </a:cubicBezTo>
                  <a:cubicBezTo>
                    <a:pt x="711115" y="753073"/>
                    <a:pt x="634263" y="860105"/>
                    <a:pt x="488850" y="8601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g12709bdffa8_0_3009"/>
            <p:cNvSpPr/>
            <p:nvPr/>
          </p:nvSpPr>
          <p:spPr>
            <a:xfrm>
              <a:off x="4661889" y="4843290"/>
              <a:ext cx="419889" cy="1039937"/>
            </a:xfrm>
            <a:custGeom>
              <a:rect b="b" l="l" r="r" t="t"/>
              <a:pathLst>
                <a:path extrusionOk="0" h="1039937" w="419889">
                  <a:moveTo>
                    <a:pt x="0" y="1039938"/>
                  </a:moveTo>
                  <a:lnTo>
                    <a:pt x="264595" y="1039938"/>
                  </a:lnTo>
                  <a:lnTo>
                    <a:pt x="264595" y="492412"/>
                  </a:lnTo>
                  <a:cubicBezTo>
                    <a:pt x="264595" y="363368"/>
                    <a:pt x="316331" y="20497"/>
                    <a:pt x="419890" y="0"/>
                  </a:cubicBezTo>
                  <a:cubicBezTo>
                    <a:pt x="146841" y="33737"/>
                    <a:pt x="6931" y="198992"/>
                    <a:pt x="0" y="496403"/>
                  </a:cubicBezTo>
                  <a:lnTo>
                    <a:pt x="0" y="10399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g12709bdffa8_0_3009"/>
            <p:cNvSpPr/>
            <p:nvPr/>
          </p:nvSpPr>
          <p:spPr>
            <a:xfrm>
              <a:off x="4661889" y="4488137"/>
              <a:ext cx="244020" cy="471437"/>
            </a:xfrm>
            <a:custGeom>
              <a:rect b="b" l="l" r="r" t="t"/>
              <a:pathLst>
                <a:path extrusionOk="0" h="471437" w="244020">
                  <a:moveTo>
                    <a:pt x="244020" y="292465"/>
                  </a:moveTo>
                  <a:lnTo>
                    <a:pt x="244020" y="129683"/>
                  </a:lnTo>
                  <a:cubicBezTo>
                    <a:pt x="244020" y="62050"/>
                    <a:pt x="190846" y="0"/>
                    <a:pt x="126513" y="0"/>
                  </a:cubicBezTo>
                  <a:lnTo>
                    <a:pt x="0" y="0"/>
                  </a:lnTo>
                  <a:lnTo>
                    <a:pt x="152" y="471438"/>
                  </a:lnTo>
                  <a:lnTo>
                    <a:pt x="244020" y="471438"/>
                  </a:lnTo>
                  <a:lnTo>
                    <a:pt x="244020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g12709bdffa8_0_3009"/>
            <p:cNvSpPr/>
            <p:nvPr/>
          </p:nvSpPr>
          <p:spPr>
            <a:xfrm>
              <a:off x="4025065" y="4842652"/>
              <a:ext cx="522658" cy="1040575"/>
            </a:xfrm>
            <a:custGeom>
              <a:rect b="b" l="l" r="r" t="t"/>
              <a:pathLst>
                <a:path extrusionOk="0" h="1040575" w="522658">
                  <a:moveTo>
                    <a:pt x="0" y="1040576"/>
                  </a:moveTo>
                  <a:lnTo>
                    <a:pt x="264604" y="1040576"/>
                  </a:lnTo>
                  <a:lnTo>
                    <a:pt x="264604" y="493050"/>
                  </a:lnTo>
                  <a:cubicBezTo>
                    <a:pt x="264604" y="339762"/>
                    <a:pt x="337544" y="262078"/>
                    <a:pt x="483356" y="262078"/>
                  </a:cubicBezTo>
                  <a:lnTo>
                    <a:pt x="522658" y="262078"/>
                  </a:lnTo>
                  <a:lnTo>
                    <a:pt x="522658" y="0"/>
                  </a:lnTo>
                  <a:cubicBezTo>
                    <a:pt x="214534" y="21774"/>
                    <a:pt x="7417" y="184795"/>
                    <a:pt x="86" y="496955"/>
                  </a:cubicBezTo>
                  <a:lnTo>
                    <a:pt x="86" y="1040576"/>
                  </a:lnTo>
                  <a:lnTo>
                    <a:pt x="0" y="10405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g12709bdffa8_0_3009"/>
            <p:cNvSpPr/>
            <p:nvPr/>
          </p:nvSpPr>
          <p:spPr>
            <a:xfrm>
              <a:off x="356946" y="6029112"/>
              <a:ext cx="1060969" cy="277368"/>
            </a:xfrm>
            <a:custGeom>
              <a:rect b="b" l="l" r="r" t="t"/>
              <a:pathLst>
                <a:path extrusionOk="0" h="277368" w="1060969">
                  <a:moveTo>
                    <a:pt x="101302" y="277368"/>
                  </a:moveTo>
                  <a:cubicBezTo>
                    <a:pt x="87338" y="277368"/>
                    <a:pt x="74263" y="276225"/>
                    <a:pt x="62076" y="273939"/>
                  </a:cubicBezTo>
                  <a:cubicBezTo>
                    <a:pt x="49889" y="271396"/>
                    <a:pt x="38591" y="267586"/>
                    <a:pt x="28182" y="262509"/>
                  </a:cubicBezTo>
                  <a:cubicBezTo>
                    <a:pt x="17772" y="257175"/>
                    <a:pt x="8378" y="250698"/>
                    <a:pt x="0" y="243078"/>
                  </a:cubicBezTo>
                  <a:lnTo>
                    <a:pt x="11806" y="219075"/>
                  </a:lnTo>
                  <a:cubicBezTo>
                    <a:pt x="25516" y="230505"/>
                    <a:pt x="39226" y="238630"/>
                    <a:pt x="52936" y="243459"/>
                  </a:cubicBezTo>
                  <a:cubicBezTo>
                    <a:pt x="66900" y="248288"/>
                    <a:pt x="83149" y="250698"/>
                    <a:pt x="101683" y="250698"/>
                  </a:cubicBezTo>
                  <a:cubicBezTo>
                    <a:pt x="123264" y="250698"/>
                    <a:pt x="140021" y="246507"/>
                    <a:pt x="151953" y="238125"/>
                  </a:cubicBezTo>
                  <a:cubicBezTo>
                    <a:pt x="163886" y="229486"/>
                    <a:pt x="169853" y="217427"/>
                    <a:pt x="169853" y="201930"/>
                  </a:cubicBezTo>
                  <a:cubicBezTo>
                    <a:pt x="169853" y="192529"/>
                    <a:pt x="166806" y="185042"/>
                    <a:pt x="160712" y="179451"/>
                  </a:cubicBezTo>
                  <a:cubicBezTo>
                    <a:pt x="154873" y="173612"/>
                    <a:pt x="146748" y="169040"/>
                    <a:pt x="136339" y="165735"/>
                  </a:cubicBezTo>
                  <a:cubicBezTo>
                    <a:pt x="126183" y="162182"/>
                    <a:pt x="114631" y="158877"/>
                    <a:pt x="101683" y="155829"/>
                  </a:cubicBezTo>
                  <a:cubicBezTo>
                    <a:pt x="88735" y="153038"/>
                    <a:pt x="76421" y="149857"/>
                    <a:pt x="64742" y="146304"/>
                  </a:cubicBezTo>
                  <a:cubicBezTo>
                    <a:pt x="53063" y="142494"/>
                    <a:pt x="42654" y="137798"/>
                    <a:pt x="33514" y="132207"/>
                  </a:cubicBezTo>
                  <a:cubicBezTo>
                    <a:pt x="24627" y="126616"/>
                    <a:pt x="17645" y="119510"/>
                    <a:pt x="12568" y="110871"/>
                  </a:cubicBezTo>
                  <a:cubicBezTo>
                    <a:pt x="7490" y="102232"/>
                    <a:pt x="4951" y="91440"/>
                    <a:pt x="4951" y="78486"/>
                  </a:cubicBezTo>
                  <a:cubicBezTo>
                    <a:pt x="4951" y="62989"/>
                    <a:pt x="9013" y="49406"/>
                    <a:pt x="17138" y="37719"/>
                  </a:cubicBezTo>
                  <a:cubicBezTo>
                    <a:pt x="25262" y="25784"/>
                    <a:pt x="36687" y="16507"/>
                    <a:pt x="51413" y="9906"/>
                  </a:cubicBezTo>
                  <a:cubicBezTo>
                    <a:pt x="66138" y="3305"/>
                    <a:pt x="83530" y="0"/>
                    <a:pt x="103587" y="0"/>
                  </a:cubicBezTo>
                  <a:cubicBezTo>
                    <a:pt x="116028" y="0"/>
                    <a:pt x="127961" y="1400"/>
                    <a:pt x="139386" y="4191"/>
                  </a:cubicBezTo>
                  <a:cubicBezTo>
                    <a:pt x="150811" y="6734"/>
                    <a:pt x="161348" y="10544"/>
                    <a:pt x="170995" y="15621"/>
                  </a:cubicBezTo>
                  <a:cubicBezTo>
                    <a:pt x="180897" y="20698"/>
                    <a:pt x="189656" y="26927"/>
                    <a:pt x="197273" y="34290"/>
                  </a:cubicBezTo>
                  <a:lnTo>
                    <a:pt x="185086" y="58293"/>
                  </a:lnTo>
                  <a:cubicBezTo>
                    <a:pt x="172645" y="47368"/>
                    <a:pt x="159824" y="39367"/>
                    <a:pt x="146622" y="34290"/>
                  </a:cubicBezTo>
                  <a:cubicBezTo>
                    <a:pt x="133419" y="29213"/>
                    <a:pt x="119075" y="26670"/>
                    <a:pt x="103587" y="26670"/>
                  </a:cubicBezTo>
                  <a:cubicBezTo>
                    <a:pt x="82515" y="26670"/>
                    <a:pt x="66011" y="31118"/>
                    <a:pt x="54079" y="40005"/>
                  </a:cubicBezTo>
                  <a:cubicBezTo>
                    <a:pt x="42146" y="48892"/>
                    <a:pt x="36179" y="61341"/>
                    <a:pt x="36179" y="77343"/>
                  </a:cubicBezTo>
                  <a:cubicBezTo>
                    <a:pt x="36179" y="87249"/>
                    <a:pt x="38845" y="95250"/>
                    <a:pt x="44177" y="101346"/>
                  </a:cubicBezTo>
                  <a:cubicBezTo>
                    <a:pt x="49509" y="107442"/>
                    <a:pt x="56998" y="112395"/>
                    <a:pt x="66646" y="116205"/>
                  </a:cubicBezTo>
                  <a:cubicBezTo>
                    <a:pt x="76294" y="119758"/>
                    <a:pt x="87338" y="123063"/>
                    <a:pt x="99779" y="126111"/>
                  </a:cubicBezTo>
                  <a:cubicBezTo>
                    <a:pt x="112981" y="129159"/>
                    <a:pt x="125676" y="132464"/>
                    <a:pt x="137862" y="136017"/>
                  </a:cubicBezTo>
                  <a:cubicBezTo>
                    <a:pt x="150049" y="139570"/>
                    <a:pt x="160839" y="144018"/>
                    <a:pt x="170233" y="149352"/>
                  </a:cubicBezTo>
                  <a:cubicBezTo>
                    <a:pt x="179881" y="154429"/>
                    <a:pt x="187498" y="161163"/>
                    <a:pt x="193084" y="169545"/>
                  </a:cubicBezTo>
                  <a:cubicBezTo>
                    <a:pt x="198669" y="177670"/>
                    <a:pt x="201462" y="188090"/>
                    <a:pt x="201462" y="200787"/>
                  </a:cubicBezTo>
                  <a:cubicBezTo>
                    <a:pt x="201462" y="216284"/>
                    <a:pt x="197399" y="229743"/>
                    <a:pt x="189275" y="241173"/>
                  </a:cubicBezTo>
                  <a:cubicBezTo>
                    <a:pt x="181151" y="252603"/>
                    <a:pt x="169598" y="261490"/>
                    <a:pt x="154619" y="267843"/>
                  </a:cubicBezTo>
                  <a:cubicBezTo>
                    <a:pt x="139640" y="274196"/>
                    <a:pt x="121867" y="277368"/>
                    <a:pt x="101302" y="277368"/>
                  </a:cubicBezTo>
                  <a:close/>
                  <a:moveTo>
                    <a:pt x="248704" y="274320"/>
                  </a:moveTo>
                  <a:lnTo>
                    <a:pt x="248704" y="136398"/>
                  </a:lnTo>
                  <a:cubicBezTo>
                    <a:pt x="248704" y="127511"/>
                    <a:pt x="248449" y="118615"/>
                    <a:pt x="247942" y="109728"/>
                  </a:cubicBezTo>
                  <a:cubicBezTo>
                    <a:pt x="247688" y="100584"/>
                    <a:pt x="246926" y="91564"/>
                    <a:pt x="245657" y="82677"/>
                  </a:cubicBezTo>
                  <a:lnTo>
                    <a:pt x="274981" y="82677"/>
                  </a:lnTo>
                  <a:lnTo>
                    <a:pt x="278409" y="122301"/>
                  </a:lnTo>
                  <a:lnTo>
                    <a:pt x="274600" y="124968"/>
                  </a:lnTo>
                  <a:cubicBezTo>
                    <a:pt x="279170" y="109985"/>
                    <a:pt x="287040" y="98422"/>
                    <a:pt x="298212" y="90297"/>
                  </a:cubicBezTo>
                  <a:cubicBezTo>
                    <a:pt x="309637" y="82172"/>
                    <a:pt x="323093" y="78105"/>
                    <a:pt x="338581" y="78105"/>
                  </a:cubicBezTo>
                  <a:cubicBezTo>
                    <a:pt x="357114" y="78105"/>
                    <a:pt x="371459" y="82677"/>
                    <a:pt x="381615" y="91821"/>
                  </a:cubicBezTo>
                  <a:cubicBezTo>
                    <a:pt x="392024" y="100965"/>
                    <a:pt x="398625" y="114938"/>
                    <a:pt x="401419" y="133731"/>
                  </a:cubicBezTo>
                  <a:lnTo>
                    <a:pt x="392278" y="128778"/>
                  </a:lnTo>
                  <a:cubicBezTo>
                    <a:pt x="396340" y="113281"/>
                    <a:pt x="404465" y="100965"/>
                    <a:pt x="416652" y="91821"/>
                  </a:cubicBezTo>
                  <a:cubicBezTo>
                    <a:pt x="429092" y="82677"/>
                    <a:pt x="443944" y="78105"/>
                    <a:pt x="461210" y="78105"/>
                  </a:cubicBezTo>
                  <a:cubicBezTo>
                    <a:pt x="482282" y="78105"/>
                    <a:pt x="498151" y="84458"/>
                    <a:pt x="508814" y="97155"/>
                  </a:cubicBezTo>
                  <a:cubicBezTo>
                    <a:pt x="519477" y="109604"/>
                    <a:pt x="524809" y="128521"/>
                    <a:pt x="524809" y="153924"/>
                  </a:cubicBezTo>
                  <a:lnTo>
                    <a:pt x="524809" y="274320"/>
                  </a:lnTo>
                  <a:lnTo>
                    <a:pt x="493961" y="274320"/>
                  </a:lnTo>
                  <a:lnTo>
                    <a:pt x="493961" y="155448"/>
                  </a:lnTo>
                  <a:cubicBezTo>
                    <a:pt x="493961" y="137665"/>
                    <a:pt x="490787" y="124711"/>
                    <a:pt x="484441" y="116586"/>
                  </a:cubicBezTo>
                  <a:cubicBezTo>
                    <a:pt x="478093" y="108204"/>
                    <a:pt x="468065" y="104013"/>
                    <a:pt x="454355" y="104013"/>
                  </a:cubicBezTo>
                  <a:cubicBezTo>
                    <a:pt x="438360" y="104013"/>
                    <a:pt x="425664" y="109471"/>
                    <a:pt x="416271" y="120396"/>
                  </a:cubicBezTo>
                  <a:cubicBezTo>
                    <a:pt x="407131" y="131321"/>
                    <a:pt x="402561" y="146180"/>
                    <a:pt x="402561" y="164973"/>
                  </a:cubicBezTo>
                  <a:lnTo>
                    <a:pt x="402561" y="274320"/>
                  </a:lnTo>
                  <a:lnTo>
                    <a:pt x="371713" y="274320"/>
                  </a:lnTo>
                  <a:lnTo>
                    <a:pt x="371713" y="155448"/>
                  </a:lnTo>
                  <a:cubicBezTo>
                    <a:pt x="371713" y="137665"/>
                    <a:pt x="368412" y="124711"/>
                    <a:pt x="361812" y="116586"/>
                  </a:cubicBezTo>
                  <a:cubicBezTo>
                    <a:pt x="355464" y="108204"/>
                    <a:pt x="345436" y="104013"/>
                    <a:pt x="331726" y="104013"/>
                  </a:cubicBezTo>
                  <a:cubicBezTo>
                    <a:pt x="315476" y="104013"/>
                    <a:pt x="302655" y="109471"/>
                    <a:pt x="293261" y="120396"/>
                  </a:cubicBezTo>
                  <a:cubicBezTo>
                    <a:pt x="284121" y="131321"/>
                    <a:pt x="279551" y="146180"/>
                    <a:pt x="279551" y="164973"/>
                  </a:cubicBezTo>
                  <a:lnTo>
                    <a:pt x="279551" y="274320"/>
                  </a:lnTo>
                  <a:lnTo>
                    <a:pt x="248704" y="274320"/>
                  </a:lnTo>
                  <a:close/>
                  <a:moveTo>
                    <a:pt x="656923" y="276987"/>
                  </a:moveTo>
                  <a:cubicBezTo>
                    <a:pt x="639913" y="276987"/>
                    <a:pt x="624933" y="273053"/>
                    <a:pt x="611984" y="265176"/>
                  </a:cubicBezTo>
                  <a:cubicBezTo>
                    <a:pt x="599290" y="257051"/>
                    <a:pt x="589388" y="245621"/>
                    <a:pt x="582279" y="230886"/>
                  </a:cubicBezTo>
                  <a:cubicBezTo>
                    <a:pt x="575424" y="215903"/>
                    <a:pt x="571997" y="198377"/>
                    <a:pt x="571997" y="178308"/>
                  </a:cubicBezTo>
                  <a:cubicBezTo>
                    <a:pt x="571997" y="158239"/>
                    <a:pt x="575552" y="140713"/>
                    <a:pt x="582660" y="125730"/>
                  </a:cubicBezTo>
                  <a:cubicBezTo>
                    <a:pt x="589769" y="110747"/>
                    <a:pt x="599671" y="99060"/>
                    <a:pt x="612365" y="90678"/>
                  </a:cubicBezTo>
                  <a:cubicBezTo>
                    <a:pt x="625313" y="82296"/>
                    <a:pt x="640166" y="78105"/>
                    <a:pt x="656923" y="78105"/>
                  </a:cubicBezTo>
                  <a:cubicBezTo>
                    <a:pt x="674441" y="78105"/>
                    <a:pt x="689294" y="82420"/>
                    <a:pt x="701481" y="91059"/>
                  </a:cubicBezTo>
                  <a:cubicBezTo>
                    <a:pt x="713667" y="99698"/>
                    <a:pt x="721919" y="112014"/>
                    <a:pt x="726235" y="128016"/>
                  </a:cubicBezTo>
                  <a:lnTo>
                    <a:pt x="721665" y="131064"/>
                  </a:lnTo>
                  <a:lnTo>
                    <a:pt x="721665" y="82677"/>
                  </a:lnTo>
                  <a:lnTo>
                    <a:pt x="752132" y="82677"/>
                  </a:lnTo>
                  <a:lnTo>
                    <a:pt x="752132" y="274320"/>
                  </a:lnTo>
                  <a:lnTo>
                    <a:pt x="721665" y="274320"/>
                  </a:lnTo>
                  <a:lnTo>
                    <a:pt x="721665" y="224790"/>
                  </a:lnTo>
                  <a:lnTo>
                    <a:pt x="726235" y="227076"/>
                  </a:lnTo>
                  <a:cubicBezTo>
                    <a:pt x="721919" y="243078"/>
                    <a:pt x="713667" y="255394"/>
                    <a:pt x="701481" y="264033"/>
                  </a:cubicBezTo>
                  <a:cubicBezTo>
                    <a:pt x="689294" y="272672"/>
                    <a:pt x="674441" y="276987"/>
                    <a:pt x="656923" y="276987"/>
                  </a:cubicBezTo>
                  <a:close/>
                  <a:moveTo>
                    <a:pt x="663016" y="251460"/>
                  </a:moveTo>
                  <a:cubicBezTo>
                    <a:pt x="681805" y="251460"/>
                    <a:pt x="696276" y="245107"/>
                    <a:pt x="706431" y="232410"/>
                  </a:cubicBezTo>
                  <a:cubicBezTo>
                    <a:pt x="716587" y="219456"/>
                    <a:pt x="721665" y="201168"/>
                    <a:pt x="721665" y="177546"/>
                  </a:cubicBezTo>
                  <a:cubicBezTo>
                    <a:pt x="721665" y="153924"/>
                    <a:pt x="716461" y="135760"/>
                    <a:pt x="706051" y="123063"/>
                  </a:cubicBezTo>
                  <a:cubicBezTo>
                    <a:pt x="695896" y="110366"/>
                    <a:pt x="681550" y="104013"/>
                    <a:pt x="663016" y="104013"/>
                  </a:cubicBezTo>
                  <a:cubicBezTo>
                    <a:pt x="644229" y="104013"/>
                    <a:pt x="629503" y="110614"/>
                    <a:pt x="618839" y="123825"/>
                  </a:cubicBezTo>
                  <a:cubicBezTo>
                    <a:pt x="608430" y="136779"/>
                    <a:pt x="603225" y="154943"/>
                    <a:pt x="603225" y="178308"/>
                  </a:cubicBezTo>
                  <a:cubicBezTo>
                    <a:pt x="603225" y="201673"/>
                    <a:pt x="608430" y="219713"/>
                    <a:pt x="618839" y="232410"/>
                  </a:cubicBezTo>
                  <a:cubicBezTo>
                    <a:pt x="629503" y="245107"/>
                    <a:pt x="644229" y="251460"/>
                    <a:pt x="663016" y="251460"/>
                  </a:cubicBezTo>
                  <a:close/>
                  <a:moveTo>
                    <a:pt x="811774" y="274320"/>
                  </a:moveTo>
                  <a:lnTo>
                    <a:pt x="811774" y="136398"/>
                  </a:lnTo>
                  <a:cubicBezTo>
                    <a:pt x="811774" y="127511"/>
                    <a:pt x="811520" y="118615"/>
                    <a:pt x="811013" y="109728"/>
                  </a:cubicBezTo>
                  <a:cubicBezTo>
                    <a:pt x="810758" y="100584"/>
                    <a:pt x="809997" y="91564"/>
                    <a:pt x="808728" y="82677"/>
                  </a:cubicBezTo>
                  <a:lnTo>
                    <a:pt x="838052" y="82677"/>
                  </a:lnTo>
                  <a:lnTo>
                    <a:pt x="842241" y="129921"/>
                  </a:lnTo>
                  <a:lnTo>
                    <a:pt x="838052" y="128778"/>
                  </a:lnTo>
                  <a:cubicBezTo>
                    <a:pt x="841606" y="112014"/>
                    <a:pt x="849223" y="99441"/>
                    <a:pt x="860902" y="91059"/>
                  </a:cubicBezTo>
                  <a:cubicBezTo>
                    <a:pt x="872835" y="82420"/>
                    <a:pt x="886164" y="78105"/>
                    <a:pt x="900890" y="78105"/>
                  </a:cubicBezTo>
                  <a:cubicBezTo>
                    <a:pt x="904191" y="78105"/>
                    <a:pt x="907237" y="78362"/>
                    <a:pt x="910030" y="78867"/>
                  </a:cubicBezTo>
                  <a:cubicBezTo>
                    <a:pt x="913076" y="79124"/>
                    <a:pt x="915869" y="79629"/>
                    <a:pt x="918408" y="80391"/>
                  </a:cubicBezTo>
                  <a:lnTo>
                    <a:pt x="917646" y="108585"/>
                  </a:lnTo>
                  <a:cubicBezTo>
                    <a:pt x="911807" y="106556"/>
                    <a:pt x="905079" y="105537"/>
                    <a:pt x="897462" y="105537"/>
                  </a:cubicBezTo>
                  <a:cubicBezTo>
                    <a:pt x="884260" y="105537"/>
                    <a:pt x="873596" y="108461"/>
                    <a:pt x="865472" y="114300"/>
                  </a:cubicBezTo>
                  <a:cubicBezTo>
                    <a:pt x="857601" y="120139"/>
                    <a:pt x="851762" y="127635"/>
                    <a:pt x="847954" y="136779"/>
                  </a:cubicBezTo>
                  <a:cubicBezTo>
                    <a:pt x="844399" y="145666"/>
                    <a:pt x="842622" y="155067"/>
                    <a:pt x="842622" y="164973"/>
                  </a:cubicBezTo>
                  <a:lnTo>
                    <a:pt x="842622" y="274320"/>
                  </a:lnTo>
                  <a:lnTo>
                    <a:pt x="811774" y="274320"/>
                  </a:lnTo>
                  <a:close/>
                  <a:moveTo>
                    <a:pt x="937959" y="107061"/>
                  </a:moveTo>
                  <a:lnTo>
                    <a:pt x="937959" y="82677"/>
                  </a:lnTo>
                  <a:lnTo>
                    <a:pt x="1060969" y="82677"/>
                  </a:lnTo>
                  <a:lnTo>
                    <a:pt x="1060969" y="107061"/>
                  </a:lnTo>
                  <a:lnTo>
                    <a:pt x="937959" y="107061"/>
                  </a:lnTo>
                  <a:close/>
                  <a:moveTo>
                    <a:pt x="1060207" y="246888"/>
                  </a:moveTo>
                  <a:lnTo>
                    <a:pt x="1060207" y="273177"/>
                  </a:lnTo>
                  <a:cubicBezTo>
                    <a:pt x="1055894" y="274444"/>
                    <a:pt x="1051582" y="275339"/>
                    <a:pt x="1047259" y="275844"/>
                  </a:cubicBezTo>
                  <a:cubicBezTo>
                    <a:pt x="1043203" y="276606"/>
                    <a:pt x="1038633" y="276987"/>
                    <a:pt x="1033549" y="276987"/>
                  </a:cubicBezTo>
                  <a:cubicBezTo>
                    <a:pt x="1015783" y="276987"/>
                    <a:pt x="1001559" y="271910"/>
                    <a:pt x="990895" y="261747"/>
                  </a:cubicBezTo>
                  <a:cubicBezTo>
                    <a:pt x="980489" y="251584"/>
                    <a:pt x="975281" y="236344"/>
                    <a:pt x="975281" y="216027"/>
                  </a:cubicBezTo>
                  <a:lnTo>
                    <a:pt x="975281" y="33528"/>
                  </a:lnTo>
                  <a:lnTo>
                    <a:pt x="1006129" y="22479"/>
                  </a:lnTo>
                  <a:lnTo>
                    <a:pt x="1006129" y="211836"/>
                  </a:lnTo>
                  <a:cubicBezTo>
                    <a:pt x="1006129" y="221999"/>
                    <a:pt x="1007528" y="229867"/>
                    <a:pt x="1010318" y="235458"/>
                  </a:cubicBezTo>
                  <a:cubicBezTo>
                    <a:pt x="1013365" y="241049"/>
                    <a:pt x="1017430" y="244983"/>
                    <a:pt x="1022505" y="247269"/>
                  </a:cubicBezTo>
                  <a:cubicBezTo>
                    <a:pt x="1027589" y="249298"/>
                    <a:pt x="1033301" y="250317"/>
                    <a:pt x="1039642" y="250317"/>
                  </a:cubicBezTo>
                  <a:cubicBezTo>
                    <a:pt x="1043451" y="250317"/>
                    <a:pt x="1046878" y="250060"/>
                    <a:pt x="1049925" y="249555"/>
                  </a:cubicBezTo>
                  <a:cubicBezTo>
                    <a:pt x="1052972" y="249050"/>
                    <a:pt x="1056399" y="248155"/>
                    <a:pt x="1060207" y="2468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g12709bdffa8_0_3009"/>
            <p:cNvSpPr/>
            <p:nvPr/>
          </p:nvSpPr>
          <p:spPr>
            <a:xfrm>
              <a:off x="2533419" y="6030637"/>
              <a:ext cx="1481153" cy="357758"/>
            </a:xfrm>
            <a:custGeom>
              <a:rect b="b" l="l" r="r" t="t"/>
              <a:pathLst>
                <a:path extrusionOk="0" h="357758" w="1481153">
                  <a:moveTo>
                    <a:pt x="0" y="272796"/>
                  </a:moveTo>
                  <a:lnTo>
                    <a:pt x="0" y="1524"/>
                  </a:lnTo>
                  <a:lnTo>
                    <a:pt x="31228" y="1524"/>
                  </a:lnTo>
                  <a:lnTo>
                    <a:pt x="31228" y="246126"/>
                  </a:lnTo>
                  <a:lnTo>
                    <a:pt x="167187" y="246126"/>
                  </a:lnTo>
                  <a:lnTo>
                    <a:pt x="167187" y="272796"/>
                  </a:lnTo>
                  <a:lnTo>
                    <a:pt x="0" y="272796"/>
                  </a:lnTo>
                  <a:close/>
                  <a:moveTo>
                    <a:pt x="282561" y="275463"/>
                  </a:moveTo>
                  <a:cubicBezTo>
                    <a:pt x="264281" y="275463"/>
                    <a:pt x="248285" y="271396"/>
                    <a:pt x="234576" y="263271"/>
                  </a:cubicBezTo>
                  <a:cubicBezTo>
                    <a:pt x="221113" y="255146"/>
                    <a:pt x="210583" y="243716"/>
                    <a:pt x="202966" y="228981"/>
                  </a:cubicBezTo>
                  <a:cubicBezTo>
                    <a:pt x="195597" y="213998"/>
                    <a:pt x="191922" y="196339"/>
                    <a:pt x="191922" y="176022"/>
                  </a:cubicBezTo>
                  <a:cubicBezTo>
                    <a:pt x="191922" y="155953"/>
                    <a:pt x="195597" y="138427"/>
                    <a:pt x="202966" y="123444"/>
                  </a:cubicBezTo>
                  <a:cubicBezTo>
                    <a:pt x="210583" y="108461"/>
                    <a:pt x="221113" y="96898"/>
                    <a:pt x="234576" y="88773"/>
                  </a:cubicBezTo>
                  <a:cubicBezTo>
                    <a:pt x="248285" y="80648"/>
                    <a:pt x="264281" y="76581"/>
                    <a:pt x="282561" y="76581"/>
                  </a:cubicBezTo>
                  <a:cubicBezTo>
                    <a:pt x="300841" y="76581"/>
                    <a:pt x="316703" y="80648"/>
                    <a:pt x="330165" y="88773"/>
                  </a:cubicBezTo>
                  <a:cubicBezTo>
                    <a:pt x="343875" y="96898"/>
                    <a:pt x="354405" y="108461"/>
                    <a:pt x="361774" y="123444"/>
                  </a:cubicBezTo>
                  <a:cubicBezTo>
                    <a:pt x="369391" y="138427"/>
                    <a:pt x="373199" y="155953"/>
                    <a:pt x="373199" y="176022"/>
                  </a:cubicBezTo>
                  <a:cubicBezTo>
                    <a:pt x="373199" y="196339"/>
                    <a:pt x="369391" y="213998"/>
                    <a:pt x="361774" y="228981"/>
                  </a:cubicBezTo>
                  <a:cubicBezTo>
                    <a:pt x="354405" y="243716"/>
                    <a:pt x="343875" y="255146"/>
                    <a:pt x="330165" y="263271"/>
                  </a:cubicBezTo>
                  <a:cubicBezTo>
                    <a:pt x="316703" y="271396"/>
                    <a:pt x="300841" y="275463"/>
                    <a:pt x="282561" y="275463"/>
                  </a:cubicBezTo>
                  <a:close/>
                  <a:moveTo>
                    <a:pt x="282561" y="249936"/>
                  </a:moveTo>
                  <a:cubicBezTo>
                    <a:pt x="301345" y="249936"/>
                    <a:pt x="315817" y="243716"/>
                    <a:pt x="325976" y="231267"/>
                  </a:cubicBezTo>
                  <a:cubicBezTo>
                    <a:pt x="336382" y="218570"/>
                    <a:pt x="341590" y="200149"/>
                    <a:pt x="341590" y="176022"/>
                  </a:cubicBezTo>
                  <a:cubicBezTo>
                    <a:pt x="341590" y="152400"/>
                    <a:pt x="336382" y="134236"/>
                    <a:pt x="325976" y="121539"/>
                  </a:cubicBezTo>
                  <a:cubicBezTo>
                    <a:pt x="315560" y="108842"/>
                    <a:pt x="301088" y="102489"/>
                    <a:pt x="282561" y="102489"/>
                  </a:cubicBezTo>
                  <a:cubicBezTo>
                    <a:pt x="264024" y="102489"/>
                    <a:pt x="249428" y="108842"/>
                    <a:pt x="238765" y="121539"/>
                  </a:cubicBezTo>
                  <a:cubicBezTo>
                    <a:pt x="228349" y="134236"/>
                    <a:pt x="223150" y="152400"/>
                    <a:pt x="223150" y="176022"/>
                  </a:cubicBezTo>
                  <a:cubicBezTo>
                    <a:pt x="223150" y="200149"/>
                    <a:pt x="228225" y="218570"/>
                    <a:pt x="238384" y="231267"/>
                  </a:cubicBezTo>
                  <a:cubicBezTo>
                    <a:pt x="248790" y="243716"/>
                    <a:pt x="263519" y="249936"/>
                    <a:pt x="282561" y="249936"/>
                  </a:cubicBezTo>
                  <a:close/>
                  <a:moveTo>
                    <a:pt x="505445" y="357759"/>
                  </a:moveTo>
                  <a:cubicBezTo>
                    <a:pt x="476501" y="357759"/>
                    <a:pt x="451366" y="351158"/>
                    <a:pt x="430039" y="337947"/>
                  </a:cubicBezTo>
                  <a:lnTo>
                    <a:pt x="435371" y="312801"/>
                  </a:lnTo>
                  <a:cubicBezTo>
                    <a:pt x="447310" y="319659"/>
                    <a:pt x="458602" y="324612"/>
                    <a:pt x="469265" y="327660"/>
                  </a:cubicBezTo>
                  <a:cubicBezTo>
                    <a:pt x="479929" y="330708"/>
                    <a:pt x="491992" y="332232"/>
                    <a:pt x="505445" y="332232"/>
                  </a:cubicBezTo>
                  <a:cubicBezTo>
                    <a:pt x="523725" y="332232"/>
                    <a:pt x="537568" y="327279"/>
                    <a:pt x="546955" y="317373"/>
                  </a:cubicBezTo>
                  <a:cubicBezTo>
                    <a:pt x="556610" y="307724"/>
                    <a:pt x="561427" y="293246"/>
                    <a:pt x="561427" y="273939"/>
                  </a:cubicBezTo>
                  <a:lnTo>
                    <a:pt x="561427" y="222123"/>
                  </a:lnTo>
                  <a:lnTo>
                    <a:pt x="565617" y="217170"/>
                  </a:lnTo>
                  <a:cubicBezTo>
                    <a:pt x="562570" y="227333"/>
                    <a:pt x="557752" y="236220"/>
                    <a:pt x="551145" y="243840"/>
                  </a:cubicBezTo>
                  <a:cubicBezTo>
                    <a:pt x="544804" y="251203"/>
                    <a:pt x="536930" y="256918"/>
                    <a:pt x="527533" y="260985"/>
                  </a:cubicBezTo>
                  <a:cubicBezTo>
                    <a:pt x="518145" y="265052"/>
                    <a:pt x="507482" y="267081"/>
                    <a:pt x="495543" y="267081"/>
                  </a:cubicBezTo>
                  <a:cubicBezTo>
                    <a:pt x="478539" y="267081"/>
                    <a:pt x="463553" y="263147"/>
                    <a:pt x="450604" y="255270"/>
                  </a:cubicBezTo>
                  <a:cubicBezTo>
                    <a:pt x="437913" y="247145"/>
                    <a:pt x="427888" y="235963"/>
                    <a:pt x="420518" y="221742"/>
                  </a:cubicBezTo>
                  <a:cubicBezTo>
                    <a:pt x="413416" y="207521"/>
                    <a:pt x="409855" y="190881"/>
                    <a:pt x="409855" y="171831"/>
                  </a:cubicBezTo>
                  <a:cubicBezTo>
                    <a:pt x="409855" y="152781"/>
                    <a:pt x="413416" y="136141"/>
                    <a:pt x="420518" y="121920"/>
                  </a:cubicBezTo>
                  <a:cubicBezTo>
                    <a:pt x="427888" y="107699"/>
                    <a:pt x="437913" y="96650"/>
                    <a:pt x="450604" y="88773"/>
                  </a:cubicBezTo>
                  <a:cubicBezTo>
                    <a:pt x="463553" y="80648"/>
                    <a:pt x="478539" y="76581"/>
                    <a:pt x="495543" y="76581"/>
                  </a:cubicBezTo>
                  <a:cubicBezTo>
                    <a:pt x="513318" y="76581"/>
                    <a:pt x="528295" y="81029"/>
                    <a:pt x="540481" y="89916"/>
                  </a:cubicBezTo>
                  <a:cubicBezTo>
                    <a:pt x="552925" y="98555"/>
                    <a:pt x="561304" y="110747"/>
                    <a:pt x="565617" y="126492"/>
                  </a:cubicBezTo>
                  <a:lnTo>
                    <a:pt x="561047" y="122301"/>
                  </a:lnTo>
                  <a:lnTo>
                    <a:pt x="561047" y="81153"/>
                  </a:lnTo>
                  <a:lnTo>
                    <a:pt x="591894" y="81153"/>
                  </a:lnTo>
                  <a:lnTo>
                    <a:pt x="591894" y="271272"/>
                  </a:lnTo>
                  <a:cubicBezTo>
                    <a:pt x="591894" y="299971"/>
                    <a:pt x="584535" y="321564"/>
                    <a:pt x="569806" y="336042"/>
                  </a:cubicBezTo>
                  <a:cubicBezTo>
                    <a:pt x="555334" y="350520"/>
                    <a:pt x="533883" y="357759"/>
                    <a:pt x="505445" y="357759"/>
                  </a:cubicBezTo>
                  <a:close/>
                  <a:moveTo>
                    <a:pt x="501636" y="241173"/>
                  </a:moveTo>
                  <a:cubicBezTo>
                    <a:pt x="520173" y="241173"/>
                    <a:pt x="534645" y="235077"/>
                    <a:pt x="545051" y="222885"/>
                  </a:cubicBezTo>
                  <a:cubicBezTo>
                    <a:pt x="555715" y="210436"/>
                    <a:pt x="561047" y="193424"/>
                    <a:pt x="561047" y="171831"/>
                  </a:cubicBezTo>
                  <a:cubicBezTo>
                    <a:pt x="561047" y="150238"/>
                    <a:pt x="555715" y="133350"/>
                    <a:pt x="545051" y="121158"/>
                  </a:cubicBezTo>
                  <a:cubicBezTo>
                    <a:pt x="534645" y="108709"/>
                    <a:pt x="520173" y="102489"/>
                    <a:pt x="501636" y="102489"/>
                  </a:cubicBezTo>
                  <a:cubicBezTo>
                    <a:pt x="482851" y="102489"/>
                    <a:pt x="467999" y="108709"/>
                    <a:pt x="457079" y="121158"/>
                  </a:cubicBezTo>
                  <a:cubicBezTo>
                    <a:pt x="446415" y="133350"/>
                    <a:pt x="441083" y="150238"/>
                    <a:pt x="441083" y="171831"/>
                  </a:cubicBezTo>
                  <a:cubicBezTo>
                    <a:pt x="441083" y="193672"/>
                    <a:pt x="446415" y="210693"/>
                    <a:pt x="457079" y="222885"/>
                  </a:cubicBezTo>
                  <a:cubicBezTo>
                    <a:pt x="467999" y="235077"/>
                    <a:pt x="482851" y="241173"/>
                    <a:pt x="501636" y="241173"/>
                  </a:cubicBezTo>
                  <a:close/>
                  <a:moveTo>
                    <a:pt x="651124" y="272796"/>
                  </a:moveTo>
                  <a:lnTo>
                    <a:pt x="651124" y="81153"/>
                  </a:lnTo>
                  <a:lnTo>
                    <a:pt x="681971" y="81153"/>
                  </a:lnTo>
                  <a:lnTo>
                    <a:pt x="681971" y="272796"/>
                  </a:lnTo>
                  <a:lnTo>
                    <a:pt x="651124" y="272796"/>
                  </a:lnTo>
                  <a:close/>
                  <a:moveTo>
                    <a:pt x="648077" y="0"/>
                  </a:moveTo>
                  <a:lnTo>
                    <a:pt x="685780" y="0"/>
                  </a:lnTo>
                  <a:lnTo>
                    <a:pt x="685780" y="35052"/>
                  </a:lnTo>
                  <a:lnTo>
                    <a:pt x="648077" y="35052"/>
                  </a:lnTo>
                  <a:lnTo>
                    <a:pt x="648077" y="0"/>
                  </a:lnTo>
                  <a:close/>
                  <a:moveTo>
                    <a:pt x="806609" y="275463"/>
                  </a:moveTo>
                  <a:cubicBezTo>
                    <a:pt x="774371" y="275463"/>
                    <a:pt x="748856" y="267205"/>
                    <a:pt x="730061" y="250698"/>
                  </a:cubicBezTo>
                  <a:lnTo>
                    <a:pt x="740344" y="227838"/>
                  </a:lnTo>
                  <a:cubicBezTo>
                    <a:pt x="750502" y="235715"/>
                    <a:pt x="760909" y="241554"/>
                    <a:pt x="771572" y="245364"/>
                  </a:cubicBezTo>
                  <a:cubicBezTo>
                    <a:pt x="782493" y="248917"/>
                    <a:pt x="794556" y="250698"/>
                    <a:pt x="807751" y="250698"/>
                  </a:cubicBezTo>
                  <a:cubicBezTo>
                    <a:pt x="822223" y="250698"/>
                    <a:pt x="833144" y="248288"/>
                    <a:pt x="840503" y="243459"/>
                  </a:cubicBezTo>
                  <a:cubicBezTo>
                    <a:pt x="848120" y="238382"/>
                    <a:pt x="851929" y="231143"/>
                    <a:pt x="851929" y="221742"/>
                  </a:cubicBezTo>
                  <a:cubicBezTo>
                    <a:pt x="851929" y="214122"/>
                    <a:pt x="849396" y="208150"/>
                    <a:pt x="844312" y="203835"/>
                  </a:cubicBezTo>
                  <a:cubicBezTo>
                    <a:pt x="839237" y="199263"/>
                    <a:pt x="830859" y="195577"/>
                    <a:pt x="819177" y="192786"/>
                  </a:cubicBezTo>
                  <a:lnTo>
                    <a:pt x="786806" y="185166"/>
                  </a:lnTo>
                  <a:cubicBezTo>
                    <a:pt x="770811" y="181613"/>
                    <a:pt x="758376" y="175260"/>
                    <a:pt x="749484" y="166116"/>
                  </a:cubicBezTo>
                  <a:cubicBezTo>
                    <a:pt x="740858" y="156972"/>
                    <a:pt x="736535" y="146047"/>
                    <a:pt x="736535" y="133350"/>
                  </a:cubicBezTo>
                  <a:cubicBezTo>
                    <a:pt x="736535" y="122177"/>
                    <a:pt x="739582" y="112395"/>
                    <a:pt x="745675" y="104013"/>
                  </a:cubicBezTo>
                  <a:cubicBezTo>
                    <a:pt x="751769" y="95374"/>
                    <a:pt x="760280" y="88649"/>
                    <a:pt x="771191" y="83820"/>
                  </a:cubicBezTo>
                  <a:cubicBezTo>
                    <a:pt x="782112" y="78991"/>
                    <a:pt x="795060" y="76581"/>
                    <a:pt x="810037" y="76581"/>
                  </a:cubicBezTo>
                  <a:cubicBezTo>
                    <a:pt x="823499" y="76581"/>
                    <a:pt x="836190" y="78743"/>
                    <a:pt x="848120" y="83058"/>
                  </a:cubicBezTo>
                  <a:cubicBezTo>
                    <a:pt x="860059" y="87373"/>
                    <a:pt x="870085" y="93602"/>
                    <a:pt x="878206" y="101727"/>
                  </a:cubicBezTo>
                  <a:lnTo>
                    <a:pt x="867924" y="124206"/>
                  </a:lnTo>
                  <a:cubicBezTo>
                    <a:pt x="858784" y="116586"/>
                    <a:pt x="849396" y="110995"/>
                    <a:pt x="839742" y="107442"/>
                  </a:cubicBezTo>
                  <a:cubicBezTo>
                    <a:pt x="830354" y="103632"/>
                    <a:pt x="820452" y="101727"/>
                    <a:pt x="810037" y="101727"/>
                  </a:cubicBezTo>
                  <a:cubicBezTo>
                    <a:pt x="796327" y="101727"/>
                    <a:pt x="785663" y="104394"/>
                    <a:pt x="778046" y="109728"/>
                  </a:cubicBezTo>
                  <a:cubicBezTo>
                    <a:pt x="770687" y="115062"/>
                    <a:pt x="767002" y="122301"/>
                    <a:pt x="767002" y="131445"/>
                  </a:cubicBezTo>
                  <a:cubicBezTo>
                    <a:pt x="767002" y="139322"/>
                    <a:pt x="769287" y="145542"/>
                    <a:pt x="773857" y="150114"/>
                  </a:cubicBezTo>
                  <a:cubicBezTo>
                    <a:pt x="778684" y="154686"/>
                    <a:pt x="786301" y="158239"/>
                    <a:pt x="796708" y="160782"/>
                  </a:cubicBezTo>
                  <a:lnTo>
                    <a:pt x="829078" y="168783"/>
                  </a:lnTo>
                  <a:cubicBezTo>
                    <a:pt x="847111" y="172593"/>
                    <a:pt x="860307" y="178946"/>
                    <a:pt x="868685" y="187833"/>
                  </a:cubicBezTo>
                  <a:cubicBezTo>
                    <a:pt x="877321" y="196472"/>
                    <a:pt x="881634" y="207521"/>
                    <a:pt x="881634" y="220980"/>
                  </a:cubicBezTo>
                  <a:cubicBezTo>
                    <a:pt x="881634" y="237487"/>
                    <a:pt x="874912" y="250698"/>
                    <a:pt x="861449" y="260604"/>
                  </a:cubicBezTo>
                  <a:cubicBezTo>
                    <a:pt x="847996" y="270510"/>
                    <a:pt x="829716" y="275463"/>
                    <a:pt x="806609" y="275463"/>
                  </a:cubicBezTo>
                  <a:close/>
                  <a:moveTo>
                    <a:pt x="901904" y="105537"/>
                  </a:moveTo>
                  <a:lnTo>
                    <a:pt x="901904" y="81153"/>
                  </a:lnTo>
                  <a:lnTo>
                    <a:pt x="1024913" y="81153"/>
                  </a:lnTo>
                  <a:lnTo>
                    <a:pt x="1024913" y="105537"/>
                  </a:lnTo>
                  <a:lnTo>
                    <a:pt x="901904" y="105537"/>
                  </a:lnTo>
                  <a:close/>
                  <a:moveTo>
                    <a:pt x="1024152" y="245364"/>
                  </a:moveTo>
                  <a:lnTo>
                    <a:pt x="1024152" y="271653"/>
                  </a:lnTo>
                  <a:cubicBezTo>
                    <a:pt x="1019829" y="272920"/>
                    <a:pt x="1015516" y="273815"/>
                    <a:pt x="1011203" y="274320"/>
                  </a:cubicBezTo>
                  <a:cubicBezTo>
                    <a:pt x="1007138" y="275082"/>
                    <a:pt x="1002568" y="275463"/>
                    <a:pt x="997493" y="275463"/>
                  </a:cubicBezTo>
                  <a:cubicBezTo>
                    <a:pt x="979718" y="275463"/>
                    <a:pt x="965503" y="270386"/>
                    <a:pt x="954840" y="260223"/>
                  </a:cubicBezTo>
                  <a:cubicBezTo>
                    <a:pt x="944424" y="250060"/>
                    <a:pt x="939226" y="234820"/>
                    <a:pt x="939226" y="214503"/>
                  </a:cubicBezTo>
                  <a:lnTo>
                    <a:pt x="939226" y="32004"/>
                  </a:lnTo>
                  <a:lnTo>
                    <a:pt x="970073" y="20955"/>
                  </a:lnTo>
                  <a:lnTo>
                    <a:pt x="970073" y="210312"/>
                  </a:lnTo>
                  <a:cubicBezTo>
                    <a:pt x="970073" y="220475"/>
                    <a:pt x="971463" y="228343"/>
                    <a:pt x="974262" y="233934"/>
                  </a:cubicBezTo>
                  <a:cubicBezTo>
                    <a:pt x="977309" y="239525"/>
                    <a:pt x="981365" y="243459"/>
                    <a:pt x="986449" y="245745"/>
                  </a:cubicBezTo>
                  <a:cubicBezTo>
                    <a:pt x="991524" y="247774"/>
                    <a:pt x="997236" y="248793"/>
                    <a:pt x="1003587" y="248793"/>
                  </a:cubicBezTo>
                  <a:cubicBezTo>
                    <a:pt x="1007395" y="248793"/>
                    <a:pt x="1010822" y="248536"/>
                    <a:pt x="1013869" y="248031"/>
                  </a:cubicBezTo>
                  <a:cubicBezTo>
                    <a:pt x="1016916" y="247526"/>
                    <a:pt x="1020343" y="246631"/>
                    <a:pt x="1024152" y="245364"/>
                  </a:cubicBezTo>
                  <a:close/>
                  <a:moveTo>
                    <a:pt x="1062083" y="272796"/>
                  </a:moveTo>
                  <a:lnTo>
                    <a:pt x="1062083" y="81153"/>
                  </a:lnTo>
                  <a:lnTo>
                    <a:pt x="1092931" y="81153"/>
                  </a:lnTo>
                  <a:lnTo>
                    <a:pt x="1092931" y="272796"/>
                  </a:lnTo>
                  <a:lnTo>
                    <a:pt x="1062083" y="272796"/>
                  </a:lnTo>
                  <a:close/>
                  <a:moveTo>
                    <a:pt x="1059036" y="0"/>
                  </a:moveTo>
                  <a:lnTo>
                    <a:pt x="1096739" y="0"/>
                  </a:lnTo>
                  <a:lnTo>
                    <a:pt x="1096739" y="35052"/>
                  </a:lnTo>
                  <a:lnTo>
                    <a:pt x="1059036" y="35052"/>
                  </a:lnTo>
                  <a:lnTo>
                    <a:pt x="1059036" y="0"/>
                  </a:lnTo>
                  <a:close/>
                  <a:moveTo>
                    <a:pt x="1233183" y="275463"/>
                  </a:moveTo>
                  <a:cubicBezTo>
                    <a:pt x="1214398" y="275463"/>
                    <a:pt x="1198146" y="271396"/>
                    <a:pt x="1184436" y="263271"/>
                  </a:cubicBezTo>
                  <a:cubicBezTo>
                    <a:pt x="1170726" y="255146"/>
                    <a:pt x="1160062" y="243716"/>
                    <a:pt x="1152446" y="228981"/>
                  </a:cubicBezTo>
                  <a:cubicBezTo>
                    <a:pt x="1145086" y="214246"/>
                    <a:pt x="1141401" y="196853"/>
                    <a:pt x="1141401" y="176784"/>
                  </a:cubicBezTo>
                  <a:cubicBezTo>
                    <a:pt x="1141401" y="156972"/>
                    <a:pt x="1145210" y="139570"/>
                    <a:pt x="1152827" y="124587"/>
                  </a:cubicBezTo>
                  <a:cubicBezTo>
                    <a:pt x="1160443" y="109347"/>
                    <a:pt x="1171240" y="97536"/>
                    <a:pt x="1185197" y="89154"/>
                  </a:cubicBezTo>
                  <a:cubicBezTo>
                    <a:pt x="1199165" y="80772"/>
                    <a:pt x="1215664" y="76581"/>
                    <a:pt x="1234706" y="76581"/>
                  </a:cubicBezTo>
                  <a:cubicBezTo>
                    <a:pt x="1247654" y="76581"/>
                    <a:pt x="1260098" y="78867"/>
                    <a:pt x="1272028" y="83439"/>
                  </a:cubicBezTo>
                  <a:cubicBezTo>
                    <a:pt x="1284215" y="87754"/>
                    <a:pt x="1294250" y="93850"/>
                    <a:pt x="1302114" y="101727"/>
                  </a:cubicBezTo>
                  <a:lnTo>
                    <a:pt x="1291831" y="124587"/>
                  </a:lnTo>
                  <a:cubicBezTo>
                    <a:pt x="1282444" y="117224"/>
                    <a:pt x="1273170" y="111757"/>
                    <a:pt x="1264030" y="108204"/>
                  </a:cubicBezTo>
                  <a:cubicBezTo>
                    <a:pt x="1255148" y="104394"/>
                    <a:pt x="1245884" y="102489"/>
                    <a:pt x="1236230" y="102489"/>
                  </a:cubicBezTo>
                  <a:cubicBezTo>
                    <a:pt x="1216940" y="102489"/>
                    <a:pt x="1201573" y="108966"/>
                    <a:pt x="1190148" y="121920"/>
                  </a:cubicBezTo>
                  <a:cubicBezTo>
                    <a:pt x="1178980" y="134874"/>
                    <a:pt x="1173392" y="153162"/>
                    <a:pt x="1173392" y="176784"/>
                  </a:cubicBezTo>
                  <a:cubicBezTo>
                    <a:pt x="1173392" y="200149"/>
                    <a:pt x="1178980" y="218189"/>
                    <a:pt x="1190148" y="230886"/>
                  </a:cubicBezTo>
                  <a:cubicBezTo>
                    <a:pt x="1201326" y="243583"/>
                    <a:pt x="1216683" y="249936"/>
                    <a:pt x="1236230" y="249936"/>
                  </a:cubicBezTo>
                  <a:cubicBezTo>
                    <a:pt x="1245627" y="249936"/>
                    <a:pt x="1254890" y="248155"/>
                    <a:pt x="1264030" y="244602"/>
                  </a:cubicBezTo>
                  <a:cubicBezTo>
                    <a:pt x="1273170" y="240792"/>
                    <a:pt x="1282444" y="235201"/>
                    <a:pt x="1291831" y="227838"/>
                  </a:cubicBezTo>
                  <a:lnTo>
                    <a:pt x="1302114" y="250698"/>
                  </a:lnTo>
                  <a:cubicBezTo>
                    <a:pt x="1293993" y="258318"/>
                    <a:pt x="1283710" y="264414"/>
                    <a:pt x="1271266" y="268986"/>
                  </a:cubicBezTo>
                  <a:cubicBezTo>
                    <a:pt x="1259080" y="273301"/>
                    <a:pt x="1246388" y="275463"/>
                    <a:pt x="1233183" y="275463"/>
                  </a:cubicBezTo>
                  <a:close/>
                  <a:moveTo>
                    <a:pt x="1406130" y="275463"/>
                  </a:moveTo>
                  <a:cubicBezTo>
                    <a:pt x="1373882" y="275463"/>
                    <a:pt x="1348366" y="267205"/>
                    <a:pt x="1329582" y="250698"/>
                  </a:cubicBezTo>
                  <a:lnTo>
                    <a:pt x="1339864" y="227838"/>
                  </a:lnTo>
                  <a:cubicBezTo>
                    <a:pt x="1350023" y="235715"/>
                    <a:pt x="1360429" y="241554"/>
                    <a:pt x="1371093" y="245364"/>
                  </a:cubicBezTo>
                  <a:cubicBezTo>
                    <a:pt x="1382013" y="248917"/>
                    <a:pt x="1394066" y="250698"/>
                    <a:pt x="1407272" y="250698"/>
                  </a:cubicBezTo>
                  <a:cubicBezTo>
                    <a:pt x="1421744" y="250698"/>
                    <a:pt x="1432664" y="248288"/>
                    <a:pt x="1440024" y="243459"/>
                  </a:cubicBezTo>
                  <a:cubicBezTo>
                    <a:pt x="1447641" y="238382"/>
                    <a:pt x="1451449" y="231143"/>
                    <a:pt x="1451449" y="221742"/>
                  </a:cubicBezTo>
                  <a:cubicBezTo>
                    <a:pt x="1451449" y="214122"/>
                    <a:pt x="1448907" y="208150"/>
                    <a:pt x="1443832" y="203835"/>
                  </a:cubicBezTo>
                  <a:cubicBezTo>
                    <a:pt x="1438757" y="199263"/>
                    <a:pt x="1430379" y="195577"/>
                    <a:pt x="1418697" y="192786"/>
                  </a:cubicBezTo>
                  <a:lnTo>
                    <a:pt x="1386326" y="185166"/>
                  </a:lnTo>
                  <a:cubicBezTo>
                    <a:pt x="1370331" y="181613"/>
                    <a:pt x="1357887" y="175260"/>
                    <a:pt x="1349004" y="166116"/>
                  </a:cubicBezTo>
                  <a:cubicBezTo>
                    <a:pt x="1340369" y="156972"/>
                    <a:pt x="1336056" y="146047"/>
                    <a:pt x="1336056" y="133350"/>
                  </a:cubicBezTo>
                  <a:cubicBezTo>
                    <a:pt x="1336056" y="122177"/>
                    <a:pt x="1339103" y="112395"/>
                    <a:pt x="1345196" y="104013"/>
                  </a:cubicBezTo>
                  <a:cubicBezTo>
                    <a:pt x="1351289" y="95374"/>
                    <a:pt x="1359792" y="88649"/>
                    <a:pt x="1370712" y="83820"/>
                  </a:cubicBezTo>
                  <a:cubicBezTo>
                    <a:pt x="1381632" y="78991"/>
                    <a:pt x="1394581" y="76581"/>
                    <a:pt x="1409557" y="76581"/>
                  </a:cubicBezTo>
                  <a:cubicBezTo>
                    <a:pt x="1423010" y="76581"/>
                    <a:pt x="1435711" y="78743"/>
                    <a:pt x="1447641" y="83058"/>
                  </a:cubicBezTo>
                  <a:cubicBezTo>
                    <a:pt x="1459570" y="87373"/>
                    <a:pt x="1469605" y="93602"/>
                    <a:pt x="1477727" y="101727"/>
                  </a:cubicBezTo>
                  <a:lnTo>
                    <a:pt x="1467444" y="124206"/>
                  </a:lnTo>
                  <a:cubicBezTo>
                    <a:pt x="1458304" y="116586"/>
                    <a:pt x="1448907" y="110995"/>
                    <a:pt x="1439262" y="107442"/>
                  </a:cubicBezTo>
                  <a:cubicBezTo>
                    <a:pt x="1429865" y="103632"/>
                    <a:pt x="1419963" y="101727"/>
                    <a:pt x="1409557" y="101727"/>
                  </a:cubicBezTo>
                  <a:cubicBezTo>
                    <a:pt x="1395847" y="101727"/>
                    <a:pt x="1385184" y="104394"/>
                    <a:pt x="1377567" y="109728"/>
                  </a:cubicBezTo>
                  <a:cubicBezTo>
                    <a:pt x="1370207" y="115062"/>
                    <a:pt x="1366523" y="122301"/>
                    <a:pt x="1366523" y="131445"/>
                  </a:cubicBezTo>
                  <a:cubicBezTo>
                    <a:pt x="1366523" y="139322"/>
                    <a:pt x="1368808" y="145542"/>
                    <a:pt x="1373378" y="150114"/>
                  </a:cubicBezTo>
                  <a:cubicBezTo>
                    <a:pt x="1378205" y="154686"/>
                    <a:pt x="1385821" y="158239"/>
                    <a:pt x="1396228" y="160782"/>
                  </a:cubicBezTo>
                  <a:lnTo>
                    <a:pt x="1428599" y="168783"/>
                  </a:lnTo>
                  <a:cubicBezTo>
                    <a:pt x="1446622" y="172593"/>
                    <a:pt x="1459827" y="178946"/>
                    <a:pt x="1468206" y="187833"/>
                  </a:cubicBezTo>
                  <a:cubicBezTo>
                    <a:pt x="1476841" y="196472"/>
                    <a:pt x="1481154" y="207521"/>
                    <a:pt x="1481154" y="220980"/>
                  </a:cubicBezTo>
                  <a:cubicBezTo>
                    <a:pt x="1481154" y="237487"/>
                    <a:pt x="1474423" y="250698"/>
                    <a:pt x="1460970" y="260604"/>
                  </a:cubicBezTo>
                  <a:cubicBezTo>
                    <a:pt x="1447517" y="270510"/>
                    <a:pt x="1429237" y="275463"/>
                    <a:pt x="1406130" y="2754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g12709bdffa8_0_3009"/>
            <p:cNvSpPr/>
            <p:nvPr/>
          </p:nvSpPr>
          <p:spPr>
            <a:xfrm>
              <a:off x="5142141" y="6021492"/>
              <a:ext cx="1459056" cy="284607"/>
            </a:xfrm>
            <a:custGeom>
              <a:rect b="b" l="l" r="r" t="t"/>
              <a:pathLst>
                <a:path extrusionOk="0" h="284607" w="1459056">
                  <a:moveTo>
                    <a:pt x="0" y="281940"/>
                  </a:moveTo>
                  <a:lnTo>
                    <a:pt x="0" y="10668"/>
                  </a:lnTo>
                  <a:lnTo>
                    <a:pt x="108157" y="10668"/>
                  </a:lnTo>
                  <a:cubicBezTo>
                    <a:pt x="136082" y="10668"/>
                    <a:pt x="157790" y="17402"/>
                    <a:pt x="173280" y="30861"/>
                  </a:cubicBezTo>
                  <a:cubicBezTo>
                    <a:pt x="189018" y="44320"/>
                    <a:pt x="196892" y="62865"/>
                    <a:pt x="196892" y="86487"/>
                  </a:cubicBezTo>
                  <a:cubicBezTo>
                    <a:pt x="196892" y="109852"/>
                    <a:pt x="189018" y="128397"/>
                    <a:pt x="173280" y="142113"/>
                  </a:cubicBezTo>
                  <a:cubicBezTo>
                    <a:pt x="157542" y="155829"/>
                    <a:pt x="135834" y="162687"/>
                    <a:pt x="108157" y="162687"/>
                  </a:cubicBezTo>
                  <a:lnTo>
                    <a:pt x="31228" y="162687"/>
                  </a:lnTo>
                  <a:lnTo>
                    <a:pt x="31228" y="281940"/>
                  </a:lnTo>
                  <a:lnTo>
                    <a:pt x="0" y="281940"/>
                  </a:lnTo>
                  <a:close/>
                  <a:moveTo>
                    <a:pt x="31228" y="136779"/>
                  </a:moveTo>
                  <a:lnTo>
                    <a:pt x="105491" y="136779"/>
                  </a:lnTo>
                  <a:cubicBezTo>
                    <a:pt x="125552" y="136779"/>
                    <a:pt x="140652" y="132464"/>
                    <a:pt x="150811" y="123825"/>
                  </a:cubicBezTo>
                  <a:cubicBezTo>
                    <a:pt x="160970" y="114938"/>
                    <a:pt x="166045" y="102489"/>
                    <a:pt x="166045" y="86487"/>
                  </a:cubicBezTo>
                  <a:cubicBezTo>
                    <a:pt x="166045" y="70485"/>
                    <a:pt x="160970" y="58169"/>
                    <a:pt x="150811" y="49530"/>
                  </a:cubicBezTo>
                  <a:cubicBezTo>
                    <a:pt x="140652" y="40891"/>
                    <a:pt x="125552" y="36576"/>
                    <a:pt x="105491" y="36576"/>
                  </a:cubicBezTo>
                  <a:lnTo>
                    <a:pt x="31228" y="36576"/>
                  </a:lnTo>
                  <a:lnTo>
                    <a:pt x="31228" y="136779"/>
                  </a:lnTo>
                  <a:close/>
                  <a:moveTo>
                    <a:pt x="244258" y="281940"/>
                  </a:moveTo>
                  <a:lnTo>
                    <a:pt x="244258" y="1524"/>
                  </a:lnTo>
                  <a:lnTo>
                    <a:pt x="275106" y="1524"/>
                  </a:lnTo>
                  <a:lnTo>
                    <a:pt x="275106" y="281940"/>
                  </a:lnTo>
                  <a:lnTo>
                    <a:pt x="244258" y="281940"/>
                  </a:lnTo>
                  <a:close/>
                  <a:moveTo>
                    <a:pt x="408503" y="284607"/>
                  </a:moveTo>
                  <a:cubicBezTo>
                    <a:pt x="391489" y="284607"/>
                    <a:pt x="376513" y="280673"/>
                    <a:pt x="363564" y="272796"/>
                  </a:cubicBezTo>
                  <a:cubicBezTo>
                    <a:pt x="350873" y="264671"/>
                    <a:pt x="340972" y="253241"/>
                    <a:pt x="333859" y="238506"/>
                  </a:cubicBezTo>
                  <a:cubicBezTo>
                    <a:pt x="327005" y="223523"/>
                    <a:pt x="323577" y="205997"/>
                    <a:pt x="323577" y="185928"/>
                  </a:cubicBezTo>
                  <a:cubicBezTo>
                    <a:pt x="323577" y="165859"/>
                    <a:pt x="327128" y="148333"/>
                    <a:pt x="334240" y="133350"/>
                  </a:cubicBezTo>
                  <a:cubicBezTo>
                    <a:pt x="341352" y="118367"/>
                    <a:pt x="351254" y="106680"/>
                    <a:pt x="363945" y="98298"/>
                  </a:cubicBezTo>
                  <a:cubicBezTo>
                    <a:pt x="376894" y="89916"/>
                    <a:pt x="391746" y="85725"/>
                    <a:pt x="408503" y="85725"/>
                  </a:cubicBezTo>
                  <a:cubicBezTo>
                    <a:pt x="426021" y="85725"/>
                    <a:pt x="440874" y="90040"/>
                    <a:pt x="453061" y="98679"/>
                  </a:cubicBezTo>
                  <a:cubicBezTo>
                    <a:pt x="465247" y="107318"/>
                    <a:pt x="473502" y="119634"/>
                    <a:pt x="477815" y="135636"/>
                  </a:cubicBezTo>
                  <a:lnTo>
                    <a:pt x="473245" y="138684"/>
                  </a:lnTo>
                  <a:lnTo>
                    <a:pt x="473245" y="90297"/>
                  </a:lnTo>
                  <a:lnTo>
                    <a:pt x="503712" y="90297"/>
                  </a:lnTo>
                  <a:lnTo>
                    <a:pt x="503712" y="281940"/>
                  </a:lnTo>
                  <a:lnTo>
                    <a:pt x="473245" y="281940"/>
                  </a:lnTo>
                  <a:lnTo>
                    <a:pt x="473245" y="232410"/>
                  </a:lnTo>
                  <a:lnTo>
                    <a:pt x="477815" y="234696"/>
                  </a:lnTo>
                  <a:cubicBezTo>
                    <a:pt x="473502" y="250698"/>
                    <a:pt x="465247" y="263014"/>
                    <a:pt x="453061" y="271653"/>
                  </a:cubicBezTo>
                  <a:cubicBezTo>
                    <a:pt x="440874" y="280292"/>
                    <a:pt x="426021" y="284607"/>
                    <a:pt x="408503" y="284607"/>
                  </a:cubicBezTo>
                  <a:close/>
                  <a:moveTo>
                    <a:pt x="414596" y="259080"/>
                  </a:moveTo>
                  <a:cubicBezTo>
                    <a:pt x="433381" y="259080"/>
                    <a:pt x="447853" y="252727"/>
                    <a:pt x="458011" y="240030"/>
                  </a:cubicBezTo>
                  <a:cubicBezTo>
                    <a:pt x="468170" y="227076"/>
                    <a:pt x="473245" y="208788"/>
                    <a:pt x="473245" y="185166"/>
                  </a:cubicBezTo>
                  <a:cubicBezTo>
                    <a:pt x="473245" y="161544"/>
                    <a:pt x="468037" y="143380"/>
                    <a:pt x="457631" y="130683"/>
                  </a:cubicBezTo>
                  <a:cubicBezTo>
                    <a:pt x="447472" y="117986"/>
                    <a:pt x="433134" y="111633"/>
                    <a:pt x="414596" y="111633"/>
                  </a:cubicBezTo>
                  <a:cubicBezTo>
                    <a:pt x="395812" y="111633"/>
                    <a:pt x="381083" y="118234"/>
                    <a:pt x="370420" y="131445"/>
                  </a:cubicBezTo>
                  <a:cubicBezTo>
                    <a:pt x="360013" y="144399"/>
                    <a:pt x="354805" y="162563"/>
                    <a:pt x="354805" y="185928"/>
                  </a:cubicBezTo>
                  <a:cubicBezTo>
                    <a:pt x="354805" y="209293"/>
                    <a:pt x="360013" y="227333"/>
                    <a:pt x="370420" y="240030"/>
                  </a:cubicBezTo>
                  <a:cubicBezTo>
                    <a:pt x="381083" y="252727"/>
                    <a:pt x="395812" y="259080"/>
                    <a:pt x="414596" y="259080"/>
                  </a:cubicBezTo>
                  <a:close/>
                  <a:moveTo>
                    <a:pt x="536311" y="114681"/>
                  </a:moveTo>
                  <a:lnTo>
                    <a:pt x="536311" y="90297"/>
                  </a:lnTo>
                  <a:lnTo>
                    <a:pt x="659321" y="90297"/>
                  </a:lnTo>
                  <a:lnTo>
                    <a:pt x="659321" y="114681"/>
                  </a:lnTo>
                  <a:lnTo>
                    <a:pt x="536311" y="114681"/>
                  </a:lnTo>
                  <a:close/>
                  <a:moveTo>
                    <a:pt x="658560" y="254508"/>
                  </a:moveTo>
                  <a:lnTo>
                    <a:pt x="658560" y="280797"/>
                  </a:lnTo>
                  <a:cubicBezTo>
                    <a:pt x="654247" y="282064"/>
                    <a:pt x="649934" y="282959"/>
                    <a:pt x="645611" y="283464"/>
                  </a:cubicBezTo>
                  <a:cubicBezTo>
                    <a:pt x="641555" y="284226"/>
                    <a:pt x="636985" y="284607"/>
                    <a:pt x="631901" y="284607"/>
                  </a:cubicBezTo>
                  <a:cubicBezTo>
                    <a:pt x="614135" y="284607"/>
                    <a:pt x="599911" y="279530"/>
                    <a:pt x="589247" y="269367"/>
                  </a:cubicBezTo>
                  <a:cubicBezTo>
                    <a:pt x="578841" y="259204"/>
                    <a:pt x="573633" y="243964"/>
                    <a:pt x="573633" y="223647"/>
                  </a:cubicBezTo>
                  <a:lnTo>
                    <a:pt x="573633" y="41148"/>
                  </a:lnTo>
                  <a:lnTo>
                    <a:pt x="604481" y="30099"/>
                  </a:lnTo>
                  <a:lnTo>
                    <a:pt x="604481" y="219456"/>
                  </a:lnTo>
                  <a:cubicBezTo>
                    <a:pt x="604481" y="229619"/>
                    <a:pt x="605880" y="237487"/>
                    <a:pt x="608670" y="243078"/>
                  </a:cubicBezTo>
                  <a:cubicBezTo>
                    <a:pt x="611717" y="248669"/>
                    <a:pt x="615782" y="252603"/>
                    <a:pt x="620857" y="254889"/>
                  </a:cubicBezTo>
                  <a:cubicBezTo>
                    <a:pt x="625941" y="256918"/>
                    <a:pt x="631654" y="257937"/>
                    <a:pt x="637995" y="257937"/>
                  </a:cubicBezTo>
                  <a:cubicBezTo>
                    <a:pt x="641803" y="257937"/>
                    <a:pt x="645230" y="257680"/>
                    <a:pt x="648277" y="257175"/>
                  </a:cubicBezTo>
                  <a:cubicBezTo>
                    <a:pt x="651324" y="256670"/>
                    <a:pt x="654751" y="255775"/>
                    <a:pt x="658560" y="254508"/>
                  </a:cubicBezTo>
                  <a:close/>
                  <a:moveTo>
                    <a:pt x="673545" y="114681"/>
                  </a:moveTo>
                  <a:lnTo>
                    <a:pt x="673545" y="90297"/>
                  </a:lnTo>
                  <a:lnTo>
                    <a:pt x="788558" y="90297"/>
                  </a:lnTo>
                  <a:lnTo>
                    <a:pt x="788558" y="114681"/>
                  </a:lnTo>
                  <a:lnTo>
                    <a:pt x="673545" y="114681"/>
                  </a:lnTo>
                  <a:close/>
                  <a:moveTo>
                    <a:pt x="793889" y="29718"/>
                  </a:moveTo>
                  <a:cubicBezTo>
                    <a:pt x="786787" y="27689"/>
                    <a:pt x="780179" y="26670"/>
                    <a:pt x="774086" y="26670"/>
                  </a:cubicBezTo>
                  <a:cubicBezTo>
                    <a:pt x="767993" y="26670"/>
                    <a:pt x="762414" y="27813"/>
                    <a:pt x="757329" y="30099"/>
                  </a:cubicBezTo>
                  <a:cubicBezTo>
                    <a:pt x="752511" y="32128"/>
                    <a:pt x="748703" y="35938"/>
                    <a:pt x="745904" y="41529"/>
                  </a:cubicBezTo>
                  <a:cubicBezTo>
                    <a:pt x="743114" y="47120"/>
                    <a:pt x="741715" y="54864"/>
                    <a:pt x="741715" y="64770"/>
                  </a:cubicBezTo>
                  <a:lnTo>
                    <a:pt x="741715" y="281940"/>
                  </a:lnTo>
                  <a:lnTo>
                    <a:pt x="710867" y="281940"/>
                  </a:lnTo>
                  <a:lnTo>
                    <a:pt x="710867" y="60960"/>
                  </a:lnTo>
                  <a:cubicBezTo>
                    <a:pt x="710867" y="40386"/>
                    <a:pt x="715952" y="25146"/>
                    <a:pt x="726101" y="15240"/>
                  </a:cubicBezTo>
                  <a:cubicBezTo>
                    <a:pt x="736260" y="5077"/>
                    <a:pt x="750227" y="0"/>
                    <a:pt x="767993" y="0"/>
                  </a:cubicBezTo>
                  <a:cubicBezTo>
                    <a:pt x="772315" y="0"/>
                    <a:pt x="776628" y="257"/>
                    <a:pt x="780941" y="762"/>
                  </a:cubicBezTo>
                  <a:cubicBezTo>
                    <a:pt x="785263" y="1267"/>
                    <a:pt x="789576" y="2162"/>
                    <a:pt x="793889" y="3429"/>
                  </a:cubicBezTo>
                  <a:lnTo>
                    <a:pt x="793889" y="29718"/>
                  </a:lnTo>
                  <a:close/>
                  <a:moveTo>
                    <a:pt x="906255" y="284607"/>
                  </a:moveTo>
                  <a:cubicBezTo>
                    <a:pt x="887975" y="284607"/>
                    <a:pt x="871980" y="280540"/>
                    <a:pt x="858270" y="272415"/>
                  </a:cubicBezTo>
                  <a:cubicBezTo>
                    <a:pt x="844807" y="264290"/>
                    <a:pt x="834277" y="252860"/>
                    <a:pt x="826660" y="238125"/>
                  </a:cubicBezTo>
                  <a:cubicBezTo>
                    <a:pt x="819291" y="223142"/>
                    <a:pt x="815616" y="205483"/>
                    <a:pt x="815616" y="185166"/>
                  </a:cubicBezTo>
                  <a:cubicBezTo>
                    <a:pt x="815616" y="165097"/>
                    <a:pt x="819291" y="147571"/>
                    <a:pt x="826660" y="132588"/>
                  </a:cubicBezTo>
                  <a:cubicBezTo>
                    <a:pt x="834277" y="117605"/>
                    <a:pt x="844807" y="106042"/>
                    <a:pt x="858270" y="97917"/>
                  </a:cubicBezTo>
                  <a:cubicBezTo>
                    <a:pt x="871980" y="89792"/>
                    <a:pt x="887975" y="85725"/>
                    <a:pt x="906255" y="85725"/>
                  </a:cubicBezTo>
                  <a:cubicBezTo>
                    <a:pt x="924535" y="85725"/>
                    <a:pt x="940397" y="89792"/>
                    <a:pt x="953859" y="97917"/>
                  </a:cubicBezTo>
                  <a:cubicBezTo>
                    <a:pt x="967569" y="106042"/>
                    <a:pt x="978100" y="117605"/>
                    <a:pt x="985469" y="132588"/>
                  </a:cubicBezTo>
                  <a:cubicBezTo>
                    <a:pt x="993085" y="147571"/>
                    <a:pt x="996894" y="165097"/>
                    <a:pt x="996894" y="185166"/>
                  </a:cubicBezTo>
                  <a:cubicBezTo>
                    <a:pt x="996894" y="205483"/>
                    <a:pt x="993085" y="223142"/>
                    <a:pt x="985469" y="238125"/>
                  </a:cubicBezTo>
                  <a:cubicBezTo>
                    <a:pt x="978100" y="252860"/>
                    <a:pt x="967569" y="264290"/>
                    <a:pt x="953859" y="272415"/>
                  </a:cubicBezTo>
                  <a:cubicBezTo>
                    <a:pt x="940397" y="280540"/>
                    <a:pt x="924535" y="284607"/>
                    <a:pt x="906255" y="284607"/>
                  </a:cubicBezTo>
                  <a:close/>
                  <a:moveTo>
                    <a:pt x="906255" y="259080"/>
                  </a:moveTo>
                  <a:cubicBezTo>
                    <a:pt x="925040" y="259080"/>
                    <a:pt x="939511" y="252860"/>
                    <a:pt x="949670" y="240411"/>
                  </a:cubicBezTo>
                  <a:cubicBezTo>
                    <a:pt x="960076" y="227714"/>
                    <a:pt x="965284" y="209293"/>
                    <a:pt x="965284" y="185166"/>
                  </a:cubicBezTo>
                  <a:cubicBezTo>
                    <a:pt x="965284" y="161544"/>
                    <a:pt x="960076" y="143380"/>
                    <a:pt x="949670" y="130683"/>
                  </a:cubicBezTo>
                  <a:cubicBezTo>
                    <a:pt x="939254" y="117986"/>
                    <a:pt x="924782" y="111633"/>
                    <a:pt x="906255" y="111633"/>
                  </a:cubicBezTo>
                  <a:cubicBezTo>
                    <a:pt x="887717" y="111633"/>
                    <a:pt x="873122" y="117986"/>
                    <a:pt x="862459" y="130683"/>
                  </a:cubicBezTo>
                  <a:cubicBezTo>
                    <a:pt x="852043" y="143380"/>
                    <a:pt x="846845" y="161544"/>
                    <a:pt x="846845" y="185166"/>
                  </a:cubicBezTo>
                  <a:cubicBezTo>
                    <a:pt x="846845" y="209293"/>
                    <a:pt x="851919" y="227714"/>
                    <a:pt x="862078" y="240411"/>
                  </a:cubicBezTo>
                  <a:cubicBezTo>
                    <a:pt x="872484" y="252860"/>
                    <a:pt x="887213" y="259080"/>
                    <a:pt x="906255" y="259080"/>
                  </a:cubicBezTo>
                  <a:close/>
                  <a:moveTo>
                    <a:pt x="1044974" y="281940"/>
                  </a:moveTo>
                  <a:lnTo>
                    <a:pt x="1044974" y="144018"/>
                  </a:lnTo>
                  <a:cubicBezTo>
                    <a:pt x="1044974" y="135131"/>
                    <a:pt x="1044727" y="126235"/>
                    <a:pt x="1044212" y="117348"/>
                  </a:cubicBezTo>
                  <a:cubicBezTo>
                    <a:pt x="1043965" y="108204"/>
                    <a:pt x="1043203" y="99184"/>
                    <a:pt x="1041927" y="90297"/>
                  </a:cubicBezTo>
                  <a:lnTo>
                    <a:pt x="1071252" y="90297"/>
                  </a:lnTo>
                  <a:lnTo>
                    <a:pt x="1075441" y="137541"/>
                  </a:lnTo>
                  <a:lnTo>
                    <a:pt x="1071252" y="136398"/>
                  </a:lnTo>
                  <a:cubicBezTo>
                    <a:pt x="1074812" y="119634"/>
                    <a:pt x="1082429" y="107061"/>
                    <a:pt x="1094102" y="98679"/>
                  </a:cubicBezTo>
                  <a:cubicBezTo>
                    <a:pt x="1106041" y="90040"/>
                    <a:pt x="1119371" y="85725"/>
                    <a:pt x="1134089" y="85725"/>
                  </a:cubicBezTo>
                  <a:cubicBezTo>
                    <a:pt x="1137393" y="85725"/>
                    <a:pt x="1140440" y="85982"/>
                    <a:pt x="1143230" y="86487"/>
                  </a:cubicBezTo>
                  <a:cubicBezTo>
                    <a:pt x="1146276" y="86744"/>
                    <a:pt x="1149076" y="87249"/>
                    <a:pt x="1151608" y="88011"/>
                  </a:cubicBezTo>
                  <a:lnTo>
                    <a:pt x="1150846" y="116205"/>
                  </a:lnTo>
                  <a:cubicBezTo>
                    <a:pt x="1145010" y="114176"/>
                    <a:pt x="1138279" y="113157"/>
                    <a:pt x="1130662" y="113157"/>
                  </a:cubicBezTo>
                  <a:cubicBezTo>
                    <a:pt x="1117466" y="113157"/>
                    <a:pt x="1106803" y="116081"/>
                    <a:pt x="1098672" y="121920"/>
                  </a:cubicBezTo>
                  <a:cubicBezTo>
                    <a:pt x="1090808" y="127759"/>
                    <a:pt x="1084962" y="135255"/>
                    <a:pt x="1081153" y="144399"/>
                  </a:cubicBezTo>
                  <a:cubicBezTo>
                    <a:pt x="1077602" y="153286"/>
                    <a:pt x="1075822" y="162687"/>
                    <a:pt x="1075822" y="172593"/>
                  </a:cubicBezTo>
                  <a:lnTo>
                    <a:pt x="1075822" y="281940"/>
                  </a:lnTo>
                  <a:lnTo>
                    <a:pt x="1044974" y="281940"/>
                  </a:lnTo>
                  <a:close/>
                  <a:moveTo>
                    <a:pt x="1182951" y="281940"/>
                  </a:moveTo>
                  <a:lnTo>
                    <a:pt x="1182951" y="144018"/>
                  </a:lnTo>
                  <a:cubicBezTo>
                    <a:pt x="1182951" y="135131"/>
                    <a:pt x="1182703" y="126235"/>
                    <a:pt x="1182189" y="117348"/>
                  </a:cubicBezTo>
                  <a:cubicBezTo>
                    <a:pt x="1181941" y="108204"/>
                    <a:pt x="1181180" y="99184"/>
                    <a:pt x="1179904" y="90297"/>
                  </a:cubicBezTo>
                  <a:lnTo>
                    <a:pt x="1209228" y="90297"/>
                  </a:lnTo>
                  <a:lnTo>
                    <a:pt x="1212656" y="129921"/>
                  </a:lnTo>
                  <a:lnTo>
                    <a:pt x="1208847" y="132588"/>
                  </a:lnTo>
                  <a:cubicBezTo>
                    <a:pt x="1213418" y="117605"/>
                    <a:pt x="1221291" y="106042"/>
                    <a:pt x="1232459" y="97917"/>
                  </a:cubicBezTo>
                  <a:cubicBezTo>
                    <a:pt x="1243885" y="89792"/>
                    <a:pt x="1257347" y="85725"/>
                    <a:pt x="1272828" y="85725"/>
                  </a:cubicBezTo>
                  <a:cubicBezTo>
                    <a:pt x="1291365" y="85725"/>
                    <a:pt x="1305713" y="90297"/>
                    <a:pt x="1315862" y="99441"/>
                  </a:cubicBezTo>
                  <a:cubicBezTo>
                    <a:pt x="1326278" y="108585"/>
                    <a:pt x="1332876" y="122558"/>
                    <a:pt x="1335665" y="141351"/>
                  </a:cubicBezTo>
                  <a:lnTo>
                    <a:pt x="1326526" y="136398"/>
                  </a:lnTo>
                  <a:cubicBezTo>
                    <a:pt x="1330591" y="120901"/>
                    <a:pt x="1338712" y="108585"/>
                    <a:pt x="1350899" y="99441"/>
                  </a:cubicBezTo>
                  <a:cubicBezTo>
                    <a:pt x="1363343" y="90297"/>
                    <a:pt x="1378196" y="85725"/>
                    <a:pt x="1395457" y="85725"/>
                  </a:cubicBezTo>
                  <a:cubicBezTo>
                    <a:pt x="1416536" y="85725"/>
                    <a:pt x="1432398" y="92078"/>
                    <a:pt x="1443061" y="104775"/>
                  </a:cubicBezTo>
                  <a:cubicBezTo>
                    <a:pt x="1453725" y="117224"/>
                    <a:pt x="1459056" y="136141"/>
                    <a:pt x="1459056" y="161544"/>
                  </a:cubicBezTo>
                  <a:lnTo>
                    <a:pt x="1459056" y="281940"/>
                  </a:lnTo>
                  <a:lnTo>
                    <a:pt x="1428209" y="281940"/>
                  </a:lnTo>
                  <a:lnTo>
                    <a:pt x="1428209" y="163068"/>
                  </a:lnTo>
                  <a:cubicBezTo>
                    <a:pt x="1428209" y="145285"/>
                    <a:pt x="1425038" y="132331"/>
                    <a:pt x="1418688" y="124206"/>
                  </a:cubicBezTo>
                  <a:cubicBezTo>
                    <a:pt x="1412347" y="115824"/>
                    <a:pt x="1402312" y="111633"/>
                    <a:pt x="1388602" y="111633"/>
                  </a:cubicBezTo>
                  <a:cubicBezTo>
                    <a:pt x="1372607" y="111633"/>
                    <a:pt x="1359915" y="117091"/>
                    <a:pt x="1350518" y="128016"/>
                  </a:cubicBezTo>
                  <a:cubicBezTo>
                    <a:pt x="1341378" y="138941"/>
                    <a:pt x="1336808" y="153800"/>
                    <a:pt x="1336808" y="172593"/>
                  </a:cubicBezTo>
                  <a:lnTo>
                    <a:pt x="1336808" y="281940"/>
                  </a:lnTo>
                  <a:lnTo>
                    <a:pt x="1305960" y="281940"/>
                  </a:lnTo>
                  <a:lnTo>
                    <a:pt x="1305960" y="163068"/>
                  </a:lnTo>
                  <a:cubicBezTo>
                    <a:pt x="1305960" y="145285"/>
                    <a:pt x="1302666" y="132331"/>
                    <a:pt x="1296059" y="124206"/>
                  </a:cubicBezTo>
                  <a:cubicBezTo>
                    <a:pt x="1289718" y="115824"/>
                    <a:pt x="1279683" y="111633"/>
                    <a:pt x="1265973" y="111633"/>
                  </a:cubicBezTo>
                  <a:cubicBezTo>
                    <a:pt x="1249730" y="111633"/>
                    <a:pt x="1236906" y="117091"/>
                    <a:pt x="1227508" y="128016"/>
                  </a:cubicBezTo>
                  <a:cubicBezTo>
                    <a:pt x="1218368" y="138941"/>
                    <a:pt x="1213798" y="153800"/>
                    <a:pt x="1213798" y="172593"/>
                  </a:cubicBezTo>
                  <a:lnTo>
                    <a:pt x="1213798" y="281940"/>
                  </a:lnTo>
                  <a:lnTo>
                    <a:pt x="1182951" y="2819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g12709bdffa8_0_3009"/>
            <p:cNvSpPr/>
            <p:nvPr/>
          </p:nvSpPr>
          <p:spPr>
            <a:xfrm>
              <a:off x="4527854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g12709bdffa8_0_3009"/>
            <p:cNvSpPr/>
            <p:nvPr/>
          </p:nvSpPr>
          <p:spPr>
            <a:xfrm>
              <a:off x="1919132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02" name="Google Shape;602;g12709bdffa8_0_30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4758" y="1944076"/>
            <a:ext cx="5852193" cy="3486912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g12709bdffa8_0_3009"/>
          <p:cNvSpPr txBox="1"/>
          <p:nvPr>
            <p:ph idx="1" type="body"/>
          </p:nvPr>
        </p:nvSpPr>
        <p:spPr>
          <a:xfrm>
            <a:off x="155786" y="6472155"/>
            <a:ext cx="5940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M">
  <p:cSld name="STM">
    <p:bg>
      <p:bgPr>
        <a:solidFill>
          <a:srgbClr val="245893"/>
        </a:soli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5" name="Google Shape;605;g12709bdffa8_0_3029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3007268" y="-1"/>
            <a:ext cx="918473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g12709bdffa8_0_30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6067" y="1690688"/>
            <a:ext cx="7255935" cy="4427742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g12709bdffa8_0_3029"/>
          <p:cNvSpPr txBox="1"/>
          <p:nvPr>
            <p:ph idx="1" type="body"/>
          </p:nvPr>
        </p:nvSpPr>
        <p:spPr>
          <a:xfrm>
            <a:off x="155786" y="6472155"/>
            <a:ext cx="5940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8" name="Google Shape;608;g12709bdffa8_0_3029"/>
          <p:cNvSpPr txBox="1"/>
          <p:nvPr>
            <p:ph type="title"/>
          </p:nvPr>
        </p:nvSpPr>
        <p:spPr>
          <a:xfrm>
            <a:off x="155786" y="1191528"/>
            <a:ext cx="5054700" cy="48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Rokkitt"/>
              <a:buNone/>
              <a:defRPr b="1" sz="3200">
                <a:solidFill>
                  <a:schemeClr val="dk2"/>
                </a:solidFill>
                <a:latin typeface="Rokkitt"/>
                <a:ea typeface="Rokkitt"/>
                <a:cs typeface="Rokkitt"/>
                <a:sym typeface="Rokkit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09" name="Google Shape;609;g12709bdffa8_0_3029"/>
          <p:cNvGrpSpPr/>
          <p:nvPr/>
        </p:nvGrpSpPr>
        <p:grpSpPr>
          <a:xfrm>
            <a:off x="300945" y="308243"/>
            <a:ext cx="2012792" cy="571765"/>
            <a:chOff x="338666" y="4303183"/>
            <a:chExt cx="7340599" cy="2085212"/>
          </a:xfrm>
        </p:grpSpPr>
        <p:sp>
          <p:nvSpPr>
            <p:cNvPr id="610" name="Google Shape;610;g12709bdffa8_0_3029"/>
            <p:cNvSpPr/>
            <p:nvPr/>
          </p:nvSpPr>
          <p:spPr>
            <a:xfrm>
              <a:off x="338666" y="4817769"/>
              <a:ext cx="931067" cy="1085156"/>
            </a:xfrm>
            <a:custGeom>
              <a:rect b="b" l="l" r="r" t="t"/>
              <a:pathLst>
                <a:path extrusionOk="0" h="1085156" w="931067">
                  <a:moveTo>
                    <a:pt x="266668" y="724502"/>
                  </a:moveTo>
                  <a:lnTo>
                    <a:pt x="0" y="724502"/>
                  </a:lnTo>
                  <a:cubicBezTo>
                    <a:pt x="0" y="847803"/>
                    <a:pt x="39462" y="937691"/>
                    <a:pt x="117749" y="995117"/>
                  </a:cubicBezTo>
                  <a:cubicBezTo>
                    <a:pt x="188382" y="1054534"/>
                    <a:pt x="298318" y="1085157"/>
                    <a:pt x="451383" y="1085157"/>
                  </a:cubicBezTo>
                  <a:cubicBezTo>
                    <a:pt x="735511" y="1085157"/>
                    <a:pt x="931068" y="993278"/>
                    <a:pt x="931068" y="736551"/>
                  </a:cubicBezTo>
                  <a:cubicBezTo>
                    <a:pt x="931068" y="663885"/>
                    <a:pt x="908108" y="599124"/>
                    <a:pt x="860036" y="546727"/>
                  </a:cubicBezTo>
                  <a:cubicBezTo>
                    <a:pt x="804550" y="492016"/>
                    <a:pt x="691505" y="445600"/>
                    <a:pt x="507268" y="409227"/>
                  </a:cubicBezTo>
                  <a:cubicBezTo>
                    <a:pt x="364487" y="382909"/>
                    <a:pt x="294252" y="340558"/>
                    <a:pt x="294252" y="285925"/>
                  </a:cubicBezTo>
                  <a:cubicBezTo>
                    <a:pt x="294252" y="231452"/>
                    <a:pt x="348064" y="203059"/>
                    <a:pt x="455529" y="203059"/>
                  </a:cubicBezTo>
                  <a:cubicBezTo>
                    <a:pt x="546571" y="203059"/>
                    <a:pt x="602376" y="229378"/>
                    <a:pt x="621111" y="275875"/>
                  </a:cubicBezTo>
                  <a:cubicBezTo>
                    <a:pt x="637534" y="318386"/>
                    <a:pt x="678032" y="340558"/>
                    <a:pt x="737424" y="342631"/>
                  </a:cubicBezTo>
                  <a:lnTo>
                    <a:pt x="898542" y="342631"/>
                  </a:lnTo>
                  <a:cubicBezTo>
                    <a:pt x="892802" y="231452"/>
                    <a:pt x="852463" y="146910"/>
                    <a:pt x="777764" y="86934"/>
                  </a:cubicBezTo>
                  <a:cubicBezTo>
                    <a:pt x="701151" y="28951"/>
                    <a:pt x="592251" y="0"/>
                    <a:pt x="451543" y="0"/>
                  </a:cubicBezTo>
                  <a:cubicBezTo>
                    <a:pt x="206080" y="3908"/>
                    <a:pt x="29577" y="108388"/>
                    <a:pt x="29577" y="334417"/>
                  </a:cubicBezTo>
                  <a:cubicBezTo>
                    <a:pt x="31649" y="502141"/>
                    <a:pt x="149159" y="607421"/>
                    <a:pt x="383141" y="649693"/>
                  </a:cubicBezTo>
                  <a:cubicBezTo>
                    <a:pt x="571284" y="682230"/>
                    <a:pt x="666472" y="726578"/>
                    <a:pt x="666472" y="781214"/>
                  </a:cubicBezTo>
                  <a:cubicBezTo>
                    <a:pt x="666472" y="849880"/>
                    <a:pt x="608515" y="882103"/>
                    <a:pt x="492679" y="882103"/>
                  </a:cubicBezTo>
                  <a:cubicBezTo>
                    <a:pt x="358348" y="882103"/>
                    <a:pt x="272648" y="841907"/>
                    <a:pt x="266668" y="7245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g12709bdffa8_0_3029"/>
            <p:cNvSpPr/>
            <p:nvPr/>
          </p:nvSpPr>
          <p:spPr>
            <a:xfrm>
              <a:off x="1374890" y="4819443"/>
              <a:ext cx="1517750" cy="1067689"/>
            </a:xfrm>
            <a:custGeom>
              <a:rect b="b" l="l" r="r" t="t"/>
              <a:pathLst>
                <a:path extrusionOk="0" h="1067689" w="1517750">
                  <a:moveTo>
                    <a:pt x="448672" y="223396"/>
                  </a:moveTo>
                  <a:cubicBezTo>
                    <a:pt x="569444" y="223396"/>
                    <a:pt x="630673" y="277471"/>
                    <a:pt x="636890" y="387375"/>
                  </a:cubicBezTo>
                  <a:lnTo>
                    <a:pt x="636890" y="1063784"/>
                  </a:lnTo>
                  <a:lnTo>
                    <a:pt x="880920" y="1063784"/>
                  </a:lnTo>
                  <a:lnTo>
                    <a:pt x="880920" y="391522"/>
                  </a:lnTo>
                  <a:cubicBezTo>
                    <a:pt x="882995" y="281379"/>
                    <a:pt x="944138" y="227305"/>
                    <a:pt x="1064996" y="227305"/>
                  </a:cubicBezTo>
                  <a:cubicBezTo>
                    <a:pt x="1185778" y="227305"/>
                    <a:pt x="1246998" y="281379"/>
                    <a:pt x="1253139" y="391522"/>
                  </a:cubicBezTo>
                  <a:lnTo>
                    <a:pt x="1253139" y="935778"/>
                  </a:lnTo>
                  <a:cubicBezTo>
                    <a:pt x="1253139" y="1019760"/>
                    <a:pt x="1296268" y="1061794"/>
                    <a:pt x="1382527" y="1067690"/>
                  </a:cubicBezTo>
                  <a:lnTo>
                    <a:pt x="1517733" y="1067690"/>
                  </a:lnTo>
                  <a:lnTo>
                    <a:pt x="1517733" y="445517"/>
                  </a:lnTo>
                  <a:cubicBezTo>
                    <a:pt x="1519571" y="146911"/>
                    <a:pt x="1372645" y="3669"/>
                    <a:pt x="1069062" y="3669"/>
                  </a:cubicBezTo>
                  <a:cubicBezTo>
                    <a:pt x="930028" y="3669"/>
                    <a:pt x="829973" y="30387"/>
                    <a:pt x="760699" y="85897"/>
                  </a:cubicBezTo>
                  <a:cubicBezTo>
                    <a:pt x="691502" y="28553"/>
                    <a:pt x="591847" y="0"/>
                    <a:pt x="452737" y="0"/>
                  </a:cubicBezTo>
                  <a:cubicBezTo>
                    <a:pt x="148992" y="0"/>
                    <a:pt x="0" y="143242"/>
                    <a:pt x="0" y="441449"/>
                  </a:cubicBezTo>
                  <a:lnTo>
                    <a:pt x="0" y="1063784"/>
                  </a:lnTo>
                  <a:lnTo>
                    <a:pt x="264509" y="1063784"/>
                  </a:lnTo>
                  <a:lnTo>
                    <a:pt x="264509" y="387375"/>
                  </a:lnTo>
                  <a:cubicBezTo>
                    <a:pt x="266747" y="277471"/>
                    <a:pt x="327890" y="223396"/>
                    <a:pt x="448672" y="2233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g12709bdffa8_0_3029"/>
            <p:cNvSpPr/>
            <p:nvPr/>
          </p:nvSpPr>
          <p:spPr>
            <a:xfrm>
              <a:off x="3018422" y="4817769"/>
              <a:ext cx="880929" cy="1069283"/>
            </a:xfrm>
            <a:custGeom>
              <a:rect b="b" l="l" r="r" t="t"/>
              <a:pathLst>
                <a:path extrusionOk="0" h="1069283" w="880929">
                  <a:moveTo>
                    <a:pt x="450909" y="203059"/>
                  </a:moveTo>
                  <a:cubicBezTo>
                    <a:pt x="567140" y="203059"/>
                    <a:pt x="626293" y="232648"/>
                    <a:pt x="632672" y="291907"/>
                  </a:cubicBezTo>
                  <a:cubicBezTo>
                    <a:pt x="632672" y="349012"/>
                    <a:pt x="571443" y="382510"/>
                    <a:pt x="450909" y="396308"/>
                  </a:cubicBezTo>
                  <a:cubicBezTo>
                    <a:pt x="176822" y="421989"/>
                    <a:pt x="5503" y="489301"/>
                    <a:pt x="0" y="739732"/>
                  </a:cubicBezTo>
                  <a:cubicBezTo>
                    <a:pt x="0" y="970552"/>
                    <a:pt x="163912" y="1086833"/>
                    <a:pt x="421566" y="1067135"/>
                  </a:cubicBezTo>
                  <a:cubicBezTo>
                    <a:pt x="714466" y="1047438"/>
                    <a:pt x="880929" y="919183"/>
                    <a:pt x="880929" y="631186"/>
                  </a:cubicBezTo>
                  <a:lnTo>
                    <a:pt x="880929" y="276035"/>
                  </a:lnTo>
                  <a:cubicBezTo>
                    <a:pt x="875188" y="89406"/>
                    <a:pt x="735279" y="0"/>
                    <a:pt x="438475" y="0"/>
                  </a:cubicBezTo>
                  <a:cubicBezTo>
                    <a:pt x="188228" y="0"/>
                    <a:pt x="59639" y="89406"/>
                    <a:pt x="29819" y="276035"/>
                  </a:cubicBezTo>
                  <a:lnTo>
                    <a:pt x="282056" y="276035"/>
                  </a:lnTo>
                  <a:cubicBezTo>
                    <a:pt x="296804" y="226746"/>
                    <a:pt x="351730" y="203059"/>
                    <a:pt x="450909" y="203059"/>
                  </a:cubicBezTo>
                  <a:close/>
                  <a:moveTo>
                    <a:pt x="385615" y="854023"/>
                  </a:moveTo>
                  <a:cubicBezTo>
                    <a:pt x="296804" y="854023"/>
                    <a:pt x="250409" y="814551"/>
                    <a:pt x="244030" y="731760"/>
                  </a:cubicBezTo>
                  <a:cubicBezTo>
                    <a:pt x="244030" y="654874"/>
                    <a:pt x="300955" y="605582"/>
                    <a:pt x="412959" y="585808"/>
                  </a:cubicBezTo>
                  <a:cubicBezTo>
                    <a:pt x="495314" y="570016"/>
                    <a:pt x="571529" y="548404"/>
                    <a:pt x="636899" y="522724"/>
                  </a:cubicBezTo>
                  <a:lnTo>
                    <a:pt x="636899" y="619308"/>
                  </a:lnTo>
                  <a:cubicBezTo>
                    <a:pt x="636814" y="767250"/>
                    <a:pt x="541872" y="854023"/>
                    <a:pt x="385615" y="8540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g12709bdffa8_0_3029"/>
            <p:cNvSpPr/>
            <p:nvPr/>
          </p:nvSpPr>
          <p:spPr>
            <a:xfrm>
              <a:off x="5216460" y="4303183"/>
              <a:ext cx="408455" cy="1583837"/>
            </a:xfrm>
            <a:custGeom>
              <a:rect b="b" l="l" r="r" t="t"/>
              <a:pathLst>
                <a:path extrusionOk="0" h="1583837" w="408455">
                  <a:moveTo>
                    <a:pt x="244078" y="292465"/>
                  </a:moveTo>
                  <a:lnTo>
                    <a:pt x="244078" y="129683"/>
                  </a:lnTo>
                  <a:cubicBezTo>
                    <a:pt x="244078" y="62050"/>
                    <a:pt x="190904" y="0"/>
                    <a:pt x="126647" y="0"/>
                  </a:cubicBezTo>
                  <a:lnTo>
                    <a:pt x="48" y="0"/>
                  </a:lnTo>
                  <a:lnTo>
                    <a:pt x="48" y="1388707"/>
                  </a:lnTo>
                  <a:cubicBezTo>
                    <a:pt x="-1704" y="1505236"/>
                    <a:pt x="44215" y="1566253"/>
                    <a:pt x="139958" y="1576140"/>
                  </a:cubicBezTo>
                  <a:cubicBezTo>
                    <a:pt x="235938" y="1586027"/>
                    <a:pt x="325872" y="1586027"/>
                    <a:pt x="408456" y="1578216"/>
                  </a:cubicBezTo>
                  <a:lnTo>
                    <a:pt x="408456" y="1378820"/>
                  </a:lnTo>
                  <a:lnTo>
                    <a:pt x="329776" y="1378820"/>
                  </a:lnTo>
                  <a:cubicBezTo>
                    <a:pt x="269747" y="1378820"/>
                    <a:pt x="244078" y="1354017"/>
                    <a:pt x="244078" y="1308402"/>
                  </a:cubicBezTo>
                  <a:lnTo>
                    <a:pt x="244078" y="700816"/>
                  </a:lnTo>
                  <a:lnTo>
                    <a:pt x="244078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g12709bdffa8_0_3029"/>
            <p:cNvSpPr/>
            <p:nvPr/>
          </p:nvSpPr>
          <p:spPr>
            <a:xfrm>
              <a:off x="5647957" y="4819443"/>
              <a:ext cx="942548" cy="1081815"/>
            </a:xfrm>
            <a:custGeom>
              <a:rect b="b" l="l" r="r" t="t"/>
              <a:pathLst>
                <a:path extrusionOk="0" h="1081815" w="942548">
                  <a:moveTo>
                    <a:pt x="474350" y="223396"/>
                  </a:moveTo>
                  <a:cubicBezTo>
                    <a:pt x="610108" y="223396"/>
                    <a:pt x="677954" y="326920"/>
                    <a:pt x="677954" y="535718"/>
                  </a:cubicBezTo>
                  <a:cubicBezTo>
                    <a:pt x="676040" y="748907"/>
                    <a:pt x="608042" y="858416"/>
                    <a:pt x="472274" y="858416"/>
                  </a:cubicBezTo>
                  <a:cubicBezTo>
                    <a:pt x="336507" y="858416"/>
                    <a:pt x="266432" y="752822"/>
                    <a:pt x="264595" y="544015"/>
                  </a:cubicBezTo>
                  <a:cubicBezTo>
                    <a:pt x="264681" y="330908"/>
                    <a:pt x="334431" y="223396"/>
                    <a:pt x="474350" y="223396"/>
                  </a:cubicBezTo>
                  <a:close/>
                  <a:moveTo>
                    <a:pt x="474350" y="0"/>
                  </a:moveTo>
                  <a:cubicBezTo>
                    <a:pt x="156733" y="0"/>
                    <a:pt x="0" y="173868"/>
                    <a:pt x="0" y="544015"/>
                  </a:cubicBezTo>
                  <a:cubicBezTo>
                    <a:pt x="0" y="908984"/>
                    <a:pt x="156733" y="1081815"/>
                    <a:pt x="474350" y="1081815"/>
                  </a:cubicBezTo>
                  <a:cubicBezTo>
                    <a:pt x="788206" y="1081815"/>
                    <a:pt x="942549" y="908898"/>
                    <a:pt x="942549" y="544015"/>
                  </a:cubicBezTo>
                  <a:cubicBezTo>
                    <a:pt x="942549" y="173947"/>
                    <a:pt x="788206" y="0"/>
                    <a:pt x="474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g12709bdffa8_0_3029"/>
            <p:cNvSpPr/>
            <p:nvPr/>
          </p:nvSpPr>
          <p:spPr>
            <a:xfrm>
              <a:off x="6716152" y="4817830"/>
              <a:ext cx="963113" cy="1497041"/>
            </a:xfrm>
            <a:custGeom>
              <a:rect b="b" l="l" r="r" t="t"/>
              <a:pathLst>
                <a:path extrusionOk="0" h="1497041" w="963113">
                  <a:moveTo>
                    <a:pt x="414073" y="1083504"/>
                  </a:moveTo>
                  <a:cubicBezTo>
                    <a:pt x="547365" y="1083504"/>
                    <a:pt x="650524" y="1033974"/>
                    <a:pt x="719084" y="934438"/>
                  </a:cubicBezTo>
                  <a:lnTo>
                    <a:pt x="719084" y="1037641"/>
                  </a:lnTo>
                  <a:cubicBezTo>
                    <a:pt x="719084" y="1206805"/>
                    <a:pt x="646382" y="1293978"/>
                    <a:pt x="505036" y="1293978"/>
                  </a:cubicBezTo>
                  <a:cubicBezTo>
                    <a:pt x="393898" y="1293978"/>
                    <a:pt x="331156" y="1255697"/>
                    <a:pt x="313142" y="1174983"/>
                  </a:cubicBezTo>
                  <a:lnTo>
                    <a:pt x="27183" y="1174983"/>
                  </a:lnTo>
                  <a:cubicBezTo>
                    <a:pt x="86973" y="1395505"/>
                    <a:pt x="233585" y="1497042"/>
                    <a:pt x="474578" y="1497042"/>
                  </a:cubicBezTo>
                  <a:cubicBezTo>
                    <a:pt x="807733" y="1491536"/>
                    <a:pt x="963114" y="1370226"/>
                    <a:pt x="963114" y="1100649"/>
                  </a:cubicBezTo>
                  <a:lnTo>
                    <a:pt x="963114" y="465398"/>
                  </a:lnTo>
                  <a:cubicBezTo>
                    <a:pt x="963114" y="140866"/>
                    <a:pt x="809732" y="-1817"/>
                    <a:pt x="484861" y="17"/>
                  </a:cubicBezTo>
                  <a:cubicBezTo>
                    <a:pt x="158485" y="5601"/>
                    <a:pt x="0" y="166548"/>
                    <a:pt x="0" y="530559"/>
                  </a:cubicBezTo>
                  <a:cubicBezTo>
                    <a:pt x="76" y="907720"/>
                    <a:pt x="135283" y="1083504"/>
                    <a:pt x="414073" y="1083504"/>
                  </a:cubicBezTo>
                  <a:close/>
                  <a:moveTo>
                    <a:pt x="488850" y="860105"/>
                  </a:moveTo>
                  <a:cubicBezTo>
                    <a:pt x="343437" y="860105"/>
                    <a:pt x="270650" y="753073"/>
                    <a:pt x="264671" y="538846"/>
                  </a:cubicBezTo>
                  <a:cubicBezTo>
                    <a:pt x="264671" y="314177"/>
                    <a:pt x="339448" y="202997"/>
                    <a:pt x="492915" y="202997"/>
                  </a:cubicBezTo>
                  <a:cubicBezTo>
                    <a:pt x="646382" y="202997"/>
                    <a:pt x="720922" y="314177"/>
                    <a:pt x="719084" y="538846"/>
                  </a:cubicBezTo>
                  <a:cubicBezTo>
                    <a:pt x="711115" y="753073"/>
                    <a:pt x="634263" y="860105"/>
                    <a:pt x="488850" y="8601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g12709bdffa8_0_3029"/>
            <p:cNvSpPr/>
            <p:nvPr/>
          </p:nvSpPr>
          <p:spPr>
            <a:xfrm>
              <a:off x="4661889" y="4843290"/>
              <a:ext cx="419889" cy="1039937"/>
            </a:xfrm>
            <a:custGeom>
              <a:rect b="b" l="l" r="r" t="t"/>
              <a:pathLst>
                <a:path extrusionOk="0" h="1039937" w="419889">
                  <a:moveTo>
                    <a:pt x="0" y="1039938"/>
                  </a:moveTo>
                  <a:lnTo>
                    <a:pt x="264595" y="1039938"/>
                  </a:lnTo>
                  <a:lnTo>
                    <a:pt x="264595" y="492412"/>
                  </a:lnTo>
                  <a:cubicBezTo>
                    <a:pt x="264595" y="363368"/>
                    <a:pt x="316331" y="20497"/>
                    <a:pt x="419890" y="0"/>
                  </a:cubicBezTo>
                  <a:cubicBezTo>
                    <a:pt x="146841" y="33737"/>
                    <a:pt x="6931" y="198992"/>
                    <a:pt x="0" y="496403"/>
                  </a:cubicBezTo>
                  <a:lnTo>
                    <a:pt x="0" y="10399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g12709bdffa8_0_3029"/>
            <p:cNvSpPr/>
            <p:nvPr/>
          </p:nvSpPr>
          <p:spPr>
            <a:xfrm>
              <a:off x="4661889" y="4488137"/>
              <a:ext cx="244020" cy="471437"/>
            </a:xfrm>
            <a:custGeom>
              <a:rect b="b" l="l" r="r" t="t"/>
              <a:pathLst>
                <a:path extrusionOk="0" h="471437" w="244020">
                  <a:moveTo>
                    <a:pt x="244020" y="292465"/>
                  </a:moveTo>
                  <a:lnTo>
                    <a:pt x="244020" y="129683"/>
                  </a:lnTo>
                  <a:cubicBezTo>
                    <a:pt x="244020" y="62050"/>
                    <a:pt x="190846" y="0"/>
                    <a:pt x="126513" y="0"/>
                  </a:cubicBezTo>
                  <a:lnTo>
                    <a:pt x="0" y="0"/>
                  </a:lnTo>
                  <a:lnTo>
                    <a:pt x="152" y="471438"/>
                  </a:lnTo>
                  <a:lnTo>
                    <a:pt x="244020" y="471438"/>
                  </a:lnTo>
                  <a:lnTo>
                    <a:pt x="244020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g12709bdffa8_0_3029"/>
            <p:cNvSpPr/>
            <p:nvPr/>
          </p:nvSpPr>
          <p:spPr>
            <a:xfrm>
              <a:off x="4025065" y="4842652"/>
              <a:ext cx="522658" cy="1040575"/>
            </a:xfrm>
            <a:custGeom>
              <a:rect b="b" l="l" r="r" t="t"/>
              <a:pathLst>
                <a:path extrusionOk="0" h="1040575" w="522658">
                  <a:moveTo>
                    <a:pt x="0" y="1040576"/>
                  </a:moveTo>
                  <a:lnTo>
                    <a:pt x="264604" y="1040576"/>
                  </a:lnTo>
                  <a:lnTo>
                    <a:pt x="264604" y="493050"/>
                  </a:lnTo>
                  <a:cubicBezTo>
                    <a:pt x="264604" y="339762"/>
                    <a:pt x="337544" y="262078"/>
                    <a:pt x="483356" y="262078"/>
                  </a:cubicBezTo>
                  <a:lnTo>
                    <a:pt x="522658" y="262078"/>
                  </a:lnTo>
                  <a:lnTo>
                    <a:pt x="522658" y="0"/>
                  </a:lnTo>
                  <a:cubicBezTo>
                    <a:pt x="214534" y="21774"/>
                    <a:pt x="7417" y="184795"/>
                    <a:pt x="86" y="496955"/>
                  </a:cubicBezTo>
                  <a:lnTo>
                    <a:pt x="86" y="1040576"/>
                  </a:lnTo>
                  <a:lnTo>
                    <a:pt x="0" y="10405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g12709bdffa8_0_3029"/>
            <p:cNvSpPr/>
            <p:nvPr/>
          </p:nvSpPr>
          <p:spPr>
            <a:xfrm>
              <a:off x="356946" y="6029112"/>
              <a:ext cx="1060969" cy="277368"/>
            </a:xfrm>
            <a:custGeom>
              <a:rect b="b" l="l" r="r" t="t"/>
              <a:pathLst>
                <a:path extrusionOk="0" h="277368" w="1060969">
                  <a:moveTo>
                    <a:pt x="101302" y="277368"/>
                  </a:moveTo>
                  <a:cubicBezTo>
                    <a:pt x="87338" y="277368"/>
                    <a:pt x="74263" y="276225"/>
                    <a:pt x="62076" y="273939"/>
                  </a:cubicBezTo>
                  <a:cubicBezTo>
                    <a:pt x="49889" y="271396"/>
                    <a:pt x="38591" y="267586"/>
                    <a:pt x="28182" y="262509"/>
                  </a:cubicBezTo>
                  <a:cubicBezTo>
                    <a:pt x="17772" y="257175"/>
                    <a:pt x="8378" y="250698"/>
                    <a:pt x="0" y="243078"/>
                  </a:cubicBezTo>
                  <a:lnTo>
                    <a:pt x="11806" y="219075"/>
                  </a:lnTo>
                  <a:cubicBezTo>
                    <a:pt x="25516" y="230505"/>
                    <a:pt x="39226" y="238630"/>
                    <a:pt x="52936" y="243459"/>
                  </a:cubicBezTo>
                  <a:cubicBezTo>
                    <a:pt x="66900" y="248288"/>
                    <a:pt x="83149" y="250698"/>
                    <a:pt x="101683" y="250698"/>
                  </a:cubicBezTo>
                  <a:cubicBezTo>
                    <a:pt x="123264" y="250698"/>
                    <a:pt x="140021" y="246507"/>
                    <a:pt x="151953" y="238125"/>
                  </a:cubicBezTo>
                  <a:cubicBezTo>
                    <a:pt x="163886" y="229486"/>
                    <a:pt x="169853" y="217427"/>
                    <a:pt x="169853" y="201930"/>
                  </a:cubicBezTo>
                  <a:cubicBezTo>
                    <a:pt x="169853" y="192529"/>
                    <a:pt x="166806" y="185042"/>
                    <a:pt x="160712" y="179451"/>
                  </a:cubicBezTo>
                  <a:cubicBezTo>
                    <a:pt x="154873" y="173612"/>
                    <a:pt x="146748" y="169040"/>
                    <a:pt x="136339" y="165735"/>
                  </a:cubicBezTo>
                  <a:cubicBezTo>
                    <a:pt x="126183" y="162182"/>
                    <a:pt x="114631" y="158877"/>
                    <a:pt x="101683" y="155829"/>
                  </a:cubicBezTo>
                  <a:cubicBezTo>
                    <a:pt x="88735" y="153038"/>
                    <a:pt x="76421" y="149857"/>
                    <a:pt x="64742" y="146304"/>
                  </a:cubicBezTo>
                  <a:cubicBezTo>
                    <a:pt x="53063" y="142494"/>
                    <a:pt x="42654" y="137798"/>
                    <a:pt x="33514" y="132207"/>
                  </a:cubicBezTo>
                  <a:cubicBezTo>
                    <a:pt x="24627" y="126616"/>
                    <a:pt x="17645" y="119510"/>
                    <a:pt x="12568" y="110871"/>
                  </a:cubicBezTo>
                  <a:cubicBezTo>
                    <a:pt x="7490" y="102232"/>
                    <a:pt x="4951" y="91440"/>
                    <a:pt x="4951" y="78486"/>
                  </a:cubicBezTo>
                  <a:cubicBezTo>
                    <a:pt x="4951" y="62989"/>
                    <a:pt x="9013" y="49406"/>
                    <a:pt x="17138" y="37719"/>
                  </a:cubicBezTo>
                  <a:cubicBezTo>
                    <a:pt x="25262" y="25784"/>
                    <a:pt x="36687" y="16507"/>
                    <a:pt x="51413" y="9906"/>
                  </a:cubicBezTo>
                  <a:cubicBezTo>
                    <a:pt x="66138" y="3305"/>
                    <a:pt x="83530" y="0"/>
                    <a:pt x="103587" y="0"/>
                  </a:cubicBezTo>
                  <a:cubicBezTo>
                    <a:pt x="116028" y="0"/>
                    <a:pt x="127961" y="1400"/>
                    <a:pt x="139386" y="4191"/>
                  </a:cubicBezTo>
                  <a:cubicBezTo>
                    <a:pt x="150811" y="6734"/>
                    <a:pt x="161348" y="10544"/>
                    <a:pt x="170995" y="15621"/>
                  </a:cubicBezTo>
                  <a:cubicBezTo>
                    <a:pt x="180897" y="20698"/>
                    <a:pt x="189656" y="26927"/>
                    <a:pt x="197273" y="34290"/>
                  </a:cubicBezTo>
                  <a:lnTo>
                    <a:pt x="185086" y="58293"/>
                  </a:lnTo>
                  <a:cubicBezTo>
                    <a:pt x="172645" y="47368"/>
                    <a:pt x="159824" y="39367"/>
                    <a:pt x="146622" y="34290"/>
                  </a:cubicBezTo>
                  <a:cubicBezTo>
                    <a:pt x="133419" y="29213"/>
                    <a:pt x="119075" y="26670"/>
                    <a:pt x="103587" y="26670"/>
                  </a:cubicBezTo>
                  <a:cubicBezTo>
                    <a:pt x="82515" y="26670"/>
                    <a:pt x="66011" y="31118"/>
                    <a:pt x="54079" y="40005"/>
                  </a:cubicBezTo>
                  <a:cubicBezTo>
                    <a:pt x="42146" y="48892"/>
                    <a:pt x="36179" y="61341"/>
                    <a:pt x="36179" y="77343"/>
                  </a:cubicBezTo>
                  <a:cubicBezTo>
                    <a:pt x="36179" y="87249"/>
                    <a:pt x="38845" y="95250"/>
                    <a:pt x="44177" y="101346"/>
                  </a:cubicBezTo>
                  <a:cubicBezTo>
                    <a:pt x="49509" y="107442"/>
                    <a:pt x="56998" y="112395"/>
                    <a:pt x="66646" y="116205"/>
                  </a:cubicBezTo>
                  <a:cubicBezTo>
                    <a:pt x="76294" y="119758"/>
                    <a:pt x="87338" y="123063"/>
                    <a:pt x="99779" y="126111"/>
                  </a:cubicBezTo>
                  <a:cubicBezTo>
                    <a:pt x="112981" y="129159"/>
                    <a:pt x="125676" y="132464"/>
                    <a:pt x="137862" y="136017"/>
                  </a:cubicBezTo>
                  <a:cubicBezTo>
                    <a:pt x="150049" y="139570"/>
                    <a:pt x="160839" y="144018"/>
                    <a:pt x="170233" y="149352"/>
                  </a:cubicBezTo>
                  <a:cubicBezTo>
                    <a:pt x="179881" y="154429"/>
                    <a:pt x="187498" y="161163"/>
                    <a:pt x="193084" y="169545"/>
                  </a:cubicBezTo>
                  <a:cubicBezTo>
                    <a:pt x="198669" y="177670"/>
                    <a:pt x="201462" y="188090"/>
                    <a:pt x="201462" y="200787"/>
                  </a:cubicBezTo>
                  <a:cubicBezTo>
                    <a:pt x="201462" y="216284"/>
                    <a:pt x="197399" y="229743"/>
                    <a:pt x="189275" y="241173"/>
                  </a:cubicBezTo>
                  <a:cubicBezTo>
                    <a:pt x="181151" y="252603"/>
                    <a:pt x="169598" y="261490"/>
                    <a:pt x="154619" y="267843"/>
                  </a:cubicBezTo>
                  <a:cubicBezTo>
                    <a:pt x="139640" y="274196"/>
                    <a:pt x="121867" y="277368"/>
                    <a:pt x="101302" y="277368"/>
                  </a:cubicBezTo>
                  <a:close/>
                  <a:moveTo>
                    <a:pt x="248704" y="274320"/>
                  </a:moveTo>
                  <a:lnTo>
                    <a:pt x="248704" y="136398"/>
                  </a:lnTo>
                  <a:cubicBezTo>
                    <a:pt x="248704" y="127511"/>
                    <a:pt x="248449" y="118615"/>
                    <a:pt x="247942" y="109728"/>
                  </a:cubicBezTo>
                  <a:cubicBezTo>
                    <a:pt x="247688" y="100584"/>
                    <a:pt x="246926" y="91564"/>
                    <a:pt x="245657" y="82677"/>
                  </a:cubicBezTo>
                  <a:lnTo>
                    <a:pt x="274981" y="82677"/>
                  </a:lnTo>
                  <a:lnTo>
                    <a:pt x="278409" y="122301"/>
                  </a:lnTo>
                  <a:lnTo>
                    <a:pt x="274600" y="124968"/>
                  </a:lnTo>
                  <a:cubicBezTo>
                    <a:pt x="279170" y="109985"/>
                    <a:pt x="287040" y="98422"/>
                    <a:pt x="298212" y="90297"/>
                  </a:cubicBezTo>
                  <a:cubicBezTo>
                    <a:pt x="309637" y="82172"/>
                    <a:pt x="323093" y="78105"/>
                    <a:pt x="338581" y="78105"/>
                  </a:cubicBezTo>
                  <a:cubicBezTo>
                    <a:pt x="357114" y="78105"/>
                    <a:pt x="371459" y="82677"/>
                    <a:pt x="381615" y="91821"/>
                  </a:cubicBezTo>
                  <a:cubicBezTo>
                    <a:pt x="392024" y="100965"/>
                    <a:pt x="398625" y="114938"/>
                    <a:pt x="401419" y="133731"/>
                  </a:cubicBezTo>
                  <a:lnTo>
                    <a:pt x="392278" y="128778"/>
                  </a:lnTo>
                  <a:cubicBezTo>
                    <a:pt x="396340" y="113281"/>
                    <a:pt x="404465" y="100965"/>
                    <a:pt x="416652" y="91821"/>
                  </a:cubicBezTo>
                  <a:cubicBezTo>
                    <a:pt x="429092" y="82677"/>
                    <a:pt x="443944" y="78105"/>
                    <a:pt x="461210" y="78105"/>
                  </a:cubicBezTo>
                  <a:cubicBezTo>
                    <a:pt x="482282" y="78105"/>
                    <a:pt x="498151" y="84458"/>
                    <a:pt x="508814" y="97155"/>
                  </a:cubicBezTo>
                  <a:cubicBezTo>
                    <a:pt x="519477" y="109604"/>
                    <a:pt x="524809" y="128521"/>
                    <a:pt x="524809" y="153924"/>
                  </a:cubicBezTo>
                  <a:lnTo>
                    <a:pt x="524809" y="274320"/>
                  </a:lnTo>
                  <a:lnTo>
                    <a:pt x="493961" y="274320"/>
                  </a:lnTo>
                  <a:lnTo>
                    <a:pt x="493961" y="155448"/>
                  </a:lnTo>
                  <a:cubicBezTo>
                    <a:pt x="493961" y="137665"/>
                    <a:pt x="490787" y="124711"/>
                    <a:pt x="484441" y="116586"/>
                  </a:cubicBezTo>
                  <a:cubicBezTo>
                    <a:pt x="478093" y="108204"/>
                    <a:pt x="468065" y="104013"/>
                    <a:pt x="454355" y="104013"/>
                  </a:cubicBezTo>
                  <a:cubicBezTo>
                    <a:pt x="438360" y="104013"/>
                    <a:pt x="425664" y="109471"/>
                    <a:pt x="416271" y="120396"/>
                  </a:cubicBezTo>
                  <a:cubicBezTo>
                    <a:pt x="407131" y="131321"/>
                    <a:pt x="402561" y="146180"/>
                    <a:pt x="402561" y="164973"/>
                  </a:cubicBezTo>
                  <a:lnTo>
                    <a:pt x="402561" y="274320"/>
                  </a:lnTo>
                  <a:lnTo>
                    <a:pt x="371713" y="274320"/>
                  </a:lnTo>
                  <a:lnTo>
                    <a:pt x="371713" y="155448"/>
                  </a:lnTo>
                  <a:cubicBezTo>
                    <a:pt x="371713" y="137665"/>
                    <a:pt x="368412" y="124711"/>
                    <a:pt x="361812" y="116586"/>
                  </a:cubicBezTo>
                  <a:cubicBezTo>
                    <a:pt x="355464" y="108204"/>
                    <a:pt x="345436" y="104013"/>
                    <a:pt x="331726" y="104013"/>
                  </a:cubicBezTo>
                  <a:cubicBezTo>
                    <a:pt x="315476" y="104013"/>
                    <a:pt x="302655" y="109471"/>
                    <a:pt x="293261" y="120396"/>
                  </a:cubicBezTo>
                  <a:cubicBezTo>
                    <a:pt x="284121" y="131321"/>
                    <a:pt x="279551" y="146180"/>
                    <a:pt x="279551" y="164973"/>
                  </a:cubicBezTo>
                  <a:lnTo>
                    <a:pt x="279551" y="274320"/>
                  </a:lnTo>
                  <a:lnTo>
                    <a:pt x="248704" y="274320"/>
                  </a:lnTo>
                  <a:close/>
                  <a:moveTo>
                    <a:pt x="656923" y="276987"/>
                  </a:moveTo>
                  <a:cubicBezTo>
                    <a:pt x="639913" y="276987"/>
                    <a:pt x="624933" y="273053"/>
                    <a:pt x="611984" y="265176"/>
                  </a:cubicBezTo>
                  <a:cubicBezTo>
                    <a:pt x="599290" y="257051"/>
                    <a:pt x="589388" y="245621"/>
                    <a:pt x="582279" y="230886"/>
                  </a:cubicBezTo>
                  <a:cubicBezTo>
                    <a:pt x="575424" y="215903"/>
                    <a:pt x="571997" y="198377"/>
                    <a:pt x="571997" y="178308"/>
                  </a:cubicBezTo>
                  <a:cubicBezTo>
                    <a:pt x="571997" y="158239"/>
                    <a:pt x="575552" y="140713"/>
                    <a:pt x="582660" y="125730"/>
                  </a:cubicBezTo>
                  <a:cubicBezTo>
                    <a:pt x="589769" y="110747"/>
                    <a:pt x="599671" y="99060"/>
                    <a:pt x="612365" y="90678"/>
                  </a:cubicBezTo>
                  <a:cubicBezTo>
                    <a:pt x="625313" y="82296"/>
                    <a:pt x="640166" y="78105"/>
                    <a:pt x="656923" y="78105"/>
                  </a:cubicBezTo>
                  <a:cubicBezTo>
                    <a:pt x="674441" y="78105"/>
                    <a:pt x="689294" y="82420"/>
                    <a:pt x="701481" y="91059"/>
                  </a:cubicBezTo>
                  <a:cubicBezTo>
                    <a:pt x="713667" y="99698"/>
                    <a:pt x="721919" y="112014"/>
                    <a:pt x="726235" y="128016"/>
                  </a:cubicBezTo>
                  <a:lnTo>
                    <a:pt x="721665" y="131064"/>
                  </a:lnTo>
                  <a:lnTo>
                    <a:pt x="721665" y="82677"/>
                  </a:lnTo>
                  <a:lnTo>
                    <a:pt x="752132" y="82677"/>
                  </a:lnTo>
                  <a:lnTo>
                    <a:pt x="752132" y="274320"/>
                  </a:lnTo>
                  <a:lnTo>
                    <a:pt x="721665" y="274320"/>
                  </a:lnTo>
                  <a:lnTo>
                    <a:pt x="721665" y="224790"/>
                  </a:lnTo>
                  <a:lnTo>
                    <a:pt x="726235" y="227076"/>
                  </a:lnTo>
                  <a:cubicBezTo>
                    <a:pt x="721919" y="243078"/>
                    <a:pt x="713667" y="255394"/>
                    <a:pt x="701481" y="264033"/>
                  </a:cubicBezTo>
                  <a:cubicBezTo>
                    <a:pt x="689294" y="272672"/>
                    <a:pt x="674441" y="276987"/>
                    <a:pt x="656923" y="276987"/>
                  </a:cubicBezTo>
                  <a:close/>
                  <a:moveTo>
                    <a:pt x="663016" y="251460"/>
                  </a:moveTo>
                  <a:cubicBezTo>
                    <a:pt x="681805" y="251460"/>
                    <a:pt x="696276" y="245107"/>
                    <a:pt x="706431" y="232410"/>
                  </a:cubicBezTo>
                  <a:cubicBezTo>
                    <a:pt x="716587" y="219456"/>
                    <a:pt x="721665" y="201168"/>
                    <a:pt x="721665" y="177546"/>
                  </a:cubicBezTo>
                  <a:cubicBezTo>
                    <a:pt x="721665" y="153924"/>
                    <a:pt x="716461" y="135760"/>
                    <a:pt x="706051" y="123063"/>
                  </a:cubicBezTo>
                  <a:cubicBezTo>
                    <a:pt x="695896" y="110366"/>
                    <a:pt x="681550" y="104013"/>
                    <a:pt x="663016" y="104013"/>
                  </a:cubicBezTo>
                  <a:cubicBezTo>
                    <a:pt x="644229" y="104013"/>
                    <a:pt x="629503" y="110614"/>
                    <a:pt x="618839" y="123825"/>
                  </a:cubicBezTo>
                  <a:cubicBezTo>
                    <a:pt x="608430" y="136779"/>
                    <a:pt x="603225" y="154943"/>
                    <a:pt x="603225" y="178308"/>
                  </a:cubicBezTo>
                  <a:cubicBezTo>
                    <a:pt x="603225" y="201673"/>
                    <a:pt x="608430" y="219713"/>
                    <a:pt x="618839" y="232410"/>
                  </a:cubicBezTo>
                  <a:cubicBezTo>
                    <a:pt x="629503" y="245107"/>
                    <a:pt x="644229" y="251460"/>
                    <a:pt x="663016" y="251460"/>
                  </a:cubicBezTo>
                  <a:close/>
                  <a:moveTo>
                    <a:pt x="811774" y="274320"/>
                  </a:moveTo>
                  <a:lnTo>
                    <a:pt x="811774" y="136398"/>
                  </a:lnTo>
                  <a:cubicBezTo>
                    <a:pt x="811774" y="127511"/>
                    <a:pt x="811520" y="118615"/>
                    <a:pt x="811013" y="109728"/>
                  </a:cubicBezTo>
                  <a:cubicBezTo>
                    <a:pt x="810758" y="100584"/>
                    <a:pt x="809997" y="91564"/>
                    <a:pt x="808728" y="82677"/>
                  </a:cubicBezTo>
                  <a:lnTo>
                    <a:pt x="838052" y="82677"/>
                  </a:lnTo>
                  <a:lnTo>
                    <a:pt x="842241" y="129921"/>
                  </a:lnTo>
                  <a:lnTo>
                    <a:pt x="838052" y="128778"/>
                  </a:lnTo>
                  <a:cubicBezTo>
                    <a:pt x="841606" y="112014"/>
                    <a:pt x="849223" y="99441"/>
                    <a:pt x="860902" y="91059"/>
                  </a:cubicBezTo>
                  <a:cubicBezTo>
                    <a:pt x="872835" y="82420"/>
                    <a:pt x="886164" y="78105"/>
                    <a:pt x="900890" y="78105"/>
                  </a:cubicBezTo>
                  <a:cubicBezTo>
                    <a:pt x="904191" y="78105"/>
                    <a:pt x="907237" y="78362"/>
                    <a:pt x="910030" y="78867"/>
                  </a:cubicBezTo>
                  <a:cubicBezTo>
                    <a:pt x="913076" y="79124"/>
                    <a:pt x="915869" y="79629"/>
                    <a:pt x="918408" y="80391"/>
                  </a:cubicBezTo>
                  <a:lnTo>
                    <a:pt x="917646" y="108585"/>
                  </a:lnTo>
                  <a:cubicBezTo>
                    <a:pt x="911807" y="106556"/>
                    <a:pt x="905079" y="105537"/>
                    <a:pt x="897462" y="105537"/>
                  </a:cubicBezTo>
                  <a:cubicBezTo>
                    <a:pt x="884260" y="105537"/>
                    <a:pt x="873596" y="108461"/>
                    <a:pt x="865472" y="114300"/>
                  </a:cubicBezTo>
                  <a:cubicBezTo>
                    <a:pt x="857601" y="120139"/>
                    <a:pt x="851762" y="127635"/>
                    <a:pt x="847954" y="136779"/>
                  </a:cubicBezTo>
                  <a:cubicBezTo>
                    <a:pt x="844399" y="145666"/>
                    <a:pt x="842622" y="155067"/>
                    <a:pt x="842622" y="164973"/>
                  </a:cubicBezTo>
                  <a:lnTo>
                    <a:pt x="842622" y="274320"/>
                  </a:lnTo>
                  <a:lnTo>
                    <a:pt x="811774" y="274320"/>
                  </a:lnTo>
                  <a:close/>
                  <a:moveTo>
                    <a:pt x="937959" y="107061"/>
                  </a:moveTo>
                  <a:lnTo>
                    <a:pt x="937959" y="82677"/>
                  </a:lnTo>
                  <a:lnTo>
                    <a:pt x="1060969" y="82677"/>
                  </a:lnTo>
                  <a:lnTo>
                    <a:pt x="1060969" y="107061"/>
                  </a:lnTo>
                  <a:lnTo>
                    <a:pt x="937959" y="107061"/>
                  </a:lnTo>
                  <a:close/>
                  <a:moveTo>
                    <a:pt x="1060207" y="246888"/>
                  </a:moveTo>
                  <a:lnTo>
                    <a:pt x="1060207" y="273177"/>
                  </a:lnTo>
                  <a:cubicBezTo>
                    <a:pt x="1055894" y="274444"/>
                    <a:pt x="1051582" y="275339"/>
                    <a:pt x="1047259" y="275844"/>
                  </a:cubicBezTo>
                  <a:cubicBezTo>
                    <a:pt x="1043203" y="276606"/>
                    <a:pt x="1038633" y="276987"/>
                    <a:pt x="1033549" y="276987"/>
                  </a:cubicBezTo>
                  <a:cubicBezTo>
                    <a:pt x="1015783" y="276987"/>
                    <a:pt x="1001559" y="271910"/>
                    <a:pt x="990895" y="261747"/>
                  </a:cubicBezTo>
                  <a:cubicBezTo>
                    <a:pt x="980489" y="251584"/>
                    <a:pt x="975281" y="236344"/>
                    <a:pt x="975281" y="216027"/>
                  </a:cubicBezTo>
                  <a:lnTo>
                    <a:pt x="975281" y="33528"/>
                  </a:lnTo>
                  <a:lnTo>
                    <a:pt x="1006129" y="22479"/>
                  </a:lnTo>
                  <a:lnTo>
                    <a:pt x="1006129" y="211836"/>
                  </a:lnTo>
                  <a:cubicBezTo>
                    <a:pt x="1006129" y="221999"/>
                    <a:pt x="1007528" y="229867"/>
                    <a:pt x="1010318" y="235458"/>
                  </a:cubicBezTo>
                  <a:cubicBezTo>
                    <a:pt x="1013365" y="241049"/>
                    <a:pt x="1017430" y="244983"/>
                    <a:pt x="1022505" y="247269"/>
                  </a:cubicBezTo>
                  <a:cubicBezTo>
                    <a:pt x="1027589" y="249298"/>
                    <a:pt x="1033301" y="250317"/>
                    <a:pt x="1039642" y="250317"/>
                  </a:cubicBezTo>
                  <a:cubicBezTo>
                    <a:pt x="1043451" y="250317"/>
                    <a:pt x="1046878" y="250060"/>
                    <a:pt x="1049925" y="249555"/>
                  </a:cubicBezTo>
                  <a:cubicBezTo>
                    <a:pt x="1052972" y="249050"/>
                    <a:pt x="1056399" y="248155"/>
                    <a:pt x="1060207" y="2468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g12709bdffa8_0_3029"/>
            <p:cNvSpPr/>
            <p:nvPr/>
          </p:nvSpPr>
          <p:spPr>
            <a:xfrm>
              <a:off x="2533419" y="6030637"/>
              <a:ext cx="1481153" cy="357758"/>
            </a:xfrm>
            <a:custGeom>
              <a:rect b="b" l="l" r="r" t="t"/>
              <a:pathLst>
                <a:path extrusionOk="0" h="357758" w="1481153">
                  <a:moveTo>
                    <a:pt x="0" y="272796"/>
                  </a:moveTo>
                  <a:lnTo>
                    <a:pt x="0" y="1524"/>
                  </a:lnTo>
                  <a:lnTo>
                    <a:pt x="31228" y="1524"/>
                  </a:lnTo>
                  <a:lnTo>
                    <a:pt x="31228" y="246126"/>
                  </a:lnTo>
                  <a:lnTo>
                    <a:pt x="167187" y="246126"/>
                  </a:lnTo>
                  <a:lnTo>
                    <a:pt x="167187" y="272796"/>
                  </a:lnTo>
                  <a:lnTo>
                    <a:pt x="0" y="272796"/>
                  </a:lnTo>
                  <a:close/>
                  <a:moveTo>
                    <a:pt x="282561" y="275463"/>
                  </a:moveTo>
                  <a:cubicBezTo>
                    <a:pt x="264281" y="275463"/>
                    <a:pt x="248285" y="271396"/>
                    <a:pt x="234576" y="263271"/>
                  </a:cubicBezTo>
                  <a:cubicBezTo>
                    <a:pt x="221113" y="255146"/>
                    <a:pt x="210583" y="243716"/>
                    <a:pt x="202966" y="228981"/>
                  </a:cubicBezTo>
                  <a:cubicBezTo>
                    <a:pt x="195597" y="213998"/>
                    <a:pt x="191922" y="196339"/>
                    <a:pt x="191922" y="176022"/>
                  </a:cubicBezTo>
                  <a:cubicBezTo>
                    <a:pt x="191922" y="155953"/>
                    <a:pt x="195597" y="138427"/>
                    <a:pt x="202966" y="123444"/>
                  </a:cubicBezTo>
                  <a:cubicBezTo>
                    <a:pt x="210583" y="108461"/>
                    <a:pt x="221113" y="96898"/>
                    <a:pt x="234576" y="88773"/>
                  </a:cubicBezTo>
                  <a:cubicBezTo>
                    <a:pt x="248285" y="80648"/>
                    <a:pt x="264281" y="76581"/>
                    <a:pt x="282561" y="76581"/>
                  </a:cubicBezTo>
                  <a:cubicBezTo>
                    <a:pt x="300841" y="76581"/>
                    <a:pt x="316703" y="80648"/>
                    <a:pt x="330165" y="88773"/>
                  </a:cubicBezTo>
                  <a:cubicBezTo>
                    <a:pt x="343875" y="96898"/>
                    <a:pt x="354405" y="108461"/>
                    <a:pt x="361774" y="123444"/>
                  </a:cubicBezTo>
                  <a:cubicBezTo>
                    <a:pt x="369391" y="138427"/>
                    <a:pt x="373199" y="155953"/>
                    <a:pt x="373199" y="176022"/>
                  </a:cubicBezTo>
                  <a:cubicBezTo>
                    <a:pt x="373199" y="196339"/>
                    <a:pt x="369391" y="213998"/>
                    <a:pt x="361774" y="228981"/>
                  </a:cubicBezTo>
                  <a:cubicBezTo>
                    <a:pt x="354405" y="243716"/>
                    <a:pt x="343875" y="255146"/>
                    <a:pt x="330165" y="263271"/>
                  </a:cubicBezTo>
                  <a:cubicBezTo>
                    <a:pt x="316703" y="271396"/>
                    <a:pt x="300841" y="275463"/>
                    <a:pt x="282561" y="275463"/>
                  </a:cubicBezTo>
                  <a:close/>
                  <a:moveTo>
                    <a:pt x="282561" y="249936"/>
                  </a:moveTo>
                  <a:cubicBezTo>
                    <a:pt x="301345" y="249936"/>
                    <a:pt x="315817" y="243716"/>
                    <a:pt x="325976" y="231267"/>
                  </a:cubicBezTo>
                  <a:cubicBezTo>
                    <a:pt x="336382" y="218570"/>
                    <a:pt x="341590" y="200149"/>
                    <a:pt x="341590" y="176022"/>
                  </a:cubicBezTo>
                  <a:cubicBezTo>
                    <a:pt x="341590" y="152400"/>
                    <a:pt x="336382" y="134236"/>
                    <a:pt x="325976" y="121539"/>
                  </a:cubicBezTo>
                  <a:cubicBezTo>
                    <a:pt x="315560" y="108842"/>
                    <a:pt x="301088" y="102489"/>
                    <a:pt x="282561" y="102489"/>
                  </a:cubicBezTo>
                  <a:cubicBezTo>
                    <a:pt x="264024" y="102489"/>
                    <a:pt x="249428" y="108842"/>
                    <a:pt x="238765" y="121539"/>
                  </a:cubicBezTo>
                  <a:cubicBezTo>
                    <a:pt x="228349" y="134236"/>
                    <a:pt x="223150" y="152400"/>
                    <a:pt x="223150" y="176022"/>
                  </a:cubicBezTo>
                  <a:cubicBezTo>
                    <a:pt x="223150" y="200149"/>
                    <a:pt x="228225" y="218570"/>
                    <a:pt x="238384" y="231267"/>
                  </a:cubicBezTo>
                  <a:cubicBezTo>
                    <a:pt x="248790" y="243716"/>
                    <a:pt x="263519" y="249936"/>
                    <a:pt x="282561" y="249936"/>
                  </a:cubicBezTo>
                  <a:close/>
                  <a:moveTo>
                    <a:pt x="505445" y="357759"/>
                  </a:moveTo>
                  <a:cubicBezTo>
                    <a:pt x="476501" y="357759"/>
                    <a:pt x="451366" y="351158"/>
                    <a:pt x="430039" y="337947"/>
                  </a:cubicBezTo>
                  <a:lnTo>
                    <a:pt x="435371" y="312801"/>
                  </a:lnTo>
                  <a:cubicBezTo>
                    <a:pt x="447310" y="319659"/>
                    <a:pt x="458602" y="324612"/>
                    <a:pt x="469265" y="327660"/>
                  </a:cubicBezTo>
                  <a:cubicBezTo>
                    <a:pt x="479929" y="330708"/>
                    <a:pt x="491992" y="332232"/>
                    <a:pt x="505445" y="332232"/>
                  </a:cubicBezTo>
                  <a:cubicBezTo>
                    <a:pt x="523725" y="332232"/>
                    <a:pt x="537568" y="327279"/>
                    <a:pt x="546955" y="317373"/>
                  </a:cubicBezTo>
                  <a:cubicBezTo>
                    <a:pt x="556610" y="307724"/>
                    <a:pt x="561427" y="293246"/>
                    <a:pt x="561427" y="273939"/>
                  </a:cubicBezTo>
                  <a:lnTo>
                    <a:pt x="561427" y="222123"/>
                  </a:lnTo>
                  <a:lnTo>
                    <a:pt x="565617" y="217170"/>
                  </a:lnTo>
                  <a:cubicBezTo>
                    <a:pt x="562570" y="227333"/>
                    <a:pt x="557752" y="236220"/>
                    <a:pt x="551145" y="243840"/>
                  </a:cubicBezTo>
                  <a:cubicBezTo>
                    <a:pt x="544804" y="251203"/>
                    <a:pt x="536930" y="256918"/>
                    <a:pt x="527533" y="260985"/>
                  </a:cubicBezTo>
                  <a:cubicBezTo>
                    <a:pt x="518145" y="265052"/>
                    <a:pt x="507482" y="267081"/>
                    <a:pt x="495543" y="267081"/>
                  </a:cubicBezTo>
                  <a:cubicBezTo>
                    <a:pt x="478539" y="267081"/>
                    <a:pt x="463553" y="263147"/>
                    <a:pt x="450604" y="255270"/>
                  </a:cubicBezTo>
                  <a:cubicBezTo>
                    <a:pt x="437913" y="247145"/>
                    <a:pt x="427888" y="235963"/>
                    <a:pt x="420518" y="221742"/>
                  </a:cubicBezTo>
                  <a:cubicBezTo>
                    <a:pt x="413416" y="207521"/>
                    <a:pt x="409855" y="190881"/>
                    <a:pt x="409855" y="171831"/>
                  </a:cubicBezTo>
                  <a:cubicBezTo>
                    <a:pt x="409855" y="152781"/>
                    <a:pt x="413416" y="136141"/>
                    <a:pt x="420518" y="121920"/>
                  </a:cubicBezTo>
                  <a:cubicBezTo>
                    <a:pt x="427888" y="107699"/>
                    <a:pt x="437913" y="96650"/>
                    <a:pt x="450604" y="88773"/>
                  </a:cubicBezTo>
                  <a:cubicBezTo>
                    <a:pt x="463553" y="80648"/>
                    <a:pt x="478539" y="76581"/>
                    <a:pt x="495543" y="76581"/>
                  </a:cubicBezTo>
                  <a:cubicBezTo>
                    <a:pt x="513318" y="76581"/>
                    <a:pt x="528295" y="81029"/>
                    <a:pt x="540481" y="89916"/>
                  </a:cubicBezTo>
                  <a:cubicBezTo>
                    <a:pt x="552925" y="98555"/>
                    <a:pt x="561304" y="110747"/>
                    <a:pt x="565617" y="126492"/>
                  </a:cubicBezTo>
                  <a:lnTo>
                    <a:pt x="561047" y="122301"/>
                  </a:lnTo>
                  <a:lnTo>
                    <a:pt x="561047" y="81153"/>
                  </a:lnTo>
                  <a:lnTo>
                    <a:pt x="591894" y="81153"/>
                  </a:lnTo>
                  <a:lnTo>
                    <a:pt x="591894" y="271272"/>
                  </a:lnTo>
                  <a:cubicBezTo>
                    <a:pt x="591894" y="299971"/>
                    <a:pt x="584535" y="321564"/>
                    <a:pt x="569806" y="336042"/>
                  </a:cubicBezTo>
                  <a:cubicBezTo>
                    <a:pt x="555334" y="350520"/>
                    <a:pt x="533883" y="357759"/>
                    <a:pt x="505445" y="357759"/>
                  </a:cubicBezTo>
                  <a:close/>
                  <a:moveTo>
                    <a:pt x="501636" y="241173"/>
                  </a:moveTo>
                  <a:cubicBezTo>
                    <a:pt x="520173" y="241173"/>
                    <a:pt x="534645" y="235077"/>
                    <a:pt x="545051" y="222885"/>
                  </a:cubicBezTo>
                  <a:cubicBezTo>
                    <a:pt x="555715" y="210436"/>
                    <a:pt x="561047" y="193424"/>
                    <a:pt x="561047" y="171831"/>
                  </a:cubicBezTo>
                  <a:cubicBezTo>
                    <a:pt x="561047" y="150238"/>
                    <a:pt x="555715" y="133350"/>
                    <a:pt x="545051" y="121158"/>
                  </a:cubicBezTo>
                  <a:cubicBezTo>
                    <a:pt x="534645" y="108709"/>
                    <a:pt x="520173" y="102489"/>
                    <a:pt x="501636" y="102489"/>
                  </a:cubicBezTo>
                  <a:cubicBezTo>
                    <a:pt x="482851" y="102489"/>
                    <a:pt x="467999" y="108709"/>
                    <a:pt x="457079" y="121158"/>
                  </a:cubicBezTo>
                  <a:cubicBezTo>
                    <a:pt x="446415" y="133350"/>
                    <a:pt x="441083" y="150238"/>
                    <a:pt x="441083" y="171831"/>
                  </a:cubicBezTo>
                  <a:cubicBezTo>
                    <a:pt x="441083" y="193672"/>
                    <a:pt x="446415" y="210693"/>
                    <a:pt x="457079" y="222885"/>
                  </a:cubicBezTo>
                  <a:cubicBezTo>
                    <a:pt x="467999" y="235077"/>
                    <a:pt x="482851" y="241173"/>
                    <a:pt x="501636" y="241173"/>
                  </a:cubicBezTo>
                  <a:close/>
                  <a:moveTo>
                    <a:pt x="651124" y="272796"/>
                  </a:moveTo>
                  <a:lnTo>
                    <a:pt x="651124" y="81153"/>
                  </a:lnTo>
                  <a:lnTo>
                    <a:pt x="681971" y="81153"/>
                  </a:lnTo>
                  <a:lnTo>
                    <a:pt x="681971" y="272796"/>
                  </a:lnTo>
                  <a:lnTo>
                    <a:pt x="651124" y="272796"/>
                  </a:lnTo>
                  <a:close/>
                  <a:moveTo>
                    <a:pt x="648077" y="0"/>
                  </a:moveTo>
                  <a:lnTo>
                    <a:pt x="685780" y="0"/>
                  </a:lnTo>
                  <a:lnTo>
                    <a:pt x="685780" y="35052"/>
                  </a:lnTo>
                  <a:lnTo>
                    <a:pt x="648077" y="35052"/>
                  </a:lnTo>
                  <a:lnTo>
                    <a:pt x="648077" y="0"/>
                  </a:lnTo>
                  <a:close/>
                  <a:moveTo>
                    <a:pt x="806609" y="275463"/>
                  </a:moveTo>
                  <a:cubicBezTo>
                    <a:pt x="774371" y="275463"/>
                    <a:pt x="748856" y="267205"/>
                    <a:pt x="730061" y="250698"/>
                  </a:cubicBezTo>
                  <a:lnTo>
                    <a:pt x="740344" y="227838"/>
                  </a:lnTo>
                  <a:cubicBezTo>
                    <a:pt x="750502" y="235715"/>
                    <a:pt x="760909" y="241554"/>
                    <a:pt x="771572" y="245364"/>
                  </a:cubicBezTo>
                  <a:cubicBezTo>
                    <a:pt x="782493" y="248917"/>
                    <a:pt x="794556" y="250698"/>
                    <a:pt x="807751" y="250698"/>
                  </a:cubicBezTo>
                  <a:cubicBezTo>
                    <a:pt x="822223" y="250698"/>
                    <a:pt x="833144" y="248288"/>
                    <a:pt x="840503" y="243459"/>
                  </a:cubicBezTo>
                  <a:cubicBezTo>
                    <a:pt x="848120" y="238382"/>
                    <a:pt x="851929" y="231143"/>
                    <a:pt x="851929" y="221742"/>
                  </a:cubicBezTo>
                  <a:cubicBezTo>
                    <a:pt x="851929" y="214122"/>
                    <a:pt x="849396" y="208150"/>
                    <a:pt x="844312" y="203835"/>
                  </a:cubicBezTo>
                  <a:cubicBezTo>
                    <a:pt x="839237" y="199263"/>
                    <a:pt x="830859" y="195577"/>
                    <a:pt x="819177" y="192786"/>
                  </a:cubicBezTo>
                  <a:lnTo>
                    <a:pt x="786806" y="185166"/>
                  </a:lnTo>
                  <a:cubicBezTo>
                    <a:pt x="770811" y="181613"/>
                    <a:pt x="758376" y="175260"/>
                    <a:pt x="749484" y="166116"/>
                  </a:cubicBezTo>
                  <a:cubicBezTo>
                    <a:pt x="740858" y="156972"/>
                    <a:pt x="736535" y="146047"/>
                    <a:pt x="736535" y="133350"/>
                  </a:cubicBezTo>
                  <a:cubicBezTo>
                    <a:pt x="736535" y="122177"/>
                    <a:pt x="739582" y="112395"/>
                    <a:pt x="745675" y="104013"/>
                  </a:cubicBezTo>
                  <a:cubicBezTo>
                    <a:pt x="751769" y="95374"/>
                    <a:pt x="760280" y="88649"/>
                    <a:pt x="771191" y="83820"/>
                  </a:cubicBezTo>
                  <a:cubicBezTo>
                    <a:pt x="782112" y="78991"/>
                    <a:pt x="795060" y="76581"/>
                    <a:pt x="810037" y="76581"/>
                  </a:cubicBezTo>
                  <a:cubicBezTo>
                    <a:pt x="823499" y="76581"/>
                    <a:pt x="836190" y="78743"/>
                    <a:pt x="848120" y="83058"/>
                  </a:cubicBezTo>
                  <a:cubicBezTo>
                    <a:pt x="860059" y="87373"/>
                    <a:pt x="870085" y="93602"/>
                    <a:pt x="878206" y="101727"/>
                  </a:cubicBezTo>
                  <a:lnTo>
                    <a:pt x="867924" y="124206"/>
                  </a:lnTo>
                  <a:cubicBezTo>
                    <a:pt x="858784" y="116586"/>
                    <a:pt x="849396" y="110995"/>
                    <a:pt x="839742" y="107442"/>
                  </a:cubicBezTo>
                  <a:cubicBezTo>
                    <a:pt x="830354" y="103632"/>
                    <a:pt x="820452" y="101727"/>
                    <a:pt x="810037" y="101727"/>
                  </a:cubicBezTo>
                  <a:cubicBezTo>
                    <a:pt x="796327" y="101727"/>
                    <a:pt x="785663" y="104394"/>
                    <a:pt x="778046" y="109728"/>
                  </a:cubicBezTo>
                  <a:cubicBezTo>
                    <a:pt x="770687" y="115062"/>
                    <a:pt x="767002" y="122301"/>
                    <a:pt x="767002" y="131445"/>
                  </a:cubicBezTo>
                  <a:cubicBezTo>
                    <a:pt x="767002" y="139322"/>
                    <a:pt x="769287" y="145542"/>
                    <a:pt x="773857" y="150114"/>
                  </a:cubicBezTo>
                  <a:cubicBezTo>
                    <a:pt x="778684" y="154686"/>
                    <a:pt x="786301" y="158239"/>
                    <a:pt x="796708" y="160782"/>
                  </a:cubicBezTo>
                  <a:lnTo>
                    <a:pt x="829078" y="168783"/>
                  </a:lnTo>
                  <a:cubicBezTo>
                    <a:pt x="847111" y="172593"/>
                    <a:pt x="860307" y="178946"/>
                    <a:pt x="868685" y="187833"/>
                  </a:cubicBezTo>
                  <a:cubicBezTo>
                    <a:pt x="877321" y="196472"/>
                    <a:pt x="881634" y="207521"/>
                    <a:pt x="881634" y="220980"/>
                  </a:cubicBezTo>
                  <a:cubicBezTo>
                    <a:pt x="881634" y="237487"/>
                    <a:pt x="874912" y="250698"/>
                    <a:pt x="861449" y="260604"/>
                  </a:cubicBezTo>
                  <a:cubicBezTo>
                    <a:pt x="847996" y="270510"/>
                    <a:pt x="829716" y="275463"/>
                    <a:pt x="806609" y="275463"/>
                  </a:cubicBezTo>
                  <a:close/>
                  <a:moveTo>
                    <a:pt x="901904" y="105537"/>
                  </a:moveTo>
                  <a:lnTo>
                    <a:pt x="901904" y="81153"/>
                  </a:lnTo>
                  <a:lnTo>
                    <a:pt x="1024913" y="81153"/>
                  </a:lnTo>
                  <a:lnTo>
                    <a:pt x="1024913" y="105537"/>
                  </a:lnTo>
                  <a:lnTo>
                    <a:pt x="901904" y="105537"/>
                  </a:lnTo>
                  <a:close/>
                  <a:moveTo>
                    <a:pt x="1024152" y="245364"/>
                  </a:moveTo>
                  <a:lnTo>
                    <a:pt x="1024152" y="271653"/>
                  </a:lnTo>
                  <a:cubicBezTo>
                    <a:pt x="1019829" y="272920"/>
                    <a:pt x="1015516" y="273815"/>
                    <a:pt x="1011203" y="274320"/>
                  </a:cubicBezTo>
                  <a:cubicBezTo>
                    <a:pt x="1007138" y="275082"/>
                    <a:pt x="1002568" y="275463"/>
                    <a:pt x="997493" y="275463"/>
                  </a:cubicBezTo>
                  <a:cubicBezTo>
                    <a:pt x="979718" y="275463"/>
                    <a:pt x="965503" y="270386"/>
                    <a:pt x="954840" y="260223"/>
                  </a:cubicBezTo>
                  <a:cubicBezTo>
                    <a:pt x="944424" y="250060"/>
                    <a:pt x="939226" y="234820"/>
                    <a:pt x="939226" y="214503"/>
                  </a:cubicBezTo>
                  <a:lnTo>
                    <a:pt x="939226" y="32004"/>
                  </a:lnTo>
                  <a:lnTo>
                    <a:pt x="970073" y="20955"/>
                  </a:lnTo>
                  <a:lnTo>
                    <a:pt x="970073" y="210312"/>
                  </a:lnTo>
                  <a:cubicBezTo>
                    <a:pt x="970073" y="220475"/>
                    <a:pt x="971463" y="228343"/>
                    <a:pt x="974262" y="233934"/>
                  </a:cubicBezTo>
                  <a:cubicBezTo>
                    <a:pt x="977309" y="239525"/>
                    <a:pt x="981365" y="243459"/>
                    <a:pt x="986449" y="245745"/>
                  </a:cubicBezTo>
                  <a:cubicBezTo>
                    <a:pt x="991524" y="247774"/>
                    <a:pt x="997236" y="248793"/>
                    <a:pt x="1003587" y="248793"/>
                  </a:cubicBezTo>
                  <a:cubicBezTo>
                    <a:pt x="1007395" y="248793"/>
                    <a:pt x="1010822" y="248536"/>
                    <a:pt x="1013869" y="248031"/>
                  </a:cubicBezTo>
                  <a:cubicBezTo>
                    <a:pt x="1016916" y="247526"/>
                    <a:pt x="1020343" y="246631"/>
                    <a:pt x="1024152" y="245364"/>
                  </a:cubicBezTo>
                  <a:close/>
                  <a:moveTo>
                    <a:pt x="1062083" y="272796"/>
                  </a:moveTo>
                  <a:lnTo>
                    <a:pt x="1062083" y="81153"/>
                  </a:lnTo>
                  <a:lnTo>
                    <a:pt x="1092931" y="81153"/>
                  </a:lnTo>
                  <a:lnTo>
                    <a:pt x="1092931" y="272796"/>
                  </a:lnTo>
                  <a:lnTo>
                    <a:pt x="1062083" y="272796"/>
                  </a:lnTo>
                  <a:close/>
                  <a:moveTo>
                    <a:pt x="1059036" y="0"/>
                  </a:moveTo>
                  <a:lnTo>
                    <a:pt x="1096739" y="0"/>
                  </a:lnTo>
                  <a:lnTo>
                    <a:pt x="1096739" y="35052"/>
                  </a:lnTo>
                  <a:lnTo>
                    <a:pt x="1059036" y="35052"/>
                  </a:lnTo>
                  <a:lnTo>
                    <a:pt x="1059036" y="0"/>
                  </a:lnTo>
                  <a:close/>
                  <a:moveTo>
                    <a:pt x="1233183" y="275463"/>
                  </a:moveTo>
                  <a:cubicBezTo>
                    <a:pt x="1214398" y="275463"/>
                    <a:pt x="1198146" y="271396"/>
                    <a:pt x="1184436" y="263271"/>
                  </a:cubicBezTo>
                  <a:cubicBezTo>
                    <a:pt x="1170726" y="255146"/>
                    <a:pt x="1160062" y="243716"/>
                    <a:pt x="1152446" y="228981"/>
                  </a:cubicBezTo>
                  <a:cubicBezTo>
                    <a:pt x="1145086" y="214246"/>
                    <a:pt x="1141401" y="196853"/>
                    <a:pt x="1141401" y="176784"/>
                  </a:cubicBezTo>
                  <a:cubicBezTo>
                    <a:pt x="1141401" y="156972"/>
                    <a:pt x="1145210" y="139570"/>
                    <a:pt x="1152827" y="124587"/>
                  </a:cubicBezTo>
                  <a:cubicBezTo>
                    <a:pt x="1160443" y="109347"/>
                    <a:pt x="1171240" y="97536"/>
                    <a:pt x="1185197" y="89154"/>
                  </a:cubicBezTo>
                  <a:cubicBezTo>
                    <a:pt x="1199165" y="80772"/>
                    <a:pt x="1215664" y="76581"/>
                    <a:pt x="1234706" y="76581"/>
                  </a:cubicBezTo>
                  <a:cubicBezTo>
                    <a:pt x="1247654" y="76581"/>
                    <a:pt x="1260098" y="78867"/>
                    <a:pt x="1272028" y="83439"/>
                  </a:cubicBezTo>
                  <a:cubicBezTo>
                    <a:pt x="1284215" y="87754"/>
                    <a:pt x="1294250" y="93850"/>
                    <a:pt x="1302114" y="101727"/>
                  </a:cubicBezTo>
                  <a:lnTo>
                    <a:pt x="1291831" y="124587"/>
                  </a:lnTo>
                  <a:cubicBezTo>
                    <a:pt x="1282444" y="117224"/>
                    <a:pt x="1273170" y="111757"/>
                    <a:pt x="1264030" y="108204"/>
                  </a:cubicBezTo>
                  <a:cubicBezTo>
                    <a:pt x="1255148" y="104394"/>
                    <a:pt x="1245884" y="102489"/>
                    <a:pt x="1236230" y="102489"/>
                  </a:cubicBezTo>
                  <a:cubicBezTo>
                    <a:pt x="1216940" y="102489"/>
                    <a:pt x="1201573" y="108966"/>
                    <a:pt x="1190148" y="121920"/>
                  </a:cubicBezTo>
                  <a:cubicBezTo>
                    <a:pt x="1178980" y="134874"/>
                    <a:pt x="1173392" y="153162"/>
                    <a:pt x="1173392" y="176784"/>
                  </a:cubicBezTo>
                  <a:cubicBezTo>
                    <a:pt x="1173392" y="200149"/>
                    <a:pt x="1178980" y="218189"/>
                    <a:pt x="1190148" y="230886"/>
                  </a:cubicBezTo>
                  <a:cubicBezTo>
                    <a:pt x="1201326" y="243583"/>
                    <a:pt x="1216683" y="249936"/>
                    <a:pt x="1236230" y="249936"/>
                  </a:cubicBezTo>
                  <a:cubicBezTo>
                    <a:pt x="1245627" y="249936"/>
                    <a:pt x="1254890" y="248155"/>
                    <a:pt x="1264030" y="244602"/>
                  </a:cubicBezTo>
                  <a:cubicBezTo>
                    <a:pt x="1273170" y="240792"/>
                    <a:pt x="1282444" y="235201"/>
                    <a:pt x="1291831" y="227838"/>
                  </a:cubicBezTo>
                  <a:lnTo>
                    <a:pt x="1302114" y="250698"/>
                  </a:lnTo>
                  <a:cubicBezTo>
                    <a:pt x="1293993" y="258318"/>
                    <a:pt x="1283710" y="264414"/>
                    <a:pt x="1271266" y="268986"/>
                  </a:cubicBezTo>
                  <a:cubicBezTo>
                    <a:pt x="1259080" y="273301"/>
                    <a:pt x="1246388" y="275463"/>
                    <a:pt x="1233183" y="275463"/>
                  </a:cubicBezTo>
                  <a:close/>
                  <a:moveTo>
                    <a:pt x="1406130" y="275463"/>
                  </a:moveTo>
                  <a:cubicBezTo>
                    <a:pt x="1373882" y="275463"/>
                    <a:pt x="1348366" y="267205"/>
                    <a:pt x="1329582" y="250698"/>
                  </a:cubicBezTo>
                  <a:lnTo>
                    <a:pt x="1339864" y="227838"/>
                  </a:lnTo>
                  <a:cubicBezTo>
                    <a:pt x="1350023" y="235715"/>
                    <a:pt x="1360429" y="241554"/>
                    <a:pt x="1371093" y="245364"/>
                  </a:cubicBezTo>
                  <a:cubicBezTo>
                    <a:pt x="1382013" y="248917"/>
                    <a:pt x="1394066" y="250698"/>
                    <a:pt x="1407272" y="250698"/>
                  </a:cubicBezTo>
                  <a:cubicBezTo>
                    <a:pt x="1421744" y="250698"/>
                    <a:pt x="1432664" y="248288"/>
                    <a:pt x="1440024" y="243459"/>
                  </a:cubicBezTo>
                  <a:cubicBezTo>
                    <a:pt x="1447641" y="238382"/>
                    <a:pt x="1451449" y="231143"/>
                    <a:pt x="1451449" y="221742"/>
                  </a:cubicBezTo>
                  <a:cubicBezTo>
                    <a:pt x="1451449" y="214122"/>
                    <a:pt x="1448907" y="208150"/>
                    <a:pt x="1443832" y="203835"/>
                  </a:cubicBezTo>
                  <a:cubicBezTo>
                    <a:pt x="1438757" y="199263"/>
                    <a:pt x="1430379" y="195577"/>
                    <a:pt x="1418697" y="192786"/>
                  </a:cubicBezTo>
                  <a:lnTo>
                    <a:pt x="1386326" y="185166"/>
                  </a:lnTo>
                  <a:cubicBezTo>
                    <a:pt x="1370331" y="181613"/>
                    <a:pt x="1357887" y="175260"/>
                    <a:pt x="1349004" y="166116"/>
                  </a:cubicBezTo>
                  <a:cubicBezTo>
                    <a:pt x="1340369" y="156972"/>
                    <a:pt x="1336056" y="146047"/>
                    <a:pt x="1336056" y="133350"/>
                  </a:cubicBezTo>
                  <a:cubicBezTo>
                    <a:pt x="1336056" y="122177"/>
                    <a:pt x="1339103" y="112395"/>
                    <a:pt x="1345196" y="104013"/>
                  </a:cubicBezTo>
                  <a:cubicBezTo>
                    <a:pt x="1351289" y="95374"/>
                    <a:pt x="1359792" y="88649"/>
                    <a:pt x="1370712" y="83820"/>
                  </a:cubicBezTo>
                  <a:cubicBezTo>
                    <a:pt x="1381632" y="78991"/>
                    <a:pt x="1394581" y="76581"/>
                    <a:pt x="1409557" y="76581"/>
                  </a:cubicBezTo>
                  <a:cubicBezTo>
                    <a:pt x="1423010" y="76581"/>
                    <a:pt x="1435711" y="78743"/>
                    <a:pt x="1447641" y="83058"/>
                  </a:cubicBezTo>
                  <a:cubicBezTo>
                    <a:pt x="1459570" y="87373"/>
                    <a:pt x="1469605" y="93602"/>
                    <a:pt x="1477727" y="101727"/>
                  </a:cubicBezTo>
                  <a:lnTo>
                    <a:pt x="1467444" y="124206"/>
                  </a:lnTo>
                  <a:cubicBezTo>
                    <a:pt x="1458304" y="116586"/>
                    <a:pt x="1448907" y="110995"/>
                    <a:pt x="1439262" y="107442"/>
                  </a:cubicBezTo>
                  <a:cubicBezTo>
                    <a:pt x="1429865" y="103632"/>
                    <a:pt x="1419963" y="101727"/>
                    <a:pt x="1409557" y="101727"/>
                  </a:cubicBezTo>
                  <a:cubicBezTo>
                    <a:pt x="1395847" y="101727"/>
                    <a:pt x="1385184" y="104394"/>
                    <a:pt x="1377567" y="109728"/>
                  </a:cubicBezTo>
                  <a:cubicBezTo>
                    <a:pt x="1370207" y="115062"/>
                    <a:pt x="1366523" y="122301"/>
                    <a:pt x="1366523" y="131445"/>
                  </a:cubicBezTo>
                  <a:cubicBezTo>
                    <a:pt x="1366523" y="139322"/>
                    <a:pt x="1368808" y="145542"/>
                    <a:pt x="1373378" y="150114"/>
                  </a:cubicBezTo>
                  <a:cubicBezTo>
                    <a:pt x="1378205" y="154686"/>
                    <a:pt x="1385821" y="158239"/>
                    <a:pt x="1396228" y="160782"/>
                  </a:cubicBezTo>
                  <a:lnTo>
                    <a:pt x="1428599" y="168783"/>
                  </a:lnTo>
                  <a:cubicBezTo>
                    <a:pt x="1446622" y="172593"/>
                    <a:pt x="1459827" y="178946"/>
                    <a:pt x="1468206" y="187833"/>
                  </a:cubicBezTo>
                  <a:cubicBezTo>
                    <a:pt x="1476841" y="196472"/>
                    <a:pt x="1481154" y="207521"/>
                    <a:pt x="1481154" y="220980"/>
                  </a:cubicBezTo>
                  <a:cubicBezTo>
                    <a:pt x="1481154" y="237487"/>
                    <a:pt x="1474423" y="250698"/>
                    <a:pt x="1460970" y="260604"/>
                  </a:cubicBezTo>
                  <a:cubicBezTo>
                    <a:pt x="1447517" y="270510"/>
                    <a:pt x="1429237" y="275463"/>
                    <a:pt x="1406130" y="2754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g12709bdffa8_0_3029"/>
            <p:cNvSpPr/>
            <p:nvPr/>
          </p:nvSpPr>
          <p:spPr>
            <a:xfrm>
              <a:off x="5142141" y="6021492"/>
              <a:ext cx="1459056" cy="284607"/>
            </a:xfrm>
            <a:custGeom>
              <a:rect b="b" l="l" r="r" t="t"/>
              <a:pathLst>
                <a:path extrusionOk="0" h="284607" w="1459056">
                  <a:moveTo>
                    <a:pt x="0" y="281940"/>
                  </a:moveTo>
                  <a:lnTo>
                    <a:pt x="0" y="10668"/>
                  </a:lnTo>
                  <a:lnTo>
                    <a:pt x="108157" y="10668"/>
                  </a:lnTo>
                  <a:cubicBezTo>
                    <a:pt x="136082" y="10668"/>
                    <a:pt x="157790" y="17402"/>
                    <a:pt x="173280" y="30861"/>
                  </a:cubicBezTo>
                  <a:cubicBezTo>
                    <a:pt x="189018" y="44320"/>
                    <a:pt x="196892" y="62865"/>
                    <a:pt x="196892" y="86487"/>
                  </a:cubicBezTo>
                  <a:cubicBezTo>
                    <a:pt x="196892" y="109852"/>
                    <a:pt x="189018" y="128397"/>
                    <a:pt x="173280" y="142113"/>
                  </a:cubicBezTo>
                  <a:cubicBezTo>
                    <a:pt x="157542" y="155829"/>
                    <a:pt x="135834" y="162687"/>
                    <a:pt x="108157" y="162687"/>
                  </a:cubicBezTo>
                  <a:lnTo>
                    <a:pt x="31228" y="162687"/>
                  </a:lnTo>
                  <a:lnTo>
                    <a:pt x="31228" y="281940"/>
                  </a:lnTo>
                  <a:lnTo>
                    <a:pt x="0" y="281940"/>
                  </a:lnTo>
                  <a:close/>
                  <a:moveTo>
                    <a:pt x="31228" y="136779"/>
                  </a:moveTo>
                  <a:lnTo>
                    <a:pt x="105491" y="136779"/>
                  </a:lnTo>
                  <a:cubicBezTo>
                    <a:pt x="125552" y="136779"/>
                    <a:pt x="140652" y="132464"/>
                    <a:pt x="150811" y="123825"/>
                  </a:cubicBezTo>
                  <a:cubicBezTo>
                    <a:pt x="160970" y="114938"/>
                    <a:pt x="166045" y="102489"/>
                    <a:pt x="166045" y="86487"/>
                  </a:cubicBezTo>
                  <a:cubicBezTo>
                    <a:pt x="166045" y="70485"/>
                    <a:pt x="160970" y="58169"/>
                    <a:pt x="150811" y="49530"/>
                  </a:cubicBezTo>
                  <a:cubicBezTo>
                    <a:pt x="140652" y="40891"/>
                    <a:pt x="125552" y="36576"/>
                    <a:pt x="105491" y="36576"/>
                  </a:cubicBezTo>
                  <a:lnTo>
                    <a:pt x="31228" y="36576"/>
                  </a:lnTo>
                  <a:lnTo>
                    <a:pt x="31228" y="136779"/>
                  </a:lnTo>
                  <a:close/>
                  <a:moveTo>
                    <a:pt x="244258" y="281940"/>
                  </a:moveTo>
                  <a:lnTo>
                    <a:pt x="244258" y="1524"/>
                  </a:lnTo>
                  <a:lnTo>
                    <a:pt x="275106" y="1524"/>
                  </a:lnTo>
                  <a:lnTo>
                    <a:pt x="275106" y="281940"/>
                  </a:lnTo>
                  <a:lnTo>
                    <a:pt x="244258" y="281940"/>
                  </a:lnTo>
                  <a:close/>
                  <a:moveTo>
                    <a:pt x="408503" y="284607"/>
                  </a:moveTo>
                  <a:cubicBezTo>
                    <a:pt x="391489" y="284607"/>
                    <a:pt x="376513" y="280673"/>
                    <a:pt x="363564" y="272796"/>
                  </a:cubicBezTo>
                  <a:cubicBezTo>
                    <a:pt x="350873" y="264671"/>
                    <a:pt x="340972" y="253241"/>
                    <a:pt x="333859" y="238506"/>
                  </a:cubicBezTo>
                  <a:cubicBezTo>
                    <a:pt x="327005" y="223523"/>
                    <a:pt x="323577" y="205997"/>
                    <a:pt x="323577" y="185928"/>
                  </a:cubicBezTo>
                  <a:cubicBezTo>
                    <a:pt x="323577" y="165859"/>
                    <a:pt x="327128" y="148333"/>
                    <a:pt x="334240" y="133350"/>
                  </a:cubicBezTo>
                  <a:cubicBezTo>
                    <a:pt x="341352" y="118367"/>
                    <a:pt x="351254" y="106680"/>
                    <a:pt x="363945" y="98298"/>
                  </a:cubicBezTo>
                  <a:cubicBezTo>
                    <a:pt x="376894" y="89916"/>
                    <a:pt x="391746" y="85725"/>
                    <a:pt x="408503" y="85725"/>
                  </a:cubicBezTo>
                  <a:cubicBezTo>
                    <a:pt x="426021" y="85725"/>
                    <a:pt x="440874" y="90040"/>
                    <a:pt x="453061" y="98679"/>
                  </a:cubicBezTo>
                  <a:cubicBezTo>
                    <a:pt x="465247" y="107318"/>
                    <a:pt x="473502" y="119634"/>
                    <a:pt x="477815" y="135636"/>
                  </a:cubicBezTo>
                  <a:lnTo>
                    <a:pt x="473245" y="138684"/>
                  </a:lnTo>
                  <a:lnTo>
                    <a:pt x="473245" y="90297"/>
                  </a:lnTo>
                  <a:lnTo>
                    <a:pt x="503712" y="90297"/>
                  </a:lnTo>
                  <a:lnTo>
                    <a:pt x="503712" y="281940"/>
                  </a:lnTo>
                  <a:lnTo>
                    <a:pt x="473245" y="281940"/>
                  </a:lnTo>
                  <a:lnTo>
                    <a:pt x="473245" y="232410"/>
                  </a:lnTo>
                  <a:lnTo>
                    <a:pt x="477815" y="234696"/>
                  </a:lnTo>
                  <a:cubicBezTo>
                    <a:pt x="473502" y="250698"/>
                    <a:pt x="465247" y="263014"/>
                    <a:pt x="453061" y="271653"/>
                  </a:cubicBezTo>
                  <a:cubicBezTo>
                    <a:pt x="440874" y="280292"/>
                    <a:pt x="426021" y="284607"/>
                    <a:pt x="408503" y="284607"/>
                  </a:cubicBezTo>
                  <a:close/>
                  <a:moveTo>
                    <a:pt x="414596" y="259080"/>
                  </a:moveTo>
                  <a:cubicBezTo>
                    <a:pt x="433381" y="259080"/>
                    <a:pt x="447853" y="252727"/>
                    <a:pt x="458011" y="240030"/>
                  </a:cubicBezTo>
                  <a:cubicBezTo>
                    <a:pt x="468170" y="227076"/>
                    <a:pt x="473245" y="208788"/>
                    <a:pt x="473245" y="185166"/>
                  </a:cubicBezTo>
                  <a:cubicBezTo>
                    <a:pt x="473245" y="161544"/>
                    <a:pt x="468037" y="143380"/>
                    <a:pt x="457631" y="130683"/>
                  </a:cubicBezTo>
                  <a:cubicBezTo>
                    <a:pt x="447472" y="117986"/>
                    <a:pt x="433134" y="111633"/>
                    <a:pt x="414596" y="111633"/>
                  </a:cubicBezTo>
                  <a:cubicBezTo>
                    <a:pt x="395812" y="111633"/>
                    <a:pt x="381083" y="118234"/>
                    <a:pt x="370420" y="131445"/>
                  </a:cubicBezTo>
                  <a:cubicBezTo>
                    <a:pt x="360013" y="144399"/>
                    <a:pt x="354805" y="162563"/>
                    <a:pt x="354805" y="185928"/>
                  </a:cubicBezTo>
                  <a:cubicBezTo>
                    <a:pt x="354805" y="209293"/>
                    <a:pt x="360013" y="227333"/>
                    <a:pt x="370420" y="240030"/>
                  </a:cubicBezTo>
                  <a:cubicBezTo>
                    <a:pt x="381083" y="252727"/>
                    <a:pt x="395812" y="259080"/>
                    <a:pt x="414596" y="259080"/>
                  </a:cubicBezTo>
                  <a:close/>
                  <a:moveTo>
                    <a:pt x="536311" y="114681"/>
                  </a:moveTo>
                  <a:lnTo>
                    <a:pt x="536311" y="90297"/>
                  </a:lnTo>
                  <a:lnTo>
                    <a:pt x="659321" y="90297"/>
                  </a:lnTo>
                  <a:lnTo>
                    <a:pt x="659321" y="114681"/>
                  </a:lnTo>
                  <a:lnTo>
                    <a:pt x="536311" y="114681"/>
                  </a:lnTo>
                  <a:close/>
                  <a:moveTo>
                    <a:pt x="658560" y="254508"/>
                  </a:moveTo>
                  <a:lnTo>
                    <a:pt x="658560" y="280797"/>
                  </a:lnTo>
                  <a:cubicBezTo>
                    <a:pt x="654247" y="282064"/>
                    <a:pt x="649934" y="282959"/>
                    <a:pt x="645611" y="283464"/>
                  </a:cubicBezTo>
                  <a:cubicBezTo>
                    <a:pt x="641555" y="284226"/>
                    <a:pt x="636985" y="284607"/>
                    <a:pt x="631901" y="284607"/>
                  </a:cubicBezTo>
                  <a:cubicBezTo>
                    <a:pt x="614135" y="284607"/>
                    <a:pt x="599911" y="279530"/>
                    <a:pt x="589247" y="269367"/>
                  </a:cubicBezTo>
                  <a:cubicBezTo>
                    <a:pt x="578841" y="259204"/>
                    <a:pt x="573633" y="243964"/>
                    <a:pt x="573633" y="223647"/>
                  </a:cubicBezTo>
                  <a:lnTo>
                    <a:pt x="573633" y="41148"/>
                  </a:lnTo>
                  <a:lnTo>
                    <a:pt x="604481" y="30099"/>
                  </a:lnTo>
                  <a:lnTo>
                    <a:pt x="604481" y="219456"/>
                  </a:lnTo>
                  <a:cubicBezTo>
                    <a:pt x="604481" y="229619"/>
                    <a:pt x="605880" y="237487"/>
                    <a:pt x="608670" y="243078"/>
                  </a:cubicBezTo>
                  <a:cubicBezTo>
                    <a:pt x="611717" y="248669"/>
                    <a:pt x="615782" y="252603"/>
                    <a:pt x="620857" y="254889"/>
                  </a:cubicBezTo>
                  <a:cubicBezTo>
                    <a:pt x="625941" y="256918"/>
                    <a:pt x="631654" y="257937"/>
                    <a:pt x="637995" y="257937"/>
                  </a:cubicBezTo>
                  <a:cubicBezTo>
                    <a:pt x="641803" y="257937"/>
                    <a:pt x="645230" y="257680"/>
                    <a:pt x="648277" y="257175"/>
                  </a:cubicBezTo>
                  <a:cubicBezTo>
                    <a:pt x="651324" y="256670"/>
                    <a:pt x="654751" y="255775"/>
                    <a:pt x="658560" y="254508"/>
                  </a:cubicBezTo>
                  <a:close/>
                  <a:moveTo>
                    <a:pt x="673545" y="114681"/>
                  </a:moveTo>
                  <a:lnTo>
                    <a:pt x="673545" y="90297"/>
                  </a:lnTo>
                  <a:lnTo>
                    <a:pt x="788558" y="90297"/>
                  </a:lnTo>
                  <a:lnTo>
                    <a:pt x="788558" y="114681"/>
                  </a:lnTo>
                  <a:lnTo>
                    <a:pt x="673545" y="114681"/>
                  </a:lnTo>
                  <a:close/>
                  <a:moveTo>
                    <a:pt x="793889" y="29718"/>
                  </a:moveTo>
                  <a:cubicBezTo>
                    <a:pt x="786787" y="27689"/>
                    <a:pt x="780179" y="26670"/>
                    <a:pt x="774086" y="26670"/>
                  </a:cubicBezTo>
                  <a:cubicBezTo>
                    <a:pt x="767993" y="26670"/>
                    <a:pt x="762414" y="27813"/>
                    <a:pt x="757329" y="30099"/>
                  </a:cubicBezTo>
                  <a:cubicBezTo>
                    <a:pt x="752511" y="32128"/>
                    <a:pt x="748703" y="35938"/>
                    <a:pt x="745904" y="41529"/>
                  </a:cubicBezTo>
                  <a:cubicBezTo>
                    <a:pt x="743114" y="47120"/>
                    <a:pt x="741715" y="54864"/>
                    <a:pt x="741715" y="64770"/>
                  </a:cubicBezTo>
                  <a:lnTo>
                    <a:pt x="741715" y="281940"/>
                  </a:lnTo>
                  <a:lnTo>
                    <a:pt x="710867" y="281940"/>
                  </a:lnTo>
                  <a:lnTo>
                    <a:pt x="710867" y="60960"/>
                  </a:lnTo>
                  <a:cubicBezTo>
                    <a:pt x="710867" y="40386"/>
                    <a:pt x="715952" y="25146"/>
                    <a:pt x="726101" y="15240"/>
                  </a:cubicBezTo>
                  <a:cubicBezTo>
                    <a:pt x="736260" y="5077"/>
                    <a:pt x="750227" y="0"/>
                    <a:pt x="767993" y="0"/>
                  </a:cubicBezTo>
                  <a:cubicBezTo>
                    <a:pt x="772315" y="0"/>
                    <a:pt x="776628" y="257"/>
                    <a:pt x="780941" y="762"/>
                  </a:cubicBezTo>
                  <a:cubicBezTo>
                    <a:pt x="785263" y="1267"/>
                    <a:pt x="789576" y="2162"/>
                    <a:pt x="793889" y="3429"/>
                  </a:cubicBezTo>
                  <a:lnTo>
                    <a:pt x="793889" y="29718"/>
                  </a:lnTo>
                  <a:close/>
                  <a:moveTo>
                    <a:pt x="906255" y="284607"/>
                  </a:moveTo>
                  <a:cubicBezTo>
                    <a:pt x="887975" y="284607"/>
                    <a:pt x="871980" y="280540"/>
                    <a:pt x="858270" y="272415"/>
                  </a:cubicBezTo>
                  <a:cubicBezTo>
                    <a:pt x="844807" y="264290"/>
                    <a:pt x="834277" y="252860"/>
                    <a:pt x="826660" y="238125"/>
                  </a:cubicBezTo>
                  <a:cubicBezTo>
                    <a:pt x="819291" y="223142"/>
                    <a:pt x="815616" y="205483"/>
                    <a:pt x="815616" y="185166"/>
                  </a:cubicBezTo>
                  <a:cubicBezTo>
                    <a:pt x="815616" y="165097"/>
                    <a:pt x="819291" y="147571"/>
                    <a:pt x="826660" y="132588"/>
                  </a:cubicBezTo>
                  <a:cubicBezTo>
                    <a:pt x="834277" y="117605"/>
                    <a:pt x="844807" y="106042"/>
                    <a:pt x="858270" y="97917"/>
                  </a:cubicBezTo>
                  <a:cubicBezTo>
                    <a:pt x="871980" y="89792"/>
                    <a:pt x="887975" y="85725"/>
                    <a:pt x="906255" y="85725"/>
                  </a:cubicBezTo>
                  <a:cubicBezTo>
                    <a:pt x="924535" y="85725"/>
                    <a:pt x="940397" y="89792"/>
                    <a:pt x="953859" y="97917"/>
                  </a:cubicBezTo>
                  <a:cubicBezTo>
                    <a:pt x="967569" y="106042"/>
                    <a:pt x="978100" y="117605"/>
                    <a:pt x="985469" y="132588"/>
                  </a:cubicBezTo>
                  <a:cubicBezTo>
                    <a:pt x="993085" y="147571"/>
                    <a:pt x="996894" y="165097"/>
                    <a:pt x="996894" y="185166"/>
                  </a:cubicBezTo>
                  <a:cubicBezTo>
                    <a:pt x="996894" y="205483"/>
                    <a:pt x="993085" y="223142"/>
                    <a:pt x="985469" y="238125"/>
                  </a:cubicBezTo>
                  <a:cubicBezTo>
                    <a:pt x="978100" y="252860"/>
                    <a:pt x="967569" y="264290"/>
                    <a:pt x="953859" y="272415"/>
                  </a:cubicBezTo>
                  <a:cubicBezTo>
                    <a:pt x="940397" y="280540"/>
                    <a:pt x="924535" y="284607"/>
                    <a:pt x="906255" y="284607"/>
                  </a:cubicBezTo>
                  <a:close/>
                  <a:moveTo>
                    <a:pt x="906255" y="259080"/>
                  </a:moveTo>
                  <a:cubicBezTo>
                    <a:pt x="925040" y="259080"/>
                    <a:pt x="939511" y="252860"/>
                    <a:pt x="949670" y="240411"/>
                  </a:cubicBezTo>
                  <a:cubicBezTo>
                    <a:pt x="960076" y="227714"/>
                    <a:pt x="965284" y="209293"/>
                    <a:pt x="965284" y="185166"/>
                  </a:cubicBezTo>
                  <a:cubicBezTo>
                    <a:pt x="965284" y="161544"/>
                    <a:pt x="960076" y="143380"/>
                    <a:pt x="949670" y="130683"/>
                  </a:cubicBezTo>
                  <a:cubicBezTo>
                    <a:pt x="939254" y="117986"/>
                    <a:pt x="924782" y="111633"/>
                    <a:pt x="906255" y="111633"/>
                  </a:cubicBezTo>
                  <a:cubicBezTo>
                    <a:pt x="887717" y="111633"/>
                    <a:pt x="873122" y="117986"/>
                    <a:pt x="862459" y="130683"/>
                  </a:cubicBezTo>
                  <a:cubicBezTo>
                    <a:pt x="852043" y="143380"/>
                    <a:pt x="846845" y="161544"/>
                    <a:pt x="846845" y="185166"/>
                  </a:cubicBezTo>
                  <a:cubicBezTo>
                    <a:pt x="846845" y="209293"/>
                    <a:pt x="851919" y="227714"/>
                    <a:pt x="862078" y="240411"/>
                  </a:cubicBezTo>
                  <a:cubicBezTo>
                    <a:pt x="872484" y="252860"/>
                    <a:pt x="887213" y="259080"/>
                    <a:pt x="906255" y="259080"/>
                  </a:cubicBezTo>
                  <a:close/>
                  <a:moveTo>
                    <a:pt x="1044974" y="281940"/>
                  </a:moveTo>
                  <a:lnTo>
                    <a:pt x="1044974" y="144018"/>
                  </a:lnTo>
                  <a:cubicBezTo>
                    <a:pt x="1044974" y="135131"/>
                    <a:pt x="1044727" y="126235"/>
                    <a:pt x="1044212" y="117348"/>
                  </a:cubicBezTo>
                  <a:cubicBezTo>
                    <a:pt x="1043965" y="108204"/>
                    <a:pt x="1043203" y="99184"/>
                    <a:pt x="1041927" y="90297"/>
                  </a:cubicBezTo>
                  <a:lnTo>
                    <a:pt x="1071252" y="90297"/>
                  </a:lnTo>
                  <a:lnTo>
                    <a:pt x="1075441" y="137541"/>
                  </a:lnTo>
                  <a:lnTo>
                    <a:pt x="1071252" y="136398"/>
                  </a:lnTo>
                  <a:cubicBezTo>
                    <a:pt x="1074812" y="119634"/>
                    <a:pt x="1082429" y="107061"/>
                    <a:pt x="1094102" y="98679"/>
                  </a:cubicBezTo>
                  <a:cubicBezTo>
                    <a:pt x="1106041" y="90040"/>
                    <a:pt x="1119371" y="85725"/>
                    <a:pt x="1134089" y="85725"/>
                  </a:cubicBezTo>
                  <a:cubicBezTo>
                    <a:pt x="1137393" y="85725"/>
                    <a:pt x="1140440" y="85982"/>
                    <a:pt x="1143230" y="86487"/>
                  </a:cubicBezTo>
                  <a:cubicBezTo>
                    <a:pt x="1146276" y="86744"/>
                    <a:pt x="1149076" y="87249"/>
                    <a:pt x="1151608" y="88011"/>
                  </a:cubicBezTo>
                  <a:lnTo>
                    <a:pt x="1150846" y="116205"/>
                  </a:lnTo>
                  <a:cubicBezTo>
                    <a:pt x="1145010" y="114176"/>
                    <a:pt x="1138279" y="113157"/>
                    <a:pt x="1130662" y="113157"/>
                  </a:cubicBezTo>
                  <a:cubicBezTo>
                    <a:pt x="1117466" y="113157"/>
                    <a:pt x="1106803" y="116081"/>
                    <a:pt x="1098672" y="121920"/>
                  </a:cubicBezTo>
                  <a:cubicBezTo>
                    <a:pt x="1090808" y="127759"/>
                    <a:pt x="1084962" y="135255"/>
                    <a:pt x="1081153" y="144399"/>
                  </a:cubicBezTo>
                  <a:cubicBezTo>
                    <a:pt x="1077602" y="153286"/>
                    <a:pt x="1075822" y="162687"/>
                    <a:pt x="1075822" y="172593"/>
                  </a:cubicBezTo>
                  <a:lnTo>
                    <a:pt x="1075822" y="281940"/>
                  </a:lnTo>
                  <a:lnTo>
                    <a:pt x="1044974" y="281940"/>
                  </a:lnTo>
                  <a:close/>
                  <a:moveTo>
                    <a:pt x="1182951" y="281940"/>
                  </a:moveTo>
                  <a:lnTo>
                    <a:pt x="1182951" y="144018"/>
                  </a:lnTo>
                  <a:cubicBezTo>
                    <a:pt x="1182951" y="135131"/>
                    <a:pt x="1182703" y="126235"/>
                    <a:pt x="1182189" y="117348"/>
                  </a:cubicBezTo>
                  <a:cubicBezTo>
                    <a:pt x="1181941" y="108204"/>
                    <a:pt x="1181180" y="99184"/>
                    <a:pt x="1179904" y="90297"/>
                  </a:cubicBezTo>
                  <a:lnTo>
                    <a:pt x="1209228" y="90297"/>
                  </a:lnTo>
                  <a:lnTo>
                    <a:pt x="1212656" y="129921"/>
                  </a:lnTo>
                  <a:lnTo>
                    <a:pt x="1208847" y="132588"/>
                  </a:lnTo>
                  <a:cubicBezTo>
                    <a:pt x="1213418" y="117605"/>
                    <a:pt x="1221291" y="106042"/>
                    <a:pt x="1232459" y="97917"/>
                  </a:cubicBezTo>
                  <a:cubicBezTo>
                    <a:pt x="1243885" y="89792"/>
                    <a:pt x="1257347" y="85725"/>
                    <a:pt x="1272828" y="85725"/>
                  </a:cubicBezTo>
                  <a:cubicBezTo>
                    <a:pt x="1291365" y="85725"/>
                    <a:pt x="1305713" y="90297"/>
                    <a:pt x="1315862" y="99441"/>
                  </a:cubicBezTo>
                  <a:cubicBezTo>
                    <a:pt x="1326278" y="108585"/>
                    <a:pt x="1332876" y="122558"/>
                    <a:pt x="1335665" y="141351"/>
                  </a:cubicBezTo>
                  <a:lnTo>
                    <a:pt x="1326526" y="136398"/>
                  </a:lnTo>
                  <a:cubicBezTo>
                    <a:pt x="1330591" y="120901"/>
                    <a:pt x="1338712" y="108585"/>
                    <a:pt x="1350899" y="99441"/>
                  </a:cubicBezTo>
                  <a:cubicBezTo>
                    <a:pt x="1363343" y="90297"/>
                    <a:pt x="1378196" y="85725"/>
                    <a:pt x="1395457" y="85725"/>
                  </a:cubicBezTo>
                  <a:cubicBezTo>
                    <a:pt x="1416536" y="85725"/>
                    <a:pt x="1432398" y="92078"/>
                    <a:pt x="1443061" y="104775"/>
                  </a:cubicBezTo>
                  <a:cubicBezTo>
                    <a:pt x="1453725" y="117224"/>
                    <a:pt x="1459056" y="136141"/>
                    <a:pt x="1459056" y="161544"/>
                  </a:cubicBezTo>
                  <a:lnTo>
                    <a:pt x="1459056" y="281940"/>
                  </a:lnTo>
                  <a:lnTo>
                    <a:pt x="1428209" y="281940"/>
                  </a:lnTo>
                  <a:lnTo>
                    <a:pt x="1428209" y="163068"/>
                  </a:lnTo>
                  <a:cubicBezTo>
                    <a:pt x="1428209" y="145285"/>
                    <a:pt x="1425038" y="132331"/>
                    <a:pt x="1418688" y="124206"/>
                  </a:cubicBezTo>
                  <a:cubicBezTo>
                    <a:pt x="1412347" y="115824"/>
                    <a:pt x="1402312" y="111633"/>
                    <a:pt x="1388602" y="111633"/>
                  </a:cubicBezTo>
                  <a:cubicBezTo>
                    <a:pt x="1372607" y="111633"/>
                    <a:pt x="1359915" y="117091"/>
                    <a:pt x="1350518" y="128016"/>
                  </a:cubicBezTo>
                  <a:cubicBezTo>
                    <a:pt x="1341378" y="138941"/>
                    <a:pt x="1336808" y="153800"/>
                    <a:pt x="1336808" y="172593"/>
                  </a:cubicBezTo>
                  <a:lnTo>
                    <a:pt x="1336808" y="281940"/>
                  </a:lnTo>
                  <a:lnTo>
                    <a:pt x="1305960" y="281940"/>
                  </a:lnTo>
                  <a:lnTo>
                    <a:pt x="1305960" y="163068"/>
                  </a:lnTo>
                  <a:cubicBezTo>
                    <a:pt x="1305960" y="145285"/>
                    <a:pt x="1302666" y="132331"/>
                    <a:pt x="1296059" y="124206"/>
                  </a:cubicBezTo>
                  <a:cubicBezTo>
                    <a:pt x="1289718" y="115824"/>
                    <a:pt x="1279683" y="111633"/>
                    <a:pt x="1265973" y="111633"/>
                  </a:cubicBezTo>
                  <a:cubicBezTo>
                    <a:pt x="1249730" y="111633"/>
                    <a:pt x="1236906" y="117091"/>
                    <a:pt x="1227508" y="128016"/>
                  </a:cubicBezTo>
                  <a:cubicBezTo>
                    <a:pt x="1218368" y="138941"/>
                    <a:pt x="1213798" y="153800"/>
                    <a:pt x="1213798" y="172593"/>
                  </a:cubicBezTo>
                  <a:lnTo>
                    <a:pt x="1213798" y="281940"/>
                  </a:lnTo>
                  <a:lnTo>
                    <a:pt x="1182951" y="2819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g12709bdffa8_0_3029"/>
            <p:cNvSpPr/>
            <p:nvPr/>
          </p:nvSpPr>
          <p:spPr>
            <a:xfrm>
              <a:off x="4527854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g12709bdffa8_0_3029"/>
            <p:cNvSpPr/>
            <p:nvPr/>
          </p:nvSpPr>
          <p:spPr>
            <a:xfrm>
              <a:off x="1919132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M">
  <p:cSld name="SWM">
    <p:bg>
      <p:bgPr>
        <a:solidFill>
          <a:srgbClr val="245893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g12709bdffa8_0_3049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3007268" y="-1"/>
            <a:ext cx="918473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g12709bdffa8_0_3049"/>
          <p:cNvSpPr txBox="1"/>
          <p:nvPr>
            <p:ph idx="1" type="body"/>
          </p:nvPr>
        </p:nvSpPr>
        <p:spPr>
          <a:xfrm>
            <a:off x="155786" y="6472155"/>
            <a:ext cx="5940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7" name="Google Shape;627;g12709bdffa8_0_3049"/>
          <p:cNvSpPr txBox="1"/>
          <p:nvPr>
            <p:ph type="title"/>
          </p:nvPr>
        </p:nvSpPr>
        <p:spPr>
          <a:xfrm>
            <a:off x="155786" y="1191528"/>
            <a:ext cx="5054700" cy="48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Rokkitt"/>
              <a:buNone/>
              <a:defRPr b="1" sz="3200">
                <a:solidFill>
                  <a:schemeClr val="dk2"/>
                </a:solidFill>
                <a:latin typeface="Rokkitt"/>
                <a:ea typeface="Rokkitt"/>
                <a:cs typeface="Rokkitt"/>
                <a:sym typeface="Rokkit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28" name="Google Shape;628;g12709bdffa8_0_3049"/>
          <p:cNvGrpSpPr/>
          <p:nvPr/>
        </p:nvGrpSpPr>
        <p:grpSpPr>
          <a:xfrm>
            <a:off x="300945" y="308243"/>
            <a:ext cx="2012792" cy="571765"/>
            <a:chOff x="338666" y="4303183"/>
            <a:chExt cx="7340599" cy="2085212"/>
          </a:xfrm>
        </p:grpSpPr>
        <p:sp>
          <p:nvSpPr>
            <p:cNvPr id="629" name="Google Shape;629;g12709bdffa8_0_3049"/>
            <p:cNvSpPr/>
            <p:nvPr/>
          </p:nvSpPr>
          <p:spPr>
            <a:xfrm>
              <a:off x="338666" y="4817769"/>
              <a:ext cx="931067" cy="1085156"/>
            </a:xfrm>
            <a:custGeom>
              <a:rect b="b" l="l" r="r" t="t"/>
              <a:pathLst>
                <a:path extrusionOk="0" h="1085156" w="931067">
                  <a:moveTo>
                    <a:pt x="266668" y="724502"/>
                  </a:moveTo>
                  <a:lnTo>
                    <a:pt x="0" y="724502"/>
                  </a:lnTo>
                  <a:cubicBezTo>
                    <a:pt x="0" y="847803"/>
                    <a:pt x="39462" y="937691"/>
                    <a:pt x="117749" y="995117"/>
                  </a:cubicBezTo>
                  <a:cubicBezTo>
                    <a:pt x="188382" y="1054534"/>
                    <a:pt x="298318" y="1085157"/>
                    <a:pt x="451383" y="1085157"/>
                  </a:cubicBezTo>
                  <a:cubicBezTo>
                    <a:pt x="735511" y="1085157"/>
                    <a:pt x="931068" y="993278"/>
                    <a:pt x="931068" y="736551"/>
                  </a:cubicBezTo>
                  <a:cubicBezTo>
                    <a:pt x="931068" y="663885"/>
                    <a:pt x="908108" y="599124"/>
                    <a:pt x="860036" y="546727"/>
                  </a:cubicBezTo>
                  <a:cubicBezTo>
                    <a:pt x="804550" y="492016"/>
                    <a:pt x="691505" y="445600"/>
                    <a:pt x="507268" y="409227"/>
                  </a:cubicBezTo>
                  <a:cubicBezTo>
                    <a:pt x="364487" y="382909"/>
                    <a:pt x="294252" y="340558"/>
                    <a:pt x="294252" y="285925"/>
                  </a:cubicBezTo>
                  <a:cubicBezTo>
                    <a:pt x="294252" y="231452"/>
                    <a:pt x="348064" y="203059"/>
                    <a:pt x="455529" y="203059"/>
                  </a:cubicBezTo>
                  <a:cubicBezTo>
                    <a:pt x="546571" y="203059"/>
                    <a:pt x="602376" y="229378"/>
                    <a:pt x="621111" y="275875"/>
                  </a:cubicBezTo>
                  <a:cubicBezTo>
                    <a:pt x="637534" y="318386"/>
                    <a:pt x="678032" y="340558"/>
                    <a:pt x="737424" y="342631"/>
                  </a:cubicBezTo>
                  <a:lnTo>
                    <a:pt x="898542" y="342631"/>
                  </a:lnTo>
                  <a:cubicBezTo>
                    <a:pt x="892802" y="231452"/>
                    <a:pt x="852463" y="146910"/>
                    <a:pt x="777764" y="86934"/>
                  </a:cubicBezTo>
                  <a:cubicBezTo>
                    <a:pt x="701151" y="28951"/>
                    <a:pt x="592251" y="0"/>
                    <a:pt x="451543" y="0"/>
                  </a:cubicBezTo>
                  <a:cubicBezTo>
                    <a:pt x="206080" y="3908"/>
                    <a:pt x="29577" y="108388"/>
                    <a:pt x="29577" y="334417"/>
                  </a:cubicBezTo>
                  <a:cubicBezTo>
                    <a:pt x="31649" y="502141"/>
                    <a:pt x="149159" y="607421"/>
                    <a:pt x="383141" y="649693"/>
                  </a:cubicBezTo>
                  <a:cubicBezTo>
                    <a:pt x="571284" y="682230"/>
                    <a:pt x="666472" y="726578"/>
                    <a:pt x="666472" y="781214"/>
                  </a:cubicBezTo>
                  <a:cubicBezTo>
                    <a:pt x="666472" y="849880"/>
                    <a:pt x="608515" y="882103"/>
                    <a:pt x="492679" y="882103"/>
                  </a:cubicBezTo>
                  <a:cubicBezTo>
                    <a:pt x="358348" y="882103"/>
                    <a:pt x="272648" y="841907"/>
                    <a:pt x="266668" y="7245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g12709bdffa8_0_3049"/>
            <p:cNvSpPr/>
            <p:nvPr/>
          </p:nvSpPr>
          <p:spPr>
            <a:xfrm>
              <a:off x="1374890" y="4819443"/>
              <a:ext cx="1517750" cy="1067689"/>
            </a:xfrm>
            <a:custGeom>
              <a:rect b="b" l="l" r="r" t="t"/>
              <a:pathLst>
                <a:path extrusionOk="0" h="1067689" w="1517750">
                  <a:moveTo>
                    <a:pt x="448672" y="223396"/>
                  </a:moveTo>
                  <a:cubicBezTo>
                    <a:pt x="569444" y="223396"/>
                    <a:pt x="630673" y="277471"/>
                    <a:pt x="636890" y="387375"/>
                  </a:cubicBezTo>
                  <a:lnTo>
                    <a:pt x="636890" y="1063784"/>
                  </a:lnTo>
                  <a:lnTo>
                    <a:pt x="880920" y="1063784"/>
                  </a:lnTo>
                  <a:lnTo>
                    <a:pt x="880920" y="391522"/>
                  </a:lnTo>
                  <a:cubicBezTo>
                    <a:pt x="882995" y="281379"/>
                    <a:pt x="944138" y="227305"/>
                    <a:pt x="1064996" y="227305"/>
                  </a:cubicBezTo>
                  <a:cubicBezTo>
                    <a:pt x="1185778" y="227305"/>
                    <a:pt x="1246998" y="281379"/>
                    <a:pt x="1253139" y="391522"/>
                  </a:cubicBezTo>
                  <a:lnTo>
                    <a:pt x="1253139" y="935778"/>
                  </a:lnTo>
                  <a:cubicBezTo>
                    <a:pt x="1253139" y="1019760"/>
                    <a:pt x="1296268" y="1061794"/>
                    <a:pt x="1382527" y="1067690"/>
                  </a:cubicBezTo>
                  <a:lnTo>
                    <a:pt x="1517733" y="1067690"/>
                  </a:lnTo>
                  <a:lnTo>
                    <a:pt x="1517733" y="445517"/>
                  </a:lnTo>
                  <a:cubicBezTo>
                    <a:pt x="1519571" y="146911"/>
                    <a:pt x="1372645" y="3669"/>
                    <a:pt x="1069062" y="3669"/>
                  </a:cubicBezTo>
                  <a:cubicBezTo>
                    <a:pt x="930028" y="3669"/>
                    <a:pt x="829973" y="30387"/>
                    <a:pt x="760699" y="85897"/>
                  </a:cubicBezTo>
                  <a:cubicBezTo>
                    <a:pt x="691502" y="28553"/>
                    <a:pt x="591847" y="0"/>
                    <a:pt x="452737" y="0"/>
                  </a:cubicBezTo>
                  <a:cubicBezTo>
                    <a:pt x="148992" y="0"/>
                    <a:pt x="0" y="143242"/>
                    <a:pt x="0" y="441449"/>
                  </a:cubicBezTo>
                  <a:lnTo>
                    <a:pt x="0" y="1063784"/>
                  </a:lnTo>
                  <a:lnTo>
                    <a:pt x="264509" y="1063784"/>
                  </a:lnTo>
                  <a:lnTo>
                    <a:pt x="264509" y="387375"/>
                  </a:lnTo>
                  <a:cubicBezTo>
                    <a:pt x="266747" y="277471"/>
                    <a:pt x="327890" y="223396"/>
                    <a:pt x="448672" y="2233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g12709bdffa8_0_3049"/>
            <p:cNvSpPr/>
            <p:nvPr/>
          </p:nvSpPr>
          <p:spPr>
            <a:xfrm>
              <a:off x="3018422" y="4817769"/>
              <a:ext cx="880929" cy="1069283"/>
            </a:xfrm>
            <a:custGeom>
              <a:rect b="b" l="l" r="r" t="t"/>
              <a:pathLst>
                <a:path extrusionOk="0" h="1069283" w="880929">
                  <a:moveTo>
                    <a:pt x="450909" y="203059"/>
                  </a:moveTo>
                  <a:cubicBezTo>
                    <a:pt x="567140" y="203059"/>
                    <a:pt x="626293" y="232648"/>
                    <a:pt x="632672" y="291907"/>
                  </a:cubicBezTo>
                  <a:cubicBezTo>
                    <a:pt x="632672" y="349012"/>
                    <a:pt x="571443" y="382510"/>
                    <a:pt x="450909" y="396308"/>
                  </a:cubicBezTo>
                  <a:cubicBezTo>
                    <a:pt x="176822" y="421989"/>
                    <a:pt x="5503" y="489301"/>
                    <a:pt x="0" y="739732"/>
                  </a:cubicBezTo>
                  <a:cubicBezTo>
                    <a:pt x="0" y="970552"/>
                    <a:pt x="163912" y="1086833"/>
                    <a:pt x="421566" y="1067135"/>
                  </a:cubicBezTo>
                  <a:cubicBezTo>
                    <a:pt x="714466" y="1047438"/>
                    <a:pt x="880929" y="919183"/>
                    <a:pt x="880929" y="631186"/>
                  </a:cubicBezTo>
                  <a:lnTo>
                    <a:pt x="880929" y="276035"/>
                  </a:lnTo>
                  <a:cubicBezTo>
                    <a:pt x="875188" y="89406"/>
                    <a:pt x="735279" y="0"/>
                    <a:pt x="438475" y="0"/>
                  </a:cubicBezTo>
                  <a:cubicBezTo>
                    <a:pt x="188228" y="0"/>
                    <a:pt x="59639" y="89406"/>
                    <a:pt x="29819" y="276035"/>
                  </a:cubicBezTo>
                  <a:lnTo>
                    <a:pt x="282056" y="276035"/>
                  </a:lnTo>
                  <a:cubicBezTo>
                    <a:pt x="296804" y="226746"/>
                    <a:pt x="351730" y="203059"/>
                    <a:pt x="450909" y="203059"/>
                  </a:cubicBezTo>
                  <a:close/>
                  <a:moveTo>
                    <a:pt x="385615" y="854023"/>
                  </a:moveTo>
                  <a:cubicBezTo>
                    <a:pt x="296804" y="854023"/>
                    <a:pt x="250409" y="814551"/>
                    <a:pt x="244030" y="731760"/>
                  </a:cubicBezTo>
                  <a:cubicBezTo>
                    <a:pt x="244030" y="654874"/>
                    <a:pt x="300955" y="605582"/>
                    <a:pt x="412959" y="585808"/>
                  </a:cubicBezTo>
                  <a:cubicBezTo>
                    <a:pt x="495314" y="570016"/>
                    <a:pt x="571529" y="548404"/>
                    <a:pt x="636899" y="522724"/>
                  </a:cubicBezTo>
                  <a:lnTo>
                    <a:pt x="636899" y="619308"/>
                  </a:lnTo>
                  <a:cubicBezTo>
                    <a:pt x="636814" y="767250"/>
                    <a:pt x="541872" y="854023"/>
                    <a:pt x="385615" y="8540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g12709bdffa8_0_3049"/>
            <p:cNvSpPr/>
            <p:nvPr/>
          </p:nvSpPr>
          <p:spPr>
            <a:xfrm>
              <a:off x="5216460" y="4303183"/>
              <a:ext cx="408455" cy="1583837"/>
            </a:xfrm>
            <a:custGeom>
              <a:rect b="b" l="l" r="r" t="t"/>
              <a:pathLst>
                <a:path extrusionOk="0" h="1583837" w="408455">
                  <a:moveTo>
                    <a:pt x="244078" y="292465"/>
                  </a:moveTo>
                  <a:lnTo>
                    <a:pt x="244078" y="129683"/>
                  </a:lnTo>
                  <a:cubicBezTo>
                    <a:pt x="244078" y="62050"/>
                    <a:pt x="190904" y="0"/>
                    <a:pt x="126647" y="0"/>
                  </a:cubicBezTo>
                  <a:lnTo>
                    <a:pt x="48" y="0"/>
                  </a:lnTo>
                  <a:lnTo>
                    <a:pt x="48" y="1388707"/>
                  </a:lnTo>
                  <a:cubicBezTo>
                    <a:pt x="-1704" y="1505236"/>
                    <a:pt x="44215" y="1566253"/>
                    <a:pt x="139958" y="1576140"/>
                  </a:cubicBezTo>
                  <a:cubicBezTo>
                    <a:pt x="235938" y="1586027"/>
                    <a:pt x="325872" y="1586027"/>
                    <a:pt x="408456" y="1578216"/>
                  </a:cubicBezTo>
                  <a:lnTo>
                    <a:pt x="408456" y="1378820"/>
                  </a:lnTo>
                  <a:lnTo>
                    <a:pt x="329776" y="1378820"/>
                  </a:lnTo>
                  <a:cubicBezTo>
                    <a:pt x="269747" y="1378820"/>
                    <a:pt x="244078" y="1354017"/>
                    <a:pt x="244078" y="1308402"/>
                  </a:cubicBezTo>
                  <a:lnTo>
                    <a:pt x="244078" y="700816"/>
                  </a:lnTo>
                  <a:lnTo>
                    <a:pt x="244078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g12709bdffa8_0_3049"/>
            <p:cNvSpPr/>
            <p:nvPr/>
          </p:nvSpPr>
          <p:spPr>
            <a:xfrm>
              <a:off x="5647957" y="4819443"/>
              <a:ext cx="942548" cy="1081815"/>
            </a:xfrm>
            <a:custGeom>
              <a:rect b="b" l="l" r="r" t="t"/>
              <a:pathLst>
                <a:path extrusionOk="0" h="1081815" w="942548">
                  <a:moveTo>
                    <a:pt x="474350" y="223396"/>
                  </a:moveTo>
                  <a:cubicBezTo>
                    <a:pt x="610108" y="223396"/>
                    <a:pt x="677954" y="326920"/>
                    <a:pt x="677954" y="535718"/>
                  </a:cubicBezTo>
                  <a:cubicBezTo>
                    <a:pt x="676040" y="748907"/>
                    <a:pt x="608042" y="858416"/>
                    <a:pt x="472274" y="858416"/>
                  </a:cubicBezTo>
                  <a:cubicBezTo>
                    <a:pt x="336507" y="858416"/>
                    <a:pt x="266432" y="752822"/>
                    <a:pt x="264595" y="544015"/>
                  </a:cubicBezTo>
                  <a:cubicBezTo>
                    <a:pt x="264681" y="330908"/>
                    <a:pt x="334431" y="223396"/>
                    <a:pt x="474350" y="223396"/>
                  </a:cubicBezTo>
                  <a:close/>
                  <a:moveTo>
                    <a:pt x="474350" y="0"/>
                  </a:moveTo>
                  <a:cubicBezTo>
                    <a:pt x="156733" y="0"/>
                    <a:pt x="0" y="173868"/>
                    <a:pt x="0" y="544015"/>
                  </a:cubicBezTo>
                  <a:cubicBezTo>
                    <a:pt x="0" y="908984"/>
                    <a:pt x="156733" y="1081815"/>
                    <a:pt x="474350" y="1081815"/>
                  </a:cubicBezTo>
                  <a:cubicBezTo>
                    <a:pt x="788206" y="1081815"/>
                    <a:pt x="942549" y="908898"/>
                    <a:pt x="942549" y="544015"/>
                  </a:cubicBezTo>
                  <a:cubicBezTo>
                    <a:pt x="942549" y="173947"/>
                    <a:pt x="788206" y="0"/>
                    <a:pt x="474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g12709bdffa8_0_3049"/>
            <p:cNvSpPr/>
            <p:nvPr/>
          </p:nvSpPr>
          <p:spPr>
            <a:xfrm>
              <a:off x="6716152" y="4817830"/>
              <a:ext cx="963113" cy="1497041"/>
            </a:xfrm>
            <a:custGeom>
              <a:rect b="b" l="l" r="r" t="t"/>
              <a:pathLst>
                <a:path extrusionOk="0" h="1497041" w="963113">
                  <a:moveTo>
                    <a:pt x="414073" y="1083504"/>
                  </a:moveTo>
                  <a:cubicBezTo>
                    <a:pt x="547365" y="1083504"/>
                    <a:pt x="650524" y="1033974"/>
                    <a:pt x="719084" y="934438"/>
                  </a:cubicBezTo>
                  <a:lnTo>
                    <a:pt x="719084" y="1037641"/>
                  </a:lnTo>
                  <a:cubicBezTo>
                    <a:pt x="719084" y="1206805"/>
                    <a:pt x="646382" y="1293978"/>
                    <a:pt x="505036" y="1293978"/>
                  </a:cubicBezTo>
                  <a:cubicBezTo>
                    <a:pt x="393898" y="1293978"/>
                    <a:pt x="331156" y="1255697"/>
                    <a:pt x="313142" y="1174983"/>
                  </a:cubicBezTo>
                  <a:lnTo>
                    <a:pt x="27183" y="1174983"/>
                  </a:lnTo>
                  <a:cubicBezTo>
                    <a:pt x="86973" y="1395505"/>
                    <a:pt x="233585" y="1497042"/>
                    <a:pt x="474578" y="1497042"/>
                  </a:cubicBezTo>
                  <a:cubicBezTo>
                    <a:pt x="807733" y="1491536"/>
                    <a:pt x="963114" y="1370226"/>
                    <a:pt x="963114" y="1100649"/>
                  </a:cubicBezTo>
                  <a:lnTo>
                    <a:pt x="963114" y="465398"/>
                  </a:lnTo>
                  <a:cubicBezTo>
                    <a:pt x="963114" y="140866"/>
                    <a:pt x="809732" y="-1817"/>
                    <a:pt x="484861" y="17"/>
                  </a:cubicBezTo>
                  <a:cubicBezTo>
                    <a:pt x="158485" y="5601"/>
                    <a:pt x="0" y="166548"/>
                    <a:pt x="0" y="530559"/>
                  </a:cubicBezTo>
                  <a:cubicBezTo>
                    <a:pt x="76" y="907720"/>
                    <a:pt x="135283" y="1083504"/>
                    <a:pt x="414073" y="1083504"/>
                  </a:cubicBezTo>
                  <a:close/>
                  <a:moveTo>
                    <a:pt x="488850" y="860105"/>
                  </a:moveTo>
                  <a:cubicBezTo>
                    <a:pt x="343437" y="860105"/>
                    <a:pt x="270650" y="753073"/>
                    <a:pt x="264671" y="538846"/>
                  </a:cubicBezTo>
                  <a:cubicBezTo>
                    <a:pt x="264671" y="314177"/>
                    <a:pt x="339448" y="202997"/>
                    <a:pt x="492915" y="202997"/>
                  </a:cubicBezTo>
                  <a:cubicBezTo>
                    <a:pt x="646382" y="202997"/>
                    <a:pt x="720922" y="314177"/>
                    <a:pt x="719084" y="538846"/>
                  </a:cubicBezTo>
                  <a:cubicBezTo>
                    <a:pt x="711115" y="753073"/>
                    <a:pt x="634263" y="860105"/>
                    <a:pt x="488850" y="8601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g12709bdffa8_0_3049"/>
            <p:cNvSpPr/>
            <p:nvPr/>
          </p:nvSpPr>
          <p:spPr>
            <a:xfrm>
              <a:off x="4661889" y="4843290"/>
              <a:ext cx="419889" cy="1039937"/>
            </a:xfrm>
            <a:custGeom>
              <a:rect b="b" l="l" r="r" t="t"/>
              <a:pathLst>
                <a:path extrusionOk="0" h="1039937" w="419889">
                  <a:moveTo>
                    <a:pt x="0" y="1039938"/>
                  </a:moveTo>
                  <a:lnTo>
                    <a:pt x="264595" y="1039938"/>
                  </a:lnTo>
                  <a:lnTo>
                    <a:pt x="264595" y="492412"/>
                  </a:lnTo>
                  <a:cubicBezTo>
                    <a:pt x="264595" y="363368"/>
                    <a:pt x="316331" y="20497"/>
                    <a:pt x="419890" y="0"/>
                  </a:cubicBezTo>
                  <a:cubicBezTo>
                    <a:pt x="146841" y="33737"/>
                    <a:pt x="6931" y="198992"/>
                    <a:pt x="0" y="496403"/>
                  </a:cubicBezTo>
                  <a:lnTo>
                    <a:pt x="0" y="10399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g12709bdffa8_0_3049"/>
            <p:cNvSpPr/>
            <p:nvPr/>
          </p:nvSpPr>
          <p:spPr>
            <a:xfrm>
              <a:off x="4661889" y="4488137"/>
              <a:ext cx="244020" cy="471437"/>
            </a:xfrm>
            <a:custGeom>
              <a:rect b="b" l="l" r="r" t="t"/>
              <a:pathLst>
                <a:path extrusionOk="0" h="471437" w="244020">
                  <a:moveTo>
                    <a:pt x="244020" y="292465"/>
                  </a:moveTo>
                  <a:lnTo>
                    <a:pt x="244020" y="129683"/>
                  </a:lnTo>
                  <a:cubicBezTo>
                    <a:pt x="244020" y="62050"/>
                    <a:pt x="190846" y="0"/>
                    <a:pt x="126513" y="0"/>
                  </a:cubicBezTo>
                  <a:lnTo>
                    <a:pt x="0" y="0"/>
                  </a:lnTo>
                  <a:lnTo>
                    <a:pt x="152" y="471438"/>
                  </a:lnTo>
                  <a:lnTo>
                    <a:pt x="244020" y="471438"/>
                  </a:lnTo>
                  <a:lnTo>
                    <a:pt x="244020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g12709bdffa8_0_3049"/>
            <p:cNvSpPr/>
            <p:nvPr/>
          </p:nvSpPr>
          <p:spPr>
            <a:xfrm>
              <a:off x="4025065" y="4842652"/>
              <a:ext cx="522658" cy="1040575"/>
            </a:xfrm>
            <a:custGeom>
              <a:rect b="b" l="l" r="r" t="t"/>
              <a:pathLst>
                <a:path extrusionOk="0" h="1040575" w="522658">
                  <a:moveTo>
                    <a:pt x="0" y="1040576"/>
                  </a:moveTo>
                  <a:lnTo>
                    <a:pt x="264604" y="1040576"/>
                  </a:lnTo>
                  <a:lnTo>
                    <a:pt x="264604" y="493050"/>
                  </a:lnTo>
                  <a:cubicBezTo>
                    <a:pt x="264604" y="339762"/>
                    <a:pt x="337544" y="262078"/>
                    <a:pt x="483356" y="262078"/>
                  </a:cubicBezTo>
                  <a:lnTo>
                    <a:pt x="522658" y="262078"/>
                  </a:lnTo>
                  <a:lnTo>
                    <a:pt x="522658" y="0"/>
                  </a:lnTo>
                  <a:cubicBezTo>
                    <a:pt x="214534" y="21774"/>
                    <a:pt x="7417" y="184795"/>
                    <a:pt x="86" y="496955"/>
                  </a:cubicBezTo>
                  <a:lnTo>
                    <a:pt x="86" y="1040576"/>
                  </a:lnTo>
                  <a:lnTo>
                    <a:pt x="0" y="10405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g12709bdffa8_0_3049"/>
            <p:cNvSpPr/>
            <p:nvPr/>
          </p:nvSpPr>
          <p:spPr>
            <a:xfrm>
              <a:off x="356946" y="6029112"/>
              <a:ext cx="1060969" cy="277368"/>
            </a:xfrm>
            <a:custGeom>
              <a:rect b="b" l="l" r="r" t="t"/>
              <a:pathLst>
                <a:path extrusionOk="0" h="277368" w="1060969">
                  <a:moveTo>
                    <a:pt x="101302" y="277368"/>
                  </a:moveTo>
                  <a:cubicBezTo>
                    <a:pt x="87338" y="277368"/>
                    <a:pt x="74263" y="276225"/>
                    <a:pt x="62076" y="273939"/>
                  </a:cubicBezTo>
                  <a:cubicBezTo>
                    <a:pt x="49889" y="271396"/>
                    <a:pt x="38591" y="267586"/>
                    <a:pt x="28182" y="262509"/>
                  </a:cubicBezTo>
                  <a:cubicBezTo>
                    <a:pt x="17772" y="257175"/>
                    <a:pt x="8378" y="250698"/>
                    <a:pt x="0" y="243078"/>
                  </a:cubicBezTo>
                  <a:lnTo>
                    <a:pt x="11806" y="219075"/>
                  </a:lnTo>
                  <a:cubicBezTo>
                    <a:pt x="25516" y="230505"/>
                    <a:pt x="39226" y="238630"/>
                    <a:pt x="52936" y="243459"/>
                  </a:cubicBezTo>
                  <a:cubicBezTo>
                    <a:pt x="66900" y="248288"/>
                    <a:pt x="83149" y="250698"/>
                    <a:pt x="101683" y="250698"/>
                  </a:cubicBezTo>
                  <a:cubicBezTo>
                    <a:pt x="123264" y="250698"/>
                    <a:pt x="140021" y="246507"/>
                    <a:pt x="151953" y="238125"/>
                  </a:cubicBezTo>
                  <a:cubicBezTo>
                    <a:pt x="163886" y="229486"/>
                    <a:pt x="169853" y="217427"/>
                    <a:pt x="169853" y="201930"/>
                  </a:cubicBezTo>
                  <a:cubicBezTo>
                    <a:pt x="169853" y="192529"/>
                    <a:pt x="166806" y="185042"/>
                    <a:pt x="160712" y="179451"/>
                  </a:cubicBezTo>
                  <a:cubicBezTo>
                    <a:pt x="154873" y="173612"/>
                    <a:pt x="146748" y="169040"/>
                    <a:pt x="136339" y="165735"/>
                  </a:cubicBezTo>
                  <a:cubicBezTo>
                    <a:pt x="126183" y="162182"/>
                    <a:pt x="114631" y="158877"/>
                    <a:pt x="101683" y="155829"/>
                  </a:cubicBezTo>
                  <a:cubicBezTo>
                    <a:pt x="88735" y="153038"/>
                    <a:pt x="76421" y="149857"/>
                    <a:pt x="64742" y="146304"/>
                  </a:cubicBezTo>
                  <a:cubicBezTo>
                    <a:pt x="53063" y="142494"/>
                    <a:pt x="42654" y="137798"/>
                    <a:pt x="33514" y="132207"/>
                  </a:cubicBezTo>
                  <a:cubicBezTo>
                    <a:pt x="24627" y="126616"/>
                    <a:pt x="17645" y="119510"/>
                    <a:pt x="12568" y="110871"/>
                  </a:cubicBezTo>
                  <a:cubicBezTo>
                    <a:pt x="7490" y="102232"/>
                    <a:pt x="4951" y="91440"/>
                    <a:pt x="4951" y="78486"/>
                  </a:cubicBezTo>
                  <a:cubicBezTo>
                    <a:pt x="4951" y="62989"/>
                    <a:pt x="9013" y="49406"/>
                    <a:pt x="17138" y="37719"/>
                  </a:cubicBezTo>
                  <a:cubicBezTo>
                    <a:pt x="25262" y="25784"/>
                    <a:pt x="36687" y="16507"/>
                    <a:pt x="51413" y="9906"/>
                  </a:cubicBezTo>
                  <a:cubicBezTo>
                    <a:pt x="66138" y="3305"/>
                    <a:pt x="83530" y="0"/>
                    <a:pt x="103587" y="0"/>
                  </a:cubicBezTo>
                  <a:cubicBezTo>
                    <a:pt x="116028" y="0"/>
                    <a:pt x="127961" y="1400"/>
                    <a:pt x="139386" y="4191"/>
                  </a:cubicBezTo>
                  <a:cubicBezTo>
                    <a:pt x="150811" y="6734"/>
                    <a:pt x="161348" y="10544"/>
                    <a:pt x="170995" y="15621"/>
                  </a:cubicBezTo>
                  <a:cubicBezTo>
                    <a:pt x="180897" y="20698"/>
                    <a:pt x="189656" y="26927"/>
                    <a:pt x="197273" y="34290"/>
                  </a:cubicBezTo>
                  <a:lnTo>
                    <a:pt x="185086" y="58293"/>
                  </a:lnTo>
                  <a:cubicBezTo>
                    <a:pt x="172645" y="47368"/>
                    <a:pt x="159824" y="39367"/>
                    <a:pt x="146622" y="34290"/>
                  </a:cubicBezTo>
                  <a:cubicBezTo>
                    <a:pt x="133419" y="29213"/>
                    <a:pt x="119075" y="26670"/>
                    <a:pt x="103587" y="26670"/>
                  </a:cubicBezTo>
                  <a:cubicBezTo>
                    <a:pt x="82515" y="26670"/>
                    <a:pt x="66011" y="31118"/>
                    <a:pt x="54079" y="40005"/>
                  </a:cubicBezTo>
                  <a:cubicBezTo>
                    <a:pt x="42146" y="48892"/>
                    <a:pt x="36179" y="61341"/>
                    <a:pt x="36179" y="77343"/>
                  </a:cubicBezTo>
                  <a:cubicBezTo>
                    <a:pt x="36179" y="87249"/>
                    <a:pt x="38845" y="95250"/>
                    <a:pt x="44177" y="101346"/>
                  </a:cubicBezTo>
                  <a:cubicBezTo>
                    <a:pt x="49509" y="107442"/>
                    <a:pt x="56998" y="112395"/>
                    <a:pt x="66646" y="116205"/>
                  </a:cubicBezTo>
                  <a:cubicBezTo>
                    <a:pt x="76294" y="119758"/>
                    <a:pt x="87338" y="123063"/>
                    <a:pt x="99779" y="126111"/>
                  </a:cubicBezTo>
                  <a:cubicBezTo>
                    <a:pt x="112981" y="129159"/>
                    <a:pt x="125676" y="132464"/>
                    <a:pt x="137862" y="136017"/>
                  </a:cubicBezTo>
                  <a:cubicBezTo>
                    <a:pt x="150049" y="139570"/>
                    <a:pt x="160839" y="144018"/>
                    <a:pt x="170233" y="149352"/>
                  </a:cubicBezTo>
                  <a:cubicBezTo>
                    <a:pt x="179881" y="154429"/>
                    <a:pt x="187498" y="161163"/>
                    <a:pt x="193084" y="169545"/>
                  </a:cubicBezTo>
                  <a:cubicBezTo>
                    <a:pt x="198669" y="177670"/>
                    <a:pt x="201462" y="188090"/>
                    <a:pt x="201462" y="200787"/>
                  </a:cubicBezTo>
                  <a:cubicBezTo>
                    <a:pt x="201462" y="216284"/>
                    <a:pt x="197399" y="229743"/>
                    <a:pt x="189275" y="241173"/>
                  </a:cubicBezTo>
                  <a:cubicBezTo>
                    <a:pt x="181151" y="252603"/>
                    <a:pt x="169598" y="261490"/>
                    <a:pt x="154619" y="267843"/>
                  </a:cubicBezTo>
                  <a:cubicBezTo>
                    <a:pt x="139640" y="274196"/>
                    <a:pt x="121867" y="277368"/>
                    <a:pt x="101302" y="277368"/>
                  </a:cubicBezTo>
                  <a:close/>
                  <a:moveTo>
                    <a:pt x="248704" y="274320"/>
                  </a:moveTo>
                  <a:lnTo>
                    <a:pt x="248704" y="136398"/>
                  </a:lnTo>
                  <a:cubicBezTo>
                    <a:pt x="248704" y="127511"/>
                    <a:pt x="248449" y="118615"/>
                    <a:pt x="247942" y="109728"/>
                  </a:cubicBezTo>
                  <a:cubicBezTo>
                    <a:pt x="247688" y="100584"/>
                    <a:pt x="246926" y="91564"/>
                    <a:pt x="245657" y="82677"/>
                  </a:cubicBezTo>
                  <a:lnTo>
                    <a:pt x="274981" y="82677"/>
                  </a:lnTo>
                  <a:lnTo>
                    <a:pt x="278409" y="122301"/>
                  </a:lnTo>
                  <a:lnTo>
                    <a:pt x="274600" y="124968"/>
                  </a:lnTo>
                  <a:cubicBezTo>
                    <a:pt x="279170" y="109985"/>
                    <a:pt x="287040" y="98422"/>
                    <a:pt x="298212" y="90297"/>
                  </a:cubicBezTo>
                  <a:cubicBezTo>
                    <a:pt x="309637" y="82172"/>
                    <a:pt x="323093" y="78105"/>
                    <a:pt x="338581" y="78105"/>
                  </a:cubicBezTo>
                  <a:cubicBezTo>
                    <a:pt x="357114" y="78105"/>
                    <a:pt x="371459" y="82677"/>
                    <a:pt x="381615" y="91821"/>
                  </a:cubicBezTo>
                  <a:cubicBezTo>
                    <a:pt x="392024" y="100965"/>
                    <a:pt x="398625" y="114938"/>
                    <a:pt x="401419" y="133731"/>
                  </a:cubicBezTo>
                  <a:lnTo>
                    <a:pt x="392278" y="128778"/>
                  </a:lnTo>
                  <a:cubicBezTo>
                    <a:pt x="396340" y="113281"/>
                    <a:pt x="404465" y="100965"/>
                    <a:pt x="416652" y="91821"/>
                  </a:cubicBezTo>
                  <a:cubicBezTo>
                    <a:pt x="429092" y="82677"/>
                    <a:pt x="443944" y="78105"/>
                    <a:pt x="461210" y="78105"/>
                  </a:cubicBezTo>
                  <a:cubicBezTo>
                    <a:pt x="482282" y="78105"/>
                    <a:pt x="498151" y="84458"/>
                    <a:pt x="508814" y="97155"/>
                  </a:cubicBezTo>
                  <a:cubicBezTo>
                    <a:pt x="519477" y="109604"/>
                    <a:pt x="524809" y="128521"/>
                    <a:pt x="524809" y="153924"/>
                  </a:cubicBezTo>
                  <a:lnTo>
                    <a:pt x="524809" y="274320"/>
                  </a:lnTo>
                  <a:lnTo>
                    <a:pt x="493961" y="274320"/>
                  </a:lnTo>
                  <a:lnTo>
                    <a:pt x="493961" y="155448"/>
                  </a:lnTo>
                  <a:cubicBezTo>
                    <a:pt x="493961" y="137665"/>
                    <a:pt x="490787" y="124711"/>
                    <a:pt x="484441" y="116586"/>
                  </a:cubicBezTo>
                  <a:cubicBezTo>
                    <a:pt x="478093" y="108204"/>
                    <a:pt x="468065" y="104013"/>
                    <a:pt x="454355" y="104013"/>
                  </a:cubicBezTo>
                  <a:cubicBezTo>
                    <a:pt x="438360" y="104013"/>
                    <a:pt x="425664" y="109471"/>
                    <a:pt x="416271" y="120396"/>
                  </a:cubicBezTo>
                  <a:cubicBezTo>
                    <a:pt x="407131" y="131321"/>
                    <a:pt x="402561" y="146180"/>
                    <a:pt x="402561" y="164973"/>
                  </a:cubicBezTo>
                  <a:lnTo>
                    <a:pt x="402561" y="274320"/>
                  </a:lnTo>
                  <a:lnTo>
                    <a:pt x="371713" y="274320"/>
                  </a:lnTo>
                  <a:lnTo>
                    <a:pt x="371713" y="155448"/>
                  </a:lnTo>
                  <a:cubicBezTo>
                    <a:pt x="371713" y="137665"/>
                    <a:pt x="368412" y="124711"/>
                    <a:pt x="361812" y="116586"/>
                  </a:cubicBezTo>
                  <a:cubicBezTo>
                    <a:pt x="355464" y="108204"/>
                    <a:pt x="345436" y="104013"/>
                    <a:pt x="331726" y="104013"/>
                  </a:cubicBezTo>
                  <a:cubicBezTo>
                    <a:pt x="315476" y="104013"/>
                    <a:pt x="302655" y="109471"/>
                    <a:pt x="293261" y="120396"/>
                  </a:cubicBezTo>
                  <a:cubicBezTo>
                    <a:pt x="284121" y="131321"/>
                    <a:pt x="279551" y="146180"/>
                    <a:pt x="279551" y="164973"/>
                  </a:cubicBezTo>
                  <a:lnTo>
                    <a:pt x="279551" y="274320"/>
                  </a:lnTo>
                  <a:lnTo>
                    <a:pt x="248704" y="274320"/>
                  </a:lnTo>
                  <a:close/>
                  <a:moveTo>
                    <a:pt x="656923" y="276987"/>
                  </a:moveTo>
                  <a:cubicBezTo>
                    <a:pt x="639913" y="276987"/>
                    <a:pt x="624933" y="273053"/>
                    <a:pt x="611984" y="265176"/>
                  </a:cubicBezTo>
                  <a:cubicBezTo>
                    <a:pt x="599290" y="257051"/>
                    <a:pt x="589388" y="245621"/>
                    <a:pt x="582279" y="230886"/>
                  </a:cubicBezTo>
                  <a:cubicBezTo>
                    <a:pt x="575424" y="215903"/>
                    <a:pt x="571997" y="198377"/>
                    <a:pt x="571997" y="178308"/>
                  </a:cubicBezTo>
                  <a:cubicBezTo>
                    <a:pt x="571997" y="158239"/>
                    <a:pt x="575552" y="140713"/>
                    <a:pt x="582660" y="125730"/>
                  </a:cubicBezTo>
                  <a:cubicBezTo>
                    <a:pt x="589769" y="110747"/>
                    <a:pt x="599671" y="99060"/>
                    <a:pt x="612365" y="90678"/>
                  </a:cubicBezTo>
                  <a:cubicBezTo>
                    <a:pt x="625313" y="82296"/>
                    <a:pt x="640166" y="78105"/>
                    <a:pt x="656923" y="78105"/>
                  </a:cubicBezTo>
                  <a:cubicBezTo>
                    <a:pt x="674441" y="78105"/>
                    <a:pt x="689294" y="82420"/>
                    <a:pt x="701481" y="91059"/>
                  </a:cubicBezTo>
                  <a:cubicBezTo>
                    <a:pt x="713667" y="99698"/>
                    <a:pt x="721919" y="112014"/>
                    <a:pt x="726235" y="128016"/>
                  </a:cubicBezTo>
                  <a:lnTo>
                    <a:pt x="721665" y="131064"/>
                  </a:lnTo>
                  <a:lnTo>
                    <a:pt x="721665" y="82677"/>
                  </a:lnTo>
                  <a:lnTo>
                    <a:pt x="752132" y="82677"/>
                  </a:lnTo>
                  <a:lnTo>
                    <a:pt x="752132" y="274320"/>
                  </a:lnTo>
                  <a:lnTo>
                    <a:pt x="721665" y="274320"/>
                  </a:lnTo>
                  <a:lnTo>
                    <a:pt x="721665" y="224790"/>
                  </a:lnTo>
                  <a:lnTo>
                    <a:pt x="726235" y="227076"/>
                  </a:lnTo>
                  <a:cubicBezTo>
                    <a:pt x="721919" y="243078"/>
                    <a:pt x="713667" y="255394"/>
                    <a:pt x="701481" y="264033"/>
                  </a:cubicBezTo>
                  <a:cubicBezTo>
                    <a:pt x="689294" y="272672"/>
                    <a:pt x="674441" y="276987"/>
                    <a:pt x="656923" y="276987"/>
                  </a:cubicBezTo>
                  <a:close/>
                  <a:moveTo>
                    <a:pt x="663016" y="251460"/>
                  </a:moveTo>
                  <a:cubicBezTo>
                    <a:pt x="681805" y="251460"/>
                    <a:pt x="696276" y="245107"/>
                    <a:pt x="706431" y="232410"/>
                  </a:cubicBezTo>
                  <a:cubicBezTo>
                    <a:pt x="716587" y="219456"/>
                    <a:pt x="721665" y="201168"/>
                    <a:pt x="721665" y="177546"/>
                  </a:cubicBezTo>
                  <a:cubicBezTo>
                    <a:pt x="721665" y="153924"/>
                    <a:pt x="716461" y="135760"/>
                    <a:pt x="706051" y="123063"/>
                  </a:cubicBezTo>
                  <a:cubicBezTo>
                    <a:pt x="695896" y="110366"/>
                    <a:pt x="681550" y="104013"/>
                    <a:pt x="663016" y="104013"/>
                  </a:cubicBezTo>
                  <a:cubicBezTo>
                    <a:pt x="644229" y="104013"/>
                    <a:pt x="629503" y="110614"/>
                    <a:pt x="618839" y="123825"/>
                  </a:cubicBezTo>
                  <a:cubicBezTo>
                    <a:pt x="608430" y="136779"/>
                    <a:pt x="603225" y="154943"/>
                    <a:pt x="603225" y="178308"/>
                  </a:cubicBezTo>
                  <a:cubicBezTo>
                    <a:pt x="603225" y="201673"/>
                    <a:pt x="608430" y="219713"/>
                    <a:pt x="618839" y="232410"/>
                  </a:cubicBezTo>
                  <a:cubicBezTo>
                    <a:pt x="629503" y="245107"/>
                    <a:pt x="644229" y="251460"/>
                    <a:pt x="663016" y="251460"/>
                  </a:cubicBezTo>
                  <a:close/>
                  <a:moveTo>
                    <a:pt x="811774" y="274320"/>
                  </a:moveTo>
                  <a:lnTo>
                    <a:pt x="811774" y="136398"/>
                  </a:lnTo>
                  <a:cubicBezTo>
                    <a:pt x="811774" y="127511"/>
                    <a:pt x="811520" y="118615"/>
                    <a:pt x="811013" y="109728"/>
                  </a:cubicBezTo>
                  <a:cubicBezTo>
                    <a:pt x="810758" y="100584"/>
                    <a:pt x="809997" y="91564"/>
                    <a:pt x="808728" y="82677"/>
                  </a:cubicBezTo>
                  <a:lnTo>
                    <a:pt x="838052" y="82677"/>
                  </a:lnTo>
                  <a:lnTo>
                    <a:pt x="842241" y="129921"/>
                  </a:lnTo>
                  <a:lnTo>
                    <a:pt x="838052" y="128778"/>
                  </a:lnTo>
                  <a:cubicBezTo>
                    <a:pt x="841606" y="112014"/>
                    <a:pt x="849223" y="99441"/>
                    <a:pt x="860902" y="91059"/>
                  </a:cubicBezTo>
                  <a:cubicBezTo>
                    <a:pt x="872835" y="82420"/>
                    <a:pt x="886164" y="78105"/>
                    <a:pt x="900890" y="78105"/>
                  </a:cubicBezTo>
                  <a:cubicBezTo>
                    <a:pt x="904191" y="78105"/>
                    <a:pt x="907237" y="78362"/>
                    <a:pt x="910030" y="78867"/>
                  </a:cubicBezTo>
                  <a:cubicBezTo>
                    <a:pt x="913076" y="79124"/>
                    <a:pt x="915869" y="79629"/>
                    <a:pt x="918408" y="80391"/>
                  </a:cubicBezTo>
                  <a:lnTo>
                    <a:pt x="917646" y="108585"/>
                  </a:lnTo>
                  <a:cubicBezTo>
                    <a:pt x="911807" y="106556"/>
                    <a:pt x="905079" y="105537"/>
                    <a:pt x="897462" y="105537"/>
                  </a:cubicBezTo>
                  <a:cubicBezTo>
                    <a:pt x="884260" y="105537"/>
                    <a:pt x="873596" y="108461"/>
                    <a:pt x="865472" y="114300"/>
                  </a:cubicBezTo>
                  <a:cubicBezTo>
                    <a:pt x="857601" y="120139"/>
                    <a:pt x="851762" y="127635"/>
                    <a:pt x="847954" y="136779"/>
                  </a:cubicBezTo>
                  <a:cubicBezTo>
                    <a:pt x="844399" y="145666"/>
                    <a:pt x="842622" y="155067"/>
                    <a:pt x="842622" y="164973"/>
                  </a:cubicBezTo>
                  <a:lnTo>
                    <a:pt x="842622" y="274320"/>
                  </a:lnTo>
                  <a:lnTo>
                    <a:pt x="811774" y="274320"/>
                  </a:lnTo>
                  <a:close/>
                  <a:moveTo>
                    <a:pt x="937959" y="107061"/>
                  </a:moveTo>
                  <a:lnTo>
                    <a:pt x="937959" y="82677"/>
                  </a:lnTo>
                  <a:lnTo>
                    <a:pt x="1060969" y="82677"/>
                  </a:lnTo>
                  <a:lnTo>
                    <a:pt x="1060969" y="107061"/>
                  </a:lnTo>
                  <a:lnTo>
                    <a:pt x="937959" y="107061"/>
                  </a:lnTo>
                  <a:close/>
                  <a:moveTo>
                    <a:pt x="1060207" y="246888"/>
                  </a:moveTo>
                  <a:lnTo>
                    <a:pt x="1060207" y="273177"/>
                  </a:lnTo>
                  <a:cubicBezTo>
                    <a:pt x="1055894" y="274444"/>
                    <a:pt x="1051582" y="275339"/>
                    <a:pt x="1047259" y="275844"/>
                  </a:cubicBezTo>
                  <a:cubicBezTo>
                    <a:pt x="1043203" y="276606"/>
                    <a:pt x="1038633" y="276987"/>
                    <a:pt x="1033549" y="276987"/>
                  </a:cubicBezTo>
                  <a:cubicBezTo>
                    <a:pt x="1015783" y="276987"/>
                    <a:pt x="1001559" y="271910"/>
                    <a:pt x="990895" y="261747"/>
                  </a:cubicBezTo>
                  <a:cubicBezTo>
                    <a:pt x="980489" y="251584"/>
                    <a:pt x="975281" y="236344"/>
                    <a:pt x="975281" y="216027"/>
                  </a:cubicBezTo>
                  <a:lnTo>
                    <a:pt x="975281" y="33528"/>
                  </a:lnTo>
                  <a:lnTo>
                    <a:pt x="1006129" y="22479"/>
                  </a:lnTo>
                  <a:lnTo>
                    <a:pt x="1006129" y="211836"/>
                  </a:lnTo>
                  <a:cubicBezTo>
                    <a:pt x="1006129" y="221999"/>
                    <a:pt x="1007528" y="229867"/>
                    <a:pt x="1010318" y="235458"/>
                  </a:cubicBezTo>
                  <a:cubicBezTo>
                    <a:pt x="1013365" y="241049"/>
                    <a:pt x="1017430" y="244983"/>
                    <a:pt x="1022505" y="247269"/>
                  </a:cubicBezTo>
                  <a:cubicBezTo>
                    <a:pt x="1027589" y="249298"/>
                    <a:pt x="1033301" y="250317"/>
                    <a:pt x="1039642" y="250317"/>
                  </a:cubicBezTo>
                  <a:cubicBezTo>
                    <a:pt x="1043451" y="250317"/>
                    <a:pt x="1046878" y="250060"/>
                    <a:pt x="1049925" y="249555"/>
                  </a:cubicBezTo>
                  <a:cubicBezTo>
                    <a:pt x="1052972" y="249050"/>
                    <a:pt x="1056399" y="248155"/>
                    <a:pt x="1060207" y="2468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g12709bdffa8_0_3049"/>
            <p:cNvSpPr/>
            <p:nvPr/>
          </p:nvSpPr>
          <p:spPr>
            <a:xfrm>
              <a:off x="2533419" y="6030637"/>
              <a:ext cx="1481153" cy="357758"/>
            </a:xfrm>
            <a:custGeom>
              <a:rect b="b" l="l" r="r" t="t"/>
              <a:pathLst>
                <a:path extrusionOk="0" h="357758" w="1481153">
                  <a:moveTo>
                    <a:pt x="0" y="272796"/>
                  </a:moveTo>
                  <a:lnTo>
                    <a:pt x="0" y="1524"/>
                  </a:lnTo>
                  <a:lnTo>
                    <a:pt x="31228" y="1524"/>
                  </a:lnTo>
                  <a:lnTo>
                    <a:pt x="31228" y="246126"/>
                  </a:lnTo>
                  <a:lnTo>
                    <a:pt x="167187" y="246126"/>
                  </a:lnTo>
                  <a:lnTo>
                    <a:pt x="167187" y="272796"/>
                  </a:lnTo>
                  <a:lnTo>
                    <a:pt x="0" y="272796"/>
                  </a:lnTo>
                  <a:close/>
                  <a:moveTo>
                    <a:pt x="282561" y="275463"/>
                  </a:moveTo>
                  <a:cubicBezTo>
                    <a:pt x="264281" y="275463"/>
                    <a:pt x="248285" y="271396"/>
                    <a:pt x="234576" y="263271"/>
                  </a:cubicBezTo>
                  <a:cubicBezTo>
                    <a:pt x="221113" y="255146"/>
                    <a:pt x="210583" y="243716"/>
                    <a:pt x="202966" y="228981"/>
                  </a:cubicBezTo>
                  <a:cubicBezTo>
                    <a:pt x="195597" y="213998"/>
                    <a:pt x="191922" y="196339"/>
                    <a:pt x="191922" y="176022"/>
                  </a:cubicBezTo>
                  <a:cubicBezTo>
                    <a:pt x="191922" y="155953"/>
                    <a:pt x="195597" y="138427"/>
                    <a:pt x="202966" y="123444"/>
                  </a:cubicBezTo>
                  <a:cubicBezTo>
                    <a:pt x="210583" y="108461"/>
                    <a:pt x="221113" y="96898"/>
                    <a:pt x="234576" y="88773"/>
                  </a:cubicBezTo>
                  <a:cubicBezTo>
                    <a:pt x="248285" y="80648"/>
                    <a:pt x="264281" y="76581"/>
                    <a:pt x="282561" y="76581"/>
                  </a:cubicBezTo>
                  <a:cubicBezTo>
                    <a:pt x="300841" y="76581"/>
                    <a:pt x="316703" y="80648"/>
                    <a:pt x="330165" y="88773"/>
                  </a:cubicBezTo>
                  <a:cubicBezTo>
                    <a:pt x="343875" y="96898"/>
                    <a:pt x="354405" y="108461"/>
                    <a:pt x="361774" y="123444"/>
                  </a:cubicBezTo>
                  <a:cubicBezTo>
                    <a:pt x="369391" y="138427"/>
                    <a:pt x="373199" y="155953"/>
                    <a:pt x="373199" y="176022"/>
                  </a:cubicBezTo>
                  <a:cubicBezTo>
                    <a:pt x="373199" y="196339"/>
                    <a:pt x="369391" y="213998"/>
                    <a:pt x="361774" y="228981"/>
                  </a:cubicBezTo>
                  <a:cubicBezTo>
                    <a:pt x="354405" y="243716"/>
                    <a:pt x="343875" y="255146"/>
                    <a:pt x="330165" y="263271"/>
                  </a:cubicBezTo>
                  <a:cubicBezTo>
                    <a:pt x="316703" y="271396"/>
                    <a:pt x="300841" y="275463"/>
                    <a:pt x="282561" y="275463"/>
                  </a:cubicBezTo>
                  <a:close/>
                  <a:moveTo>
                    <a:pt x="282561" y="249936"/>
                  </a:moveTo>
                  <a:cubicBezTo>
                    <a:pt x="301345" y="249936"/>
                    <a:pt x="315817" y="243716"/>
                    <a:pt x="325976" y="231267"/>
                  </a:cubicBezTo>
                  <a:cubicBezTo>
                    <a:pt x="336382" y="218570"/>
                    <a:pt x="341590" y="200149"/>
                    <a:pt x="341590" y="176022"/>
                  </a:cubicBezTo>
                  <a:cubicBezTo>
                    <a:pt x="341590" y="152400"/>
                    <a:pt x="336382" y="134236"/>
                    <a:pt x="325976" y="121539"/>
                  </a:cubicBezTo>
                  <a:cubicBezTo>
                    <a:pt x="315560" y="108842"/>
                    <a:pt x="301088" y="102489"/>
                    <a:pt x="282561" y="102489"/>
                  </a:cubicBezTo>
                  <a:cubicBezTo>
                    <a:pt x="264024" y="102489"/>
                    <a:pt x="249428" y="108842"/>
                    <a:pt x="238765" y="121539"/>
                  </a:cubicBezTo>
                  <a:cubicBezTo>
                    <a:pt x="228349" y="134236"/>
                    <a:pt x="223150" y="152400"/>
                    <a:pt x="223150" y="176022"/>
                  </a:cubicBezTo>
                  <a:cubicBezTo>
                    <a:pt x="223150" y="200149"/>
                    <a:pt x="228225" y="218570"/>
                    <a:pt x="238384" y="231267"/>
                  </a:cubicBezTo>
                  <a:cubicBezTo>
                    <a:pt x="248790" y="243716"/>
                    <a:pt x="263519" y="249936"/>
                    <a:pt x="282561" y="249936"/>
                  </a:cubicBezTo>
                  <a:close/>
                  <a:moveTo>
                    <a:pt x="505445" y="357759"/>
                  </a:moveTo>
                  <a:cubicBezTo>
                    <a:pt x="476501" y="357759"/>
                    <a:pt x="451366" y="351158"/>
                    <a:pt x="430039" y="337947"/>
                  </a:cubicBezTo>
                  <a:lnTo>
                    <a:pt x="435371" y="312801"/>
                  </a:lnTo>
                  <a:cubicBezTo>
                    <a:pt x="447310" y="319659"/>
                    <a:pt x="458602" y="324612"/>
                    <a:pt x="469265" y="327660"/>
                  </a:cubicBezTo>
                  <a:cubicBezTo>
                    <a:pt x="479929" y="330708"/>
                    <a:pt x="491992" y="332232"/>
                    <a:pt x="505445" y="332232"/>
                  </a:cubicBezTo>
                  <a:cubicBezTo>
                    <a:pt x="523725" y="332232"/>
                    <a:pt x="537568" y="327279"/>
                    <a:pt x="546955" y="317373"/>
                  </a:cubicBezTo>
                  <a:cubicBezTo>
                    <a:pt x="556610" y="307724"/>
                    <a:pt x="561427" y="293246"/>
                    <a:pt x="561427" y="273939"/>
                  </a:cubicBezTo>
                  <a:lnTo>
                    <a:pt x="561427" y="222123"/>
                  </a:lnTo>
                  <a:lnTo>
                    <a:pt x="565617" y="217170"/>
                  </a:lnTo>
                  <a:cubicBezTo>
                    <a:pt x="562570" y="227333"/>
                    <a:pt x="557752" y="236220"/>
                    <a:pt x="551145" y="243840"/>
                  </a:cubicBezTo>
                  <a:cubicBezTo>
                    <a:pt x="544804" y="251203"/>
                    <a:pt x="536930" y="256918"/>
                    <a:pt x="527533" y="260985"/>
                  </a:cubicBezTo>
                  <a:cubicBezTo>
                    <a:pt x="518145" y="265052"/>
                    <a:pt x="507482" y="267081"/>
                    <a:pt x="495543" y="267081"/>
                  </a:cubicBezTo>
                  <a:cubicBezTo>
                    <a:pt x="478539" y="267081"/>
                    <a:pt x="463553" y="263147"/>
                    <a:pt x="450604" y="255270"/>
                  </a:cubicBezTo>
                  <a:cubicBezTo>
                    <a:pt x="437913" y="247145"/>
                    <a:pt x="427888" y="235963"/>
                    <a:pt x="420518" y="221742"/>
                  </a:cubicBezTo>
                  <a:cubicBezTo>
                    <a:pt x="413416" y="207521"/>
                    <a:pt x="409855" y="190881"/>
                    <a:pt x="409855" y="171831"/>
                  </a:cubicBezTo>
                  <a:cubicBezTo>
                    <a:pt x="409855" y="152781"/>
                    <a:pt x="413416" y="136141"/>
                    <a:pt x="420518" y="121920"/>
                  </a:cubicBezTo>
                  <a:cubicBezTo>
                    <a:pt x="427888" y="107699"/>
                    <a:pt x="437913" y="96650"/>
                    <a:pt x="450604" y="88773"/>
                  </a:cubicBezTo>
                  <a:cubicBezTo>
                    <a:pt x="463553" y="80648"/>
                    <a:pt x="478539" y="76581"/>
                    <a:pt x="495543" y="76581"/>
                  </a:cubicBezTo>
                  <a:cubicBezTo>
                    <a:pt x="513318" y="76581"/>
                    <a:pt x="528295" y="81029"/>
                    <a:pt x="540481" y="89916"/>
                  </a:cubicBezTo>
                  <a:cubicBezTo>
                    <a:pt x="552925" y="98555"/>
                    <a:pt x="561304" y="110747"/>
                    <a:pt x="565617" y="126492"/>
                  </a:cubicBezTo>
                  <a:lnTo>
                    <a:pt x="561047" y="122301"/>
                  </a:lnTo>
                  <a:lnTo>
                    <a:pt x="561047" y="81153"/>
                  </a:lnTo>
                  <a:lnTo>
                    <a:pt x="591894" y="81153"/>
                  </a:lnTo>
                  <a:lnTo>
                    <a:pt x="591894" y="271272"/>
                  </a:lnTo>
                  <a:cubicBezTo>
                    <a:pt x="591894" y="299971"/>
                    <a:pt x="584535" y="321564"/>
                    <a:pt x="569806" y="336042"/>
                  </a:cubicBezTo>
                  <a:cubicBezTo>
                    <a:pt x="555334" y="350520"/>
                    <a:pt x="533883" y="357759"/>
                    <a:pt x="505445" y="357759"/>
                  </a:cubicBezTo>
                  <a:close/>
                  <a:moveTo>
                    <a:pt x="501636" y="241173"/>
                  </a:moveTo>
                  <a:cubicBezTo>
                    <a:pt x="520173" y="241173"/>
                    <a:pt x="534645" y="235077"/>
                    <a:pt x="545051" y="222885"/>
                  </a:cubicBezTo>
                  <a:cubicBezTo>
                    <a:pt x="555715" y="210436"/>
                    <a:pt x="561047" y="193424"/>
                    <a:pt x="561047" y="171831"/>
                  </a:cubicBezTo>
                  <a:cubicBezTo>
                    <a:pt x="561047" y="150238"/>
                    <a:pt x="555715" y="133350"/>
                    <a:pt x="545051" y="121158"/>
                  </a:cubicBezTo>
                  <a:cubicBezTo>
                    <a:pt x="534645" y="108709"/>
                    <a:pt x="520173" y="102489"/>
                    <a:pt x="501636" y="102489"/>
                  </a:cubicBezTo>
                  <a:cubicBezTo>
                    <a:pt x="482851" y="102489"/>
                    <a:pt x="467999" y="108709"/>
                    <a:pt x="457079" y="121158"/>
                  </a:cubicBezTo>
                  <a:cubicBezTo>
                    <a:pt x="446415" y="133350"/>
                    <a:pt x="441083" y="150238"/>
                    <a:pt x="441083" y="171831"/>
                  </a:cubicBezTo>
                  <a:cubicBezTo>
                    <a:pt x="441083" y="193672"/>
                    <a:pt x="446415" y="210693"/>
                    <a:pt x="457079" y="222885"/>
                  </a:cubicBezTo>
                  <a:cubicBezTo>
                    <a:pt x="467999" y="235077"/>
                    <a:pt x="482851" y="241173"/>
                    <a:pt x="501636" y="241173"/>
                  </a:cubicBezTo>
                  <a:close/>
                  <a:moveTo>
                    <a:pt x="651124" y="272796"/>
                  </a:moveTo>
                  <a:lnTo>
                    <a:pt x="651124" y="81153"/>
                  </a:lnTo>
                  <a:lnTo>
                    <a:pt x="681971" y="81153"/>
                  </a:lnTo>
                  <a:lnTo>
                    <a:pt x="681971" y="272796"/>
                  </a:lnTo>
                  <a:lnTo>
                    <a:pt x="651124" y="272796"/>
                  </a:lnTo>
                  <a:close/>
                  <a:moveTo>
                    <a:pt x="648077" y="0"/>
                  </a:moveTo>
                  <a:lnTo>
                    <a:pt x="685780" y="0"/>
                  </a:lnTo>
                  <a:lnTo>
                    <a:pt x="685780" y="35052"/>
                  </a:lnTo>
                  <a:lnTo>
                    <a:pt x="648077" y="35052"/>
                  </a:lnTo>
                  <a:lnTo>
                    <a:pt x="648077" y="0"/>
                  </a:lnTo>
                  <a:close/>
                  <a:moveTo>
                    <a:pt x="806609" y="275463"/>
                  </a:moveTo>
                  <a:cubicBezTo>
                    <a:pt x="774371" y="275463"/>
                    <a:pt x="748856" y="267205"/>
                    <a:pt x="730061" y="250698"/>
                  </a:cubicBezTo>
                  <a:lnTo>
                    <a:pt x="740344" y="227838"/>
                  </a:lnTo>
                  <a:cubicBezTo>
                    <a:pt x="750502" y="235715"/>
                    <a:pt x="760909" y="241554"/>
                    <a:pt x="771572" y="245364"/>
                  </a:cubicBezTo>
                  <a:cubicBezTo>
                    <a:pt x="782493" y="248917"/>
                    <a:pt x="794556" y="250698"/>
                    <a:pt x="807751" y="250698"/>
                  </a:cubicBezTo>
                  <a:cubicBezTo>
                    <a:pt x="822223" y="250698"/>
                    <a:pt x="833144" y="248288"/>
                    <a:pt x="840503" y="243459"/>
                  </a:cubicBezTo>
                  <a:cubicBezTo>
                    <a:pt x="848120" y="238382"/>
                    <a:pt x="851929" y="231143"/>
                    <a:pt x="851929" y="221742"/>
                  </a:cubicBezTo>
                  <a:cubicBezTo>
                    <a:pt x="851929" y="214122"/>
                    <a:pt x="849396" y="208150"/>
                    <a:pt x="844312" y="203835"/>
                  </a:cubicBezTo>
                  <a:cubicBezTo>
                    <a:pt x="839237" y="199263"/>
                    <a:pt x="830859" y="195577"/>
                    <a:pt x="819177" y="192786"/>
                  </a:cubicBezTo>
                  <a:lnTo>
                    <a:pt x="786806" y="185166"/>
                  </a:lnTo>
                  <a:cubicBezTo>
                    <a:pt x="770811" y="181613"/>
                    <a:pt x="758376" y="175260"/>
                    <a:pt x="749484" y="166116"/>
                  </a:cubicBezTo>
                  <a:cubicBezTo>
                    <a:pt x="740858" y="156972"/>
                    <a:pt x="736535" y="146047"/>
                    <a:pt x="736535" y="133350"/>
                  </a:cubicBezTo>
                  <a:cubicBezTo>
                    <a:pt x="736535" y="122177"/>
                    <a:pt x="739582" y="112395"/>
                    <a:pt x="745675" y="104013"/>
                  </a:cubicBezTo>
                  <a:cubicBezTo>
                    <a:pt x="751769" y="95374"/>
                    <a:pt x="760280" y="88649"/>
                    <a:pt x="771191" y="83820"/>
                  </a:cubicBezTo>
                  <a:cubicBezTo>
                    <a:pt x="782112" y="78991"/>
                    <a:pt x="795060" y="76581"/>
                    <a:pt x="810037" y="76581"/>
                  </a:cubicBezTo>
                  <a:cubicBezTo>
                    <a:pt x="823499" y="76581"/>
                    <a:pt x="836190" y="78743"/>
                    <a:pt x="848120" y="83058"/>
                  </a:cubicBezTo>
                  <a:cubicBezTo>
                    <a:pt x="860059" y="87373"/>
                    <a:pt x="870085" y="93602"/>
                    <a:pt x="878206" y="101727"/>
                  </a:cubicBezTo>
                  <a:lnTo>
                    <a:pt x="867924" y="124206"/>
                  </a:lnTo>
                  <a:cubicBezTo>
                    <a:pt x="858784" y="116586"/>
                    <a:pt x="849396" y="110995"/>
                    <a:pt x="839742" y="107442"/>
                  </a:cubicBezTo>
                  <a:cubicBezTo>
                    <a:pt x="830354" y="103632"/>
                    <a:pt x="820452" y="101727"/>
                    <a:pt x="810037" y="101727"/>
                  </a:cubicBezTo>
                  <a:cubicBezTo>
                    <a:pt x="796327" y="101727"/>
                    <a:pt x="785663" y="104394"/>
                    <a:pt x="778046" y="109728"/>
                  </a:cubicBezTo>
                  <a:cubicBezTo>
                    <a:pt x="770687" y="115062"/>
                    <a:pt x="767002" y="122301"/>
                    <a:pt x="767002" y="131445"/>
                  </a:cubicBezTo>
                  <a:cubicBezTo>
                    <a:pt x="767002" y="139322"/>
                    <a:pt x="769287" y="145542"/>
                    <a:pt x="773857" y="150114"/>
                  </a:cubicBezTo>
                  <a:cubicBezTo>
                    <a:pt x="778684" y="154686"/>
                    <a:pt x="786301" y="158239"/>
                    <a:pt x="796708" y="160782"/>
                  </a:cubicBezTo>
                  <a:lnTo>
                    <a:pt x="829078" y="168783"/>
                  </a:lnTo>
                  <a:cubicBezTo>
                    <a:pt x="847111" y="172593"/>
                    <a:pt x="860307" y="178946"/>
                    <a:pt x="868685" y="187833"/>
                  </a:cubicBezTo>
                  <a:cubicBezTo>
                    <a:pt x="877321" y="196472"/>
                    <a:pt x="881634" y="207521"/>
                    <a:pt x="881634" y="220980"/>
                  </a:cubicBezTo>
                  <a:cubicBezTo>
                    <a:pt x="881634" y="237487"/>
                    <a:pt x="874912" y="250698"/>
                    <a:pt x="861449" y="260604"/>
                  </a:cubicBezTo>
                  <a:cubicBezTo>
                    <a:pt x="847996" y="270510"/>
                    <a:pt x="829716" y="275463"/>
                    <a:pt x="806609" y="275463"/>
                  </a:cubicBezTo>
                  <a:close/>
                  <a:moveTo>
                    <a:pt x="901904" y="105537"/>
                  </a:moveTo>
                  <a:lnTo>
                    <a:pt x="901904" y="81153"/>
                  </a:lnTo>
                  <a:lnTo>
                    <a:pt x="1024913" y="81153"/>
                  </a:lnTo>
                  <a:lnTo>
                    <a:pt x="1024913" y="105537"/>
                  </a:lnTo>
                  <a:lnTo>
                    <a:pt x="901904" y="105537"/>
                  </a:lnTo>
                  <a:close/>
                  <a:moveTo>
                    <a:pt x="1024152" y="245364"/>
                  </a:moveTo>
                  <a:lnTo>
                    <a:pt x="1024152" y="271653"/>
                  </a:lnTo>
                  <a:cubicBezTo>
                    <a:pt x="1019829" y="272920"/>
                    <a:pt x="1015516" y="273815"/>
                    <a:pt x="1011203" y="274320"/>
                  </a:cubicBezTo>
                  <a:cubicBezTo>
                    <a:pt x="1007138" y="275082"/>
                    <a:pt x="1002568" y="275463"/>
                    <a:pt x="997493" y="275463"/>
                  </a:cubicBezTo>
                  <a:cubicBezTo>
                    <a:pt x="979718" y="275463"/>
                    <a:pt x="965503" y="270386"/>
                    <a:pt x="954840" y="260223"/>
                  </a:cubicBezTo>
                  <a:cubicBezTo>
                    <a:pt x="944424" y="250060"/>
                    <a:pt x="939226" y="234820"/>
                    <a:pt x="939226" y="214503"/>
                  </a:cubicBezTo>
                  <a:lnTo>
                    <a:pt x="939226" y="32004"/>
                  </a:lnTo>
                  <a:lnTo>
                    <a:pt x="970073" y="20955"/>
                  </a:lnTo>
                  <a:lnTo>
                    <a:pt x="970073" y="210312"/>
                  </a:lnTo>
                  <a:cubicBezTo>
                    <a:pt x="970073" y="220475"/>
                    <a:pt x="971463" y="228343"/>
                    <a:pt x="974262" y="233934"/>
                  </a:cubicBezTo>
                  <a:cubicBezTo>
                    <a:pt x="977309" y="239525"/>
                    <a:pt x="981365" y="243459"/>
                    <a:pt x="986449" y="245745"/>
                  </a:cubicBezTo>
                  <a:cubicBezTo>
                    <a:pt x="991524" y="247774"/>
                    <a:pt x="997236" y="248793"/>
                    <a:pt x="1003587" y="248793"/>
                  </a:cubicBezTo>
                  <a:cubicBezTo>
                    <a:pt x="1007395" y="248793"/>
                    <a:pt x="1010822" y="248536"/>
                    <a:pt x="1013869" y="248031"/>
                  </a:cubicBezTo>
                  <a:cubicBezTo>
                    <a:pt x="1016916" y="247526"/>
                    <a:pt x="1020343" y="246631"/>
                    <a:pt x="1024152" y="245364"/>
                  </a:cubicBezTo>
                  <a:close/>
                  <a:moveTo>
                    <a:pt x="1062083" y="272796"/>
                  </a:moveTo>
                  <a:lnTo>
                    <a:pt x="1062083" y="81153"/>
                  </a:lnTo>
                  <a:lnTo>
                    <a:pt x="1092931" y="81153"/>
                  </a:lnTo>
                  <a:lnTo>
                    <a:pt x="1092931" y="272796"/>
                  </a:lnTo>
                  <a:lnTo>
                    <a:pt x="1062083" y="272796"/>
                  </a:lnTo>
                  <a:close/>
                  <a:moveTo>
                    <a:pt x="1059036" y="0"/>
                  </a:moveTo>
                  <a:lnTo>
                    <a:pt x="1096739" y="0"/>
                  </a:lnTo>
                  <a:lnTo>
                    <a:pt x="1096739" y="35052"/>
                  </a:lnTo>
                  <a:lnTo>
                    <a:pt x="1059036" y="35052"/>
                  </a:lnTo>
                  <a:lnTo>
                    <a:pt x="1059036" y="0"/>
                  </a:lnTo>
                  <a:close/>
                  <a:moveTo>
                    <a:pt x="1233183" y="275463"/>
                  </a:moveTo>
                  <a:cubicBezTo>
                    <a:pt x="1214398" y="275463"/>
                    <a:pt x="1198146" y="271396"/>
                    <a:pt x="1184436" y="263271"/>
                  </a:cubicBezTo>
                  <a:cubicBezTo>
                    <a:pt x="1170726" y="255146"/>
                    <a:pt x="1160062" y="243716"/>
                    <a:pt x="1152446" y="228981"/>
                  </a:cubicBezTo>
                  <a:cubicBezTo>
                    <a:pt x="1145086" y="214246"/>
                    <a:pt x="1141401" y="196853"/>
                    <a:pt x="1141401" y="176784"/>
                  </a:cubicBezTo>
                  <a:cubicBezTo>
                    <a:pt x="1141401" y="156972"/>
                    <a:pt x="1145210" y="139570"/>
                    <a:pt x="1152827" y="124587"/>
                  </a:cubicBezTo>
                  <a:cubicBezTo>
                    <a:pt x="1160443" y="109347"/>
                    <a:pt x="1171240" y="97536"/>
                    <a:pt x="1185197" y="89154"/>
                  </a:cubicBezTo>
                  <a:cubicBezTo>
                    <a:pt x="1199165" y="80772"/>
                    <a:pt x="1215664" y="76581"/>
                    <a:pt x="1234706" y="76581"/>
                  </a:cubicBezTo>
                  <a:cubicBezTo>
                    <a:pt x="1247654" y="76581"/>
                    <a:pt x="1260098" y="78867"/>
                    <a:pt x="1272028" y="83439"/>
                  </a:cubicBezTo>
                  <a:cubicBezTo>
                    <a:pt x="1284215" y="87754"/>
                    <a:pt x="1294250" y="93850"/>
                    <a:pt x="1302114" y="101727"/>
                  </a:cubicBezTo>
                  <a:lnTo>
                    <a:pt x="1291831" y="124587"/>
                  </a:lnTo>
                  <a:cubicBezTo>
                    <a:pt x="1282444" y="117224"/>
                    <a:pt x="1273170" y="111757"/>
                    <a:pt x="1264030" y="108204"/>
                  </a:cubicBezTo>
                  <a:cubicBezTo>
                    <a:pt x="1255148" y="104394"/>
                    <a:pt x="1245884" y="102489"/>
                    <a:pt x="1236230" y="102489"/>
                  </a:cubicBezTo>
                  <a:cubicBezTo>
                    <a:pt x="1216940" y="102489"/>
                    <a:pt x="1201573" y="108966"/>
                    <a:pt x="1190148" y="121920"/>
                  </a:cubicBezTo>
                  <a:cubicBezTo>
                    <a:pt x="1178980" y="134874"/>
                    <a:pt x="1173392" y="153162"/>
                    <a:pt x="1173392" y="176784"/>
                  </a:cubicBezTo>
                  <a:cubicBezTo>
                    <a:pt x="1173392" y="200149"/>
                    <a:pt x="1178980" y="218189"/>
                    <a:pt x="1190148" y="230886"/>
                  </a:cubicBezTo>
                  <a:cubicBezTo>
                    <a:pt x="1201326" y="243583"/>
                    <a:pt x="1216683" y="249936"/>
                    <a:pt x="1236230" y="249936"/>
                  </a:cubicBezTo>
                  <a:cubicBezTo>
                    <a:pt x="1245627" y="249936"/>
                    <a:pt x="1254890" y="248155"/>
                    <a:pt x="1264030" y="244602"/>
                  </a:cubicBezTo>
                  <a:cubicBezTo>
                    <a:pt x="1273170" y="240792"/>
                    <a:pt x="1282444" y="235201"/>
                    <a:pt x="1291831" y="227838"/>
                  </a:cubicBezTo>
                  <a:lnTo>
                    <a:pt x="1302114" y="250698"/>
                  </a:lnTo>
                  <a:cubicBezTo>
                    <a:pt x="1293993" y="258318"/>
                    <a:pt x="1283710" y="264414"/>
                    <a:pt x="1271266" y="268986"/>
                  </a:cubicBezTo>
                  <a:cubicBezTo>
                    <a:pt x="1259080" y="273301"/>
                    <a:pt x="1246388" y="275463"/>
                    <a:pt x="1233183" y="275463"/>
                  </a:cubicBezTo>
                  <a:close/>
                  <a:moveTo>
                    <a:pt x="1406130" y="275463"/>
                  </a:moveTo>
                  <a:cubicBezTo>
                    <a:pt x="1373882" y="275463"/>
                    <a:pt x="1348366" y="267205"/>
                    <a:pt x="1329582" y="250698"/>
                  </a:cubicBezTo>
                  <a:lnTo>
                    <a:pt x="1339864" y="227838"/>
                  </a:lnTo>
                  <a:cubicBezTo>
                    <a:pt x="1350023" y="235715"/>
                    <a:pt x="1360429" y="241554"/>
                    <a:pt x="1371093" y="245364"/>
                  </a:cubicBezTo>
                  <a:cubicBezTo>
                    <a:pt x="1382013" y="248917"/>
                    <a:pt x="1394066" y="250698"/>
                    <a:pt x="1407272" y="250698"/>
                  </a:cubicBezTo>
                  <a:cubicBezTo>
                    <a:pt x="1421744" y="250698"/>
                    <a:pt x="1432664" y="248288"/>
                    <a:pt x="1440024" y="243459"/>
                  </a:cubicBezTo>
                  <a:cubicBezTo>
                    <a:pt x="1447641" y="238382"/>
                    <a:pt x="1451449" y="231143"/>
                    <a:pt x="1451449" y="221742"/>
                  </a:cubicBezTo>
                  <a:cubicBezTo>
                    <a:pt x="1451449" y="214122"/>
                    <a:pt x="1448907" y="208150"/>
                    <a:pt x="1443832" y="203835"/>
                  </a:cubicBezTo>
                  <a:cubicBezTo>
                    <a:pt x="1438757" y="199263"/>
                    <a:pt x="1430379" y="195577"/>
                    <a:pt x="1418697" y="192786"/>
                  </a:cubicBezTo>
                  <a:lnTo>
                    <a:pt x="1386326" y="185166"/>
                  </a:lnTo>
                  <a:cubicBezTo>
                    <a:pt x="1370331" y="181613"/>
                    <a:pt x="1357887" y="175260"/>
                    <a:pt x="1349004" y="166116"/>
                  </a:cubicBezTo>
                  <a:cubicBezTo>
                    <a:pt x="1340369" y="156972"/>
                    <a:pt x="1336056" y="146047"/>
                    <a:pt x="1336056" y="133350"/>
                  </a:cubicBezTo>
                  <a:cubicBezTo>
                    <a:pt x="1336056" y="122177"/>
                    <a:pt x="1339103" y="112395"/>
                    <a:pt x="1345196" y="104013"/>
                  </a:cubicBezTo>
                  <a:cubicBezTo>
                    <a:pt x="1351289" y="95374"/>
                    <a:pt x="1359792" y="88649"/>
                    <a:pt x="1370712" y="83820"/>
                  </a:cubicBezTo>
                  <a:cubicBezTo>
                    <a:pt x="1381632" y="78991"/>
                    <a:pt x="1394581" y="76581"/>
                    <a:pt x="1409557" y="76581"/>
                  </a:cubicBezTo>
                  <a:cubicBezTo>
                    <a:pt x="1423010" y="76581"/>
                    <a:pt x="1435711" y="78743"/>
                    <a:pt x="1447641" y="83058"/>
                  </a:cubicBezTo>
                  <a:cubicBezTo>
                    <a:pt x="1459570" y="87373"/>
                    <a:pt x="1469605" y="93602"/>
                    <a:pt x="1477727" y="101727"/>
                  </a:cubicBezTo>
                  <a:lnTo>
                    <a:pt x="1467444" y="124206"/>
                  </a:lnTo>
                  <a:cubicBezTo>
                    <a:pt x="1458304" y="116586"/>
                    <a:pt x="1448907" y="110995"/>
                    <a:pt x="1439262" y="107442"/>
                  </a:cubicBezTo>
                  <a:cubicBezTo>
                    <a:pt x="1429865" y="103632"/>
                    <a:pt x="1419963" y="101727"/>
                    <a:pt x="1409557" y="101727"/>
                  </a:cubicBezTo>
                  <a:cubicBezTo>
                    <a:pt x="1395847" y="101727"/>
                    <a:pt x="1385184" y="104394"/>
                    <a:pt x="1377567" y="109728"/>
                  </a:cubicBezTo>
                  <a:cubicBezTo>
                    <a:pt x="1370207" y="115062"/>
                    <a:pt x="1366523" y="122301"/>
                    <a:pt x="1366523" y="131445"/>
                  </a:cubicBezTo>
                  <a:cubicBezTo>
                    <a:pt x="1366523" y="139322"/>
                    <a:pt x="1368808" y="145542"/>
                    <a:pt x="1373378" y="150114"/>
                  </a:cubicBezTo>
                  <a:cubicBezTo>
                    <a:pt x="1378205" y="154686"/>
                    <a:pt x="1385821" y="158239"/>
                    <a:pt x="1396228" y="160782"/>
                  </a:cubicBezTo>
                  <a:lnTo>
                    <a:pt x="1428599" y="168783"/>
                  </a:lnTo>
                  <a:cubicBezTo>
                    <a:pt x="1446622" y="172593"/>
                    <a:pt x="1459827" y="178946"/>
                    <a:pt x="1468206" y="187833"/>
                  </a:cubicBezTo>
                  <a:cubicBezTo>
                    <a:pt x="1476841" y="196472"/>
                    <a:pt x="1481154" y="207521"/>
                    <a:pt x="1481154" y="220980"/>
                  </a:cubicBezTo>
                  <a:cubicBezTo>
                    <a:pt x="1481154" y="237487"/>
                    <a:pt x="1474423" y="250698"/>
                    <a:pt x="1460970" y="260604"/>
                  </a:cubicBezTo>
                  <a:cubicBezTo>
                    <a:pt x="1447517" y="270510"/>
                    <a:pt x="1429237" y="275463"/>
                    <a:pt x="1406130" y="2754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g12709bdffa8_0_3049"/>
            <p:cNvSpPr/>
            <p:nvPr/>
          </p:nvSpPr>
          <p:spPr>
            <a:xfrm>
              <a:off x="5142141" y="6021492"/>
              <a:ext cx="1459056" cy="284607"/>
            </a:xfrm>
            <a:custGeom>
              <a:rect b="b" l="l" r="r" t="t"/>
              <a:pathLst>
                <a:path extrusionOk="0" h="284607" w="1459056">
                  <a:moveTo>
                    <a:pt x="0" y="281940"/>
                  </a:moveTo>
                  <a:lnTo>
                    <a:pt x="0" y="10668"/>
                  </a:lnTo>
                  <a:lnTo>
                    <a:pt x="108157" y="10668"/>
                  </a:lnTo>
                  <a:cubicBezTo>
                    <a:pt x="136082" y="10668"/>
                    <a:pt x="157790" y="17402"/>
                    <a:pt x="173280" y="30861"/>
                  </a:cubicBezTo>
                  <a:cubicBezTo>
                    <a:pt x="189018" y="44320"/>
                    <a:pt x="196892" y="62865"/>
                    <a:pt x="196892" y="86487"/>
                  </a:cubicBezTo>
                  <a:cubicBezTo>
                    <a:pt x="196892" y="109852"/>
                    <a:pt x="189018" y="128397"/>
                    <a:pt x="173280" y="142113"/>
                  </a:cubicBezTo>
                  <a:cubicBezTo>
                    <a:pt x="157542" y="155829"/>
                    <a:pt x="135834" y="162687"/>
                    <a:pt x="108157" y="162687"/>
                  </a:cubicBezTo>
                  <a:lnTo>
                    <a:pt x="31228" y="162687"/>
                  </a:lnTo>
                  <a:lnTo>
                    <a:pt x="31228" y="281940"/>
                  </a:lnTo>
                  <a:lnTo>
                    <a:pt x="0" y="281940"/>
                  </a:lnTo>
                  <a:close/>
                  <a:moveTo>
                    <a:pt x="31228" y="136779"/>
                  </a:moveTo>
                  <a:lnTo>
                    <a:pt x="105491" y="136779"/>
                  </a:lnTo>
                  <a:cubicBezTo>
                    <a:pt x="125552" y="136779"/>
                    <a:pt x="140652" y="132464"/>
                    <a:pt x="150811" y="123825"/>
                  </a:cubicBezTo>
                  <a:cubicBezTo>
                    <a:pt x="160970" y="114938"/>
                    <a:pt x="166045" y="102489"/>
                    <a:pt x="166045" y="86487"/>
                  </a:cubicBezTo>
                  <a:cubicBezTo>
                    <a:pt x="166045" y="70485"/>
                    <a:pt x="160970" y="58169"/>
                    <a:pt x="150811" y="49530"/>
                  </a:cubicBezTo>
                  <a:cubicBezTo>
                    <a:pt x="140652" y="40891"/>
                    <a:pt x="125552" y="36576"/>
                    <a:pt x="105491" y="36576"/>
                  </a:cubicBezTo>
                  <a:lnTo>
                    <a:pt x="31228" y="36576"/>
                  </a:lnTo>
                  <a:lnTo>
                    <a:pt x="31228" y="136779"/>
                  </a:lnTo>
                  <a:close/>
                  <a:moveTo>
                    <a:pt x="244258" y="281940"/>
                  </a:moveTo>
                  <a:lnTo>
                    <a:pt x="244258" y="1524"/>
                  </a:lnTo>
                  <a:lnTo>
                    <a:pt x="275106" y="1524"/>
                  </a:lnTo>
                  <a:lnTo>
                    <a:pt x="275106" y="281940"/>
                  </a:lnTo>
                  <a:lnTo>
                    <a:pt x="244258" y="281940"/>
                  </a:lnTo>
                  <a:close/>
                  <a:moveTo>
                    <a:pt x="408503" y="284607"/>
                  </a:moveTo>
                  <a:cubicBezTo>
                    <a:pt x="391489" y="284607"/>
                    <a:pt x="376513" y="280673"/>
                    <a:pt x="363564" y="272796"/>
                  </a:cubicBezTo>
                  <a:cubicBezTo>
                    <a:pt x="350873" y="264671"/>
                    <a:pt x="340972" y="253241"/>
                    <a:pt x="333859" y="238506"/>
                  </a:cubicBezTo>
                  <a:cubicBezTo>
                    <a:pt x="327005" y="223523"/>
                    <a:pt x="323577" y="205997"/>
                    <a:pt x="323577" y="185928"/>
                  </a:cubicBezTo>
                  <a:cubicBezTo>
                    <a:pt x="323577" y="165859"/>
                    <a:pt x="327128" y="148333"/>
                    <a:pt x="334240" y="133350"/>
                  </a:cubicBezTo>
                  <a:cubicBezTo>
                    <a:pt x="341352" y="118367"/>
                    <a:pt x="351254" y="106680"/>
                    <a:pt x="363945" y="98298"/>
                  </a:cubicBezTo>
                  <a:cubicBezTo>
                    <a:pt x="376894" y="89916"/>
                    <a:pt x="391746" y="85725"/>
                    <a:pt x="408503" y="85725"/>
                  </a:cubicBezTo>
                  <a:cubicBezTo>
                    <a:pt x="426021" y="85725"/>
                    <a:pt x="440874" y="90040"/>
                    <a:pt x="453061" y="98679"/>
                  </a:cubicBezTo>
                  <a:cubicBezTo>
                    <a:pt x="465247" y="107318"/>
                    <a:pt x="473502" y="119634"/>
                    <a:pt x="477815" y="135636"/>
                  </a:cubicBezTo>
                  <a:lnTo>
                    <a:pt x="473245" y="138684"/>
                  </a:lnTo>
                  <a:lnTo>
                    <a:pt x="473245" y="90297"/>
                  </a:lnTo>
                  <a:lnTo>
                    <a:pt x="503712" y="90297"/>
                  </a:lnTo>
                  <a:lnTo>
                    <a:pt x="503712" y="281940"/>
                  </a:lnTo>
                  <a:lnTo>
                    <a:pt x="473245" y="281940"/>
                  </a:lnTo>
                  <a:lnTo>
                    <a:pt x="473245" y="232410"/>
                  </a:lnTo>
                  <a:lnTo>
                    <a:pt x="477815" y="234696"/>
                  </a:lnTo>
                  <a:cubicBezTo>
                    <a:pt x="473502" y="250698"/>
                    <a:pt x="465247" y="263014"/>
                    <a:pt x="453061" y="271653"/>
                  </a:cubicBezTo>
                  <a:cubicBezTo>
                    <a:pt x="440874" y="280292"/>
                    <a:pt x="426021" y="284607"/>
                    <a:pt x="408503" y="284607"/>
                  </a:cubicBezTo>
                  <a:close/>
                  <a:moveTo>
                    <a:pt x="414596" y="259080"/>
                  </a:moveTo>
                  <a:cubicBezTo>
                    <a:pt x="433381" y="259080"/>
                    <a:pt x="447853" y="252727"/>
                    <a:pt x="458011" y="240030"/>
                  </a:cubicBezTo>
                  <a:cubicBezTo>
                    <a:pt x="468170" y="227076"/>
                    <a:pt x="473245" y="208788"/>
                    <a:pt x="473245" y="185166"/>
                  </a:cubicBezTo>
                  <a:cubicBezTo>
                    <a:pt x="473245" y="161544"/>
                    <a:pt x="468037" y="143380"/>
                    <a:pt x="457631" y="130683"/>
                  </a:cubicBezTo>
                  <a:cubicBezTo>
                    <a:pt x="447472" y="117986"/>
                    <a:pt x="433134" y="111633"/>
                    <a:pt x="414596" y="111633"/>
                  </a:cubicBezTo>
                  <a:cubicBezTo>
                    <a:pt x="395812" y="111633"/>
                    <a:pt x="381083" y="118234"/>
                    <a:pt x="370420" y="131445"/>
                  </a:cubicBezTo>
                  <a:cubicBezTo>
                    <a:pt x="360013" y="144399"/>
                    <a:pt x="354805" y="162563"/>
                    <a:pt x="354805" y="185928"/>
                  </a:cubicBezTo>
                  <a:cubicBezTo>
                    <a:pt x="354805" y="209293"/>
                    <a:pt x="360013" y="227333"/>
                    <a:pt x="370420" y="240030"/>
                  </a:cubicBezTo>
                  <a:cubicBezTo>
                    <a:pt x="381083" y="252727"/>
                    <a:pt x="395812" y="259080"/>
                    <a:pt x="414596" y="259080"/>
                  </a:cubicBezTo>
                  <a:close/>
                  <a:moveTo>
                    <a:pt x="536311" y="114681"/>
                  </a:moveTo>
                  <a:lnTo>
                    <a:pt x="536311" y="90297"/>
                  </a:lnTo>
                  <a:lnTo>
                    <a:pt x="659321" y="90297"/>
                  </a:lnTo>
                  <a:lnTo>
                    <a:pt x="659321" y="114681"/>
                  </a:lnTo>
                  <a:lnTo>
                    <a:pt x="536311" y="114681"/>
                  </a:lnTo>
                  <a:close/>
                  <a:moveTo>
                    <a:pt x="658560" y="254508"/>
                  </a:moveTo>
                  <a:lnTo>
                    <a:pt x="658560" y="280797"/>
                  </a:lnTo>
                  <a:cubicBezTo>
                    <a:pt x="654247" y="282064"/>
                    <a:pt x="649934" y="282959"/>
                    <a:pt x="645611" y="283464"/>
                  </a:cubicBezTo>
                  <a:cubicBezTo>
                    <a:pt x="641555" y="284226"/>
                    <a:pt x="636985" y="284607"/>
                    <a:pt x="631901" y="284607"/>
                  </a:cubicBezTo>
                  <a:cubicBezTo>
                    <a:pt x="614135" y="284607"/>
                    <a:pt x="599911" y="279530"/>
                    <a:pt x="589247" y="269367"/>
                  </a:cubicBezTo>
                  <a:cubicBezTo>
                    <a:pt x="578841" y="259204"/>
                    <a:pt x="573633" y="243964"/>
                    <a:pt x="573633" y="223647"/>
                  </a:cubicBezTo>
                  <a:lnTo>
                    <a:pt x="573633" y="41148"/>
                  </a:lnTo>
                  <a:lnTo>
                    <a:pt x="604481" y="30099"/>
                  </a:lnTo>
                  <a:lnTo>
                    <a:pt x="604481" y="219456"/>
                  </a:lnTo>
                  <a:cubicBezTo>
                    <a:pt x="604481" y="229619"/>
                    <a:pt x="605880" y="237487"/>
                    <a:pt x="608670" y="243078"/>
                  </a:cubicBezTo>
                  <a:cubicBezTo>
                    <a:pt x="611717" y="248669"/>
                    <a:pt x="615782" y="252603"/>
                    <a:pt x="620857" y="254889"/>
                  </a:cubicBezTo>
                  <a:cubicBezTo>
                    <a:pt x="625941" y="256918"/>
                    <a:pt x="631654" y="257937"/>
                    <a:pt x="637995" y="257937"/>
                  </a:cubicBezTo>
                  <a:cubicBezTo>
                    <a:pt x="641803" y="257937"/>
                    <a:pt x="645230" y="257680"/>
                    <a:pt x="648277" y="257175"/>
                  </a:cubicBezTo>
                  <a:cubicBezTo>
                    <a:pt x="651324" y="256670"/>
                    <a:pt x="654751" y="255775"/>
                    <a:pt x="658560" y="254508"/>
                  </a:cubicBezTo>
                  <a:close/>
                  <a:moveTo>
                    <a:pt x="673545" y="114681"/>
                  </a:moveTo>
                  <a:lnTo>
                    <a:pt x="673545" y="90297"/>
                  </a:lnTo>
                  <a:lnTo>
                    <a:pt x="788558" y="90297"/>
                  </a:lnTo>
                  <a:lnTo>
                    <a:pt x="788558" y="114681"/>
                  </a:lnTo>
                  <a:lnTo>
                    <a:pt x="673545" y="114681"/>
                  </a:lnTo>
                  <a:close/>
                  <a:moveTo>
                    <a:pt x="793889" y="29718"/>
                  </a:moveTo>
                  <a:cubicBezTo>
                    <a:pt x="786787" y="27689"/>
                    <a:pt x="780179" y="26670"/>
                    <a:pt x="774086" y="26670"/>
                  </a:cubicBezTo>
                  <a:cubicBezTo>
                    <a:pt x="767993" y="26670"/>
                    <a:pt x="762414" y="27813"/>
                    <a:pt x="757329" y="30099"/>
                  </a:cubicBezTo>
                  <a:cubicBezTo>
                    <a:pt x="752511" y="32128"/>
                    <a:pt x="748703" y="35938"/>
                    <a:pt x="745904" y="41529"/>
                  </a:cubicBezTo>
                  <a:cubicBezTo>
                    <a:pt x="743114" y="47120"/>
                    <a:pt x="741715" y="54864"/>
                    <a:pt x="741715" y="64770"/>
                  </a:cubicBezTo>
                  <a:lnTo>
                    <a:pt x="741715" y="281940"/>
                  </a:lnTo>
                  <a:lnTo>
                    <a:pt x="710867" y="281940"/>
                  </a:lnTo>
                  <a:lnTo>
                    <a:pt x="710867" y="60960"/>
                  </a:lnTo>
                  <a:cubicBezTo>
                    <a:pt x="710867" y="40386"/>
                    <a:pt x="715952" y="25146"/>
                    <a:pt x="726101" y="15240"/>
                  </a:cubicBezTo>
                  <a:cubicBezTo>
                    <a:pt x="736260" y="5077"/>
                    <a:pt x="750227" y="0"/>
                    <a:pt x="767993" y="0"/>
                  </a:cubicBezTo>
                  <a:cubicBezTo>
                    <a:pt x="772315" y="0"/>
                    <a:pt x="776628" y="257"/>
                    <a:pt x="780941" y="762"/>
                  </a:cubicBezTo>
                  <a:cubicBezTo>
                    <a:pt x="785263" y="1267"/>
                    <a:pt x="789576" y="2162"/>
                    <a:pt x="793889" y="3429"/>
                  </a:cubicBezTo>
                  <a:lnTo>
                    <a:pt x="793889" y="29718"/>
                  </a:lnTo>
                  <a:close/>
                  <a:moveTo>
                    <a:pt x="906255" y="284607"/>
                  </a:moveTo>
                  <a:cubicBezTo>
                    <a:pt x="887975" y="284607"/>
                    <a:pt x="871980" y="280540"/>
                    <a:pt x="858270" y="272415"/>
                  </a:cubicBezTo>
                  <a:cubicBezTo>
                    <a:pt x="844807" y="264290"/>
                    <a:pt x="834277" y="252860"/>
                    <a:pt x="826660" y="238125"/>
                  </a:cubicBezTo>
                  <a:cubicBezTo>
                    <a:pt x="819291" y="223142"/>
                    <a:pt x="815616" y="205483"/>
                    <a:pt x="815616" y="185166"/>
                  </a:cubicBezTo>
                  <a:cubicBezTo>
                    <a:pt x="815616" y="165097"/>
                    <a:pt x="819291" y="147571"/>
                    <a:pt x="826660" y="132588"/>
                  </a:cubicBezTo>
                  <a:cubicBezTo>
                    <a:pt x="834277" y="117605"/>
                    <a:pt x="844807" y="106042"/>
                    <a:pt x="858270" y="97917"/>
                  </a:cubicBezTo>
                  <a:cubicBezTo>
                    <a:pt x="871980" y="89792"/>
                    <a:pt x="887975" y="85725"/>
                    <a:pt x="906255" y="85725"/>
                  </a:cubicBezTo>
                  <a:cubicBezTo>
                    <a:pt x="924535" y="85725"/>
                    <a:pt x="940397" y="89792"/>
                    <a:pt x="953859" y="97917"/>
                  </a:cubicBezTo>
                  <a:cubicBezTo>
                    <a:pt x="967569" y="106042"/>
                    <a:pt x="978100" y="117605"/>
                    <a:pt x="985469" y="132588"/>
                  </a:cubicBezTo>
                  <a:cubicBezTo>
                    <a:pt x="993085" y="147571"/>
                    <a:pt x="996894" y="165097"/>
                    <a:pt x="996894" y="185166"/>
                  </a:cubicBezTo>
                  <a:cubicBezTo>
                    <a:pt x="996894" y="205483"/>
                    <a:pt x="993085" y="223142"/>
                    <a:pt x="985469" y="238125"/>
                  </a:cubicBezTo>
                  <a:cubicBezTo>
                    <a:pt x="978100" y="252860"/>
                    <a:pt x="967569" y="264290"/>
                    <a:pt x="953859" y="272415"/>
                  </a:cubicBezTo>
                  <a:cubicBezTo>
                    <a:pt x="940397" y="280540"/>
                    <a:pt x="924535" y="284607"/>
                    <a:pt x="906255" y="284607"/>
                  </a:cubicBezTo>
                  <a:close/>
                  <a:moveTo>
                    <a:pt x="906255" y="259080"/>
                  </a:moveTo>
                  <a:cubicBezTo>
                    <a:pt x="925040" y="259080"/>
                    <a:pt x="939511" y="252860"/>
                    <a:pt x="949670" y="240411"/>
                  </a:cubicBezTo>
                  <a:cubicBezTo>
                    <a:pt x="960076" y="227714"/>
                    <a:pt x="965284" y="209293"/>
                    <a:pt x="965284" y="185166"/>
                  </a:cubicBezTo>
                  <a:cubicBezTo>
                    <a:pt x="965284" y="161544"/>
                    <a:pt x="960076" y="143380"/>
                    <a:pt x="949670" y="130683"/>
                  </a:cubicBezTo>
                  <a:cubicBezTo>
                    <a:pt x="939254" y="117986"/>
                    <a:pt x="924782" y="111633"/>
                    <a:pt x="906255" y="111633"/>
                  </a:cubicBezTo>
                  <a:cubicBezTo>
                    <a:pt x="887717" y="111633"/>
                    <a:pt x="873122" y="117986"/>
                    <a:pt x="862459" y="130683"/>
                  </a:cubicBezTo>
                  <a:cubicBezTo>
                    <a:pt x="852043" y="143380"/>
                    <a:pt x="846845" y="161544"/>
                    <a:pt x="846845" y="185166"/>
                  </a:cubicBezTo>
                  <a:cubicBezTo>
                    <a:pt x="846845" y="209293"/>
                    <a:pt x="851919" y="227714"/>
                    <a:pt x="862078" y="240411"/>
                  </a:cubicBezTo>
                  <a:cubicBezTo>
                    <a:pt x="872484" y="252860"/>
                    <a:pt x="887213" y="259080"/>
                    <a:pt x="906255" y="259080"/>
                  </a:cubicBezTo>
                  <a:close/>
                  <a:moveTo>
                    <a:pt x="1044974" y="281940"/>
                  </a:moveTo>
                  <a:lnTo>
                    <a:pt x="1044974" y="144018"/>
                  </a:lnTo>
                  <a:cubicBezTo>
                    <a:pt x="1044974" y="135131"/>
                    <a:pt x="1044727" y="126235"/>
                    <a:pt x="1044212" y="117348"/>
                  </a:cubicBezTo>
                  <a:cubicBezTo>
                    <a:pt x="1043965" y="108204"/>
                    <a:pt x="1043203" y="99184"/>
                    <a:pt x="1041927" y="90297"/>
                  </a:cubicBezTo>
                  <a:lnTo>
                    <a:pt x="1071252" y="90297"/>
                  </a:lnTo>
                  <a:lnTo>
                    <a:pt x="1075441" y="137541"/>
                  </a:lnTo>
                  <a:lnTo>
                    <a:pt x="1071252" y="136398"/>
                  </a:lnTo>
                  <a:cubicBezTo>
                    <a:pt x="1074812" y="119634"/>
                    <a:pt x="1082429" y="107061"/>
                    <a:pt x="1094102" y="98679"/>
                  </a:cubicBezTo>
                  <a:cubicBezTo>
                    <a:pt x="1106041" y="90040"/>
                    <a:pt x="1119371" y="85725"/>
                    <a:pt x="1134089" y="85725"/>
                  </a:cubicBezTo>
                  <a:cubicBezTo>
                    <a:pt x="1137393" y="85725"/>
                    <a:pt x="1140440" y="85982"/>
                    <a:pt x="1143230" y="86487"/>
                  </a:cubicBezTo>
                  <a:cubicBezTo>
                    <a:pt x="1146276" y="86744"/>
                    <a:pt x="1149076" y="87249"/>
                    <a:pt x="1151608" y="88011"/>
                  </a:cubicBezTo>
                  <a:lnTo>
                    <a:pt x="1150846" y="116205"/>
                  </a:lnTo>
                  <a:cubicBezTo>
                    <a:pt x="1145010" y="114176"/>
                    <a:pt x="1138279" y="113157"/>
                    <a:pt x="1130662" y="113157"/>
                  </a:cubicBezTo>
                  <a:cubicBezTo>
                    <a:pt x="1117466" y="113157"/>
                    <a:pt x="1106803" y="116081"/>
                    <a:pt x="1098672" y="121920"/>
                  </a:cubicBezTo>
                  <a:cubicBezTo>
                    <a:pt x="1090808" y="127759"/>
                    <a:pt x="1084962" y="135255"/>
                    <a:pt x="1081153" y="144399"/>
                  </a:cubicBezTo>
                  <a:cubicBezTo>
                    <a:pt x="1077602" y="153286"/>
                    <a:pt x="1075822" y="162687"/>
                    <a:pt x="1075822" y="172593"/>
                  </a:cubicBezTo>
                  <a:lnTo>
                    <a:pt x="1075822" y="281940"/>
                  </a:lnTo>
                  <a:lnTo>
                    <a:pt x="1044974" y="281940"/>
                  </a:lnTo>
                  <a:close/>
                  <a:moveTo>
                    <a:pt x="1182951" y="281940"/>
                  </a:moveTo>
                  <a:lnTo>
                    <a:pt x="1182951" y="144018"/>
                  </a:lnTo>
                  <a:cubicBezTo>
                    <a:pt x="1182951" y="135131"/>
                    <a:pt x="1182703" y="126235"/>
                    <a:pt x="1182189" y="117348"/>
                  </a:cubicBezTo>
                  <a:cubicBezTo>
                    <a:pt x="1181941" y="108204"/>
                    <a:pt x="1181180" y="99184"/>
                    <a:pt x="1179904" y="90297"/>
                  </a:cubicBezTo>
                  <a:lnTo>
                    <a:pt x="1209228" y="90297"/>
                  </a:lnTo>
                  <a:lnTo>
                    <a:pt x="1212656" y="129921"/>
                  </a:lnTo>
                  <a:lnTo>
                    <a:pt x="1208847" y="132588"/>
                  </a:lnTo>
                  <a:cubicBezTo>
                    <a:pt x="1213418" y="117605"/>
                    <a:pt x="1221291" y="106042"/>
                    <a:pt x="1232459" y="97917"/>
                  </a:cubicBezTo>
                  <a:cubicBezTo>
                    <a:pt x="1243885" y="89792"/>
                    <a:pt x="1257347" y="85725"/>
                    <a:pt x="1272828" y="85725"/>
                  </a:cubicBezTo>
                  <a:cubicBezTo>
                    <a:pt x="1291365" y="85725"/>
                    <a:pt x="1305713" y="90297"/>
                    <a:pt x="1315862" y="99441"/>
                  </a:cubicBezTo>
                  <a:cubicBezTo>
                    <a:pt x="1326278" y="108585"/>
                    <a:pt x="1332876" y="122558"/>
                    <a:pt x="1335665" y="141351"/>
                  </a:cubicBezTo>
                  <a:lnTo>
                    <a:pt x="1326526" y="136398"/>
                  </a:lnTo>
                  <a:cubicBezTo>
                    <a:pt x="1330591" y="120901"/>
                    <a:pt x="1338712" y="108585"/>
                    <a:pt x="1350899" y="99441"/>
                  </a:cubicBezTo>
                  <a:cubicBezTo>
                    <a:pt x="1363343" y="90297"/>
                    <a:pt x="1378196" y="85725"/>
                    <a:pt x="1395457" y="85725"/>
                  </a:cubicBezTo>
                  <a:cubicBezTo>
                    <a:pt x="1416536" y="85725"/>
                    <a:pt x="1432398" y="92078"/>
                    <a:pt x="1443061" y="104775"/>
                  </a:cubicBezTo>
                  <a:cubicBezTo>
                    <a:pt x="1453725" y="117224"/>
                    <a:pt x="1459056" y="136141"/>
                    <a:pt x="1459056" y="161544"/>
                  </a:cubicBezTo>
                  <a:lnTo>
                    <a:pt x="1459056" y="281940"/>
                  </a:lnTo>
                  <a:lnTo>
                    <a:pt x="1428209" y="281940"/>
                  </a:lnTo>
                  <a:lnTo>
                    <a:pt x="1428209" y="163068"/>
                  </a:lnTo>
                  <a:cubicBezTo>
                    <a:pt x="1428209" y="145285"/>
                    <a:pt x="1425038" y="132331"/>
                    <a:pt x="1418688" y="124206"/>
                  </a:cubicBezTo>
                  <a:cubicBezTo>
                    <a:pt x="1412347" y="115824"/>
                    <a:pt x="1402312" y="111633"/>
                    <a:pt x="1388602" y="111633"/>
                  </a:cubicBezTo>
                  <a:cubicBezTo>
                    <a:pt x="1372607" y="111633"/>
                    <a:pt x="1359915" y="117091"/>
                    <a:pt x="1350518" y="128016"/>
                  </a:cubicBezTo>
                  <a:cubicBezTo>
                    <a:pt x="1341378" y="138941"/>
                    <a:pt x="1336808" y="153800"/>
                    <a:pt x="1336808" y="172593"/>
                  </a:cubicBezTo>
                  <a:lnTo>
                    <a:pt x="1336808" y="281940"/>
                  </a:lnTo>
                  <a:lnTo>
                    <a:pt x="1305960" y="281940"/>
                  </a:lnTo>
                  <a:lnTo>
                    <a:pt x="1305960" y="163068"/>
                  </a:lnTo>
                  <a:cubicBezTo>
                    <a:pt x="1305960" y="145285"/>
                    <a:pt x="1302666" y="132331"/>
                    <a:pt x="1296059" y="124206"/>
                  </a:cubicBezTo>
                  <a:cubicBezTo>
                    <a:pt x="1289718" y="115824"/>
                    <a:pt x="1279683" y="111633"/>
                    <a:pt x="1265973" y="111633"/>
                  </a:cubicBezTo>
                  <a:cubicBezTo>
                    <a:pt x="1249730" y="111633"/>
                    <a:pt x="1236906" y="117091"/>
                    <a:pt x="1227508" y="128016"/>
                  </a:cubicBezTo>
                  <a:cubicBezTo>
                    <a:pt x="1218368" y="138941"/>
                    <a:pt x="1213798" y="153800"/>
                    <a:pt x="1213798" y="172593"/>
                  </a:cubicBezTo>
                  <a:lnTo>
                    <a:pt x="1213798" y="281940"/>
                  </a:lnTo>
                  <a:lnTo>
                    <a:pt x="1182951" y="2819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g12709bdffa8_0_3049"/>
            <p:cNvSpPr/>
            <p:nvPr/>
          </p:nvSpPr>
          <p:spPr>
            <a:xfrm>
              <a:off x="4527854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g12709bdffa8_0_3049"/>
            <p:cNvSpPr/>
            <p:nvPr/>
          </p:nvSpPr>
          <p:spPr>
            <a:xfrm>
              <a:off x="1919132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43" name="Google Shape;643;g12709bdffa8_0_3049"/>
          <p:cNvPicPr preferRelativeResize="0"/>
          <p:nvPr/>
        </p:nvPicPr>
        <p:blipFill rotWithShape="1">
          <a:blip r:embed="rId3">
            <a:alphaModFix/>
          </a:blip>
          <a:srcRect b="0" l="0" r="0" t="-16117"/>
          <a:stretch/>
        </p:blipFill>
        <p:spPr>
          <a:xfrm>
            <a:off x="5513831" y="1879156"/>
            <a:ext cx="6678168" cy="2713843"/>
          </a:xfrm>
          <a:prstGeom prst="rect">
            <a:avLst/>
          </a:prstGeom>
          <a:noFill/>
          <a:ln>
            <a:noFill/>
          </a:ln>
          <a:effectLst>
            <a:outerShdw blurRad="317500" rotWithShape="0" algn="t" dir="5400000" dist="127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bg>
      <p:bgPr>
        <a:solidFill>
          <a:srgbClr val="245893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" name="Google Shape;645;g12709bdffa8_0_3069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3007268" y="-1"/>
            <a:ext cx="918473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g12709bdffa8_0_30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42402" y="1690688"/>
            <a:ext cx="6449600" cy="4388381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g12709bdffa8_0_3069"/>
          <p:cNvSpPr txBox="1"/>
          <p:nvPr>
            <p:ph idx="1" type="body"/>
          </p:nvPr>
        </p:nvSpPr>
        <p:spPr>
          <a:xfrm>
            <a:off x="155786" y="6472155"/>
            <a:ext cx="5940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8" name="Google Shape;648;g12709bdffa8_0_3069"/>
          <p:cNvSpPr txBox="1"/>
          <p:nvPr>
            <p:ph type="title"/>
          </p:nvPr>
        </p:nvSpPr>
        <p:spPr>
          <a:xfrm>
            <a:off x="155786" y="1191528"/>
            <a:ext cx="5054700" cy="48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Rokkitt"/>
              <a:buNone/>
              <a:defRPr b="1" sz="3200">
                <a:solidFill>
                  <a:schemeClr val="dk2"/>
                </a:solidFill>
                <a:latin typeface="Rokkitt"/>
                <a:ea typeface="Rokkitt"/>
                <a:cs typeface="Rokkitt"/>
                <a:sym typeface="Rokkit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49" name="Google Shape;649;g12709bdffa8_0_3069"/>
          <p:cNvGrpSpPr/>
          <p:nvPr/>
        </p:nvGrpSpPr>
        <p:grpSpPr>
          <a:xfrm>
            <a:off x="300945" y="308243"/>
            <a:ext cx="2012792" cy="571765"/>
            <a:chOff x="338666" y="4303183"/>
            <a:chExt cx="7340599" cy="2085212"/>
          </a:xfrm>
        </p:grpSpPr>
        <p:sp>
          <p:nvSpPr>
            <p:cNvPr id="650" name="Google Shape;650;g12709bdffa8_0_3069"/>
            <p:cNvSpPr/>
            <p:nvPr/>
          </p:nvSpPr>
          <p:spPr>
            <a:xfrm>
              <a:off x="338666" y="4817769"/>
              <a:ext cx="931067" cy="1085156"/>
            </a:xfrm>
            <a:custGeom>
              <a:rect b="b" l="l" r="r" t="t"/>
              <a:pathLst>
                <a:path extrusionOk="0" h="1085156" w="931067">
                  <a:moveTo>
                    <a:pt x="266668" y="724502"/>
                  </a:moveTo>
                  <a:lnTo>
                    <a:pt x="0" y="724502"/>
                  </a:lnTo>
                  <a:cubicBezTo>
                    <a:pt x="0" y="847803"/>
                    <a:pt x="39462" y="937691"/>
                    <a:pt x="117749" y="995117"/>
                  </a:cubicBezTo>
                  <a:cubicBezTo>
                    <a:pt x="188382" y="1054534"/>
                    <a:pt x="298318" y="1085157"/>
                    <a:pt x="451383" y="1085157"/>
                  </a:cubicBezTo>
                  <a:cubicBezTo>
                    <a:pt x="735511" y="1085157"/>
                    <a:pt x="931068" y="993278"/>
                    <a:pt x="931068" y="736551"/>
                  </a:cubicBezTo>
                  <a:cubicBezTo>
                    <a:pt x="931068" y="663885"/>
                    <a:pt x="908108" y="599124"/>
                    <a:pt x="860036" y="546727"/>
                  </a:cubicBezTo>
                  <a:cubicBezTo>
                    <a:pt x="804550" y="492016"/>
                    <a:pt x="691505" y="445600"/>
                    <a:pt x="507268" y="409227"/>
                  </a:cubicBezTo>
                  <a:cubicBezTo>
                    <a:pt x="364487" y="382909"/>
                    <a:pt x="294252" y="340558"/>
                    <a:pt x="294252" y="285925"/>
                  </a:cubicBezTo>
                  <a:cubicBezTo>
                    <a:pt x="294252" y="231452"/>
                    <a:pt x="348064" y="203059"/>
                    <a:pt x="455529" y="203059"/>
                  </a:cubicBezTo>
                  <a:cubicBezTo>
                    <a:pt x="546571" y="203059"/>
                    <a:pt x="602376" y="229378"/>
                    <a:pt x="621111" y="275875"/>
                  </a:cubicBezTo>
                  <a:cubicBezTo>
                    <a:pt x="637534" y="318386"/>
                    <a:pt x="678032" y="340558"/>
                    <a:pt x="737424" y="342631"/>
                  </a:cubicBezTo>
                  <a:lnTo>
                    <a:pt x="898542" y="342631"/>
                  </a:lnTo>
                  <a:cubicBezTo>
                    <a:pt x="892802" y="231452"/>
                    <a:pt x="852463" y="146910"/>
                    <a:pt x="777764" y="86934"/>
                  </a:cubicBezTo>
                  <a:cubicBezTo>
                    <a:pt x="701151" y="28951"/>
                    <a:pt x="592251" y="0"/>
                    <a:pt x="451543" y="0"/>
                  </a:cubicBezTo>
                  <a:cubicBezTo>
                    <a:pt x="206080" y="3908"/>
                    <a:pt x="29577" y="108388"/>
                    <a:pt x="29577" y="334417"/>
                  </a:cubicBezTo>
                  <a:cubicBezTo>
                    <a:pt x="31649" y="502141"/>
                    <a:pt x="149159" y="607421"/>
                    <a:pt x="383141" y="649693"/>
                  </a:cubicBezTo>
                  <a:cubicBezTo>
                    <a:pt x="571284" y="682230"/>
                    <a:pt x="666472" y="726578"/>
                    <a:pt x="666472" y="781214"/>
                  </a:cubicBezTo>
                  <a:cubicBezTo>
                    <a:pt x="666472" y="849880"/>
                    <a:pt x="608515" y="882103"/>
                    <a:pt x="492679" y="882103"/>
                  </a:cubicBezTo>
                  <a:cubicBezTo>
                    <a:pt x="358348" y="882103"/>
                    <a:pt x="272648" y="841907"/>
                    <a:pt x="266668" y="7245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g12709bdffa8_0_3069"/>
            <p:cNvSpPr/>
            <p:nvPr/>
          </p:nvSpPr>
          <p:spPr>
            <a:xfrm>
              <a:off x="1374890" y="4819443"/>
              <a:ext cx="1517750" cy="1067689"/>
            </a:xfrm>
            <a:custGeom>
              <a:rect b="b" l="l" r="r" t="t"/>
              <a:pathLst>
                <a:path extrusionOk="0" h="1067689" w="1517750">
                  <a:moveTo>
                    <a:pt x="448672" y="223396"/>
                  </a:moveTo>
                  <a:cubicBezTo>
                    <a:pt x="569444" y="223396"/>
                    <a:pt x="630673" y="277471"/>
                    <a:pt x="636890" y="387375"/>
                  </a:cubicBezTo>
                  <a:lnTo>
                    <a:pt x="636890" y="1063784"/>
                  </a:lnTo>
                  <a:lnTo>
                    <a:pt x="880920" y="1063784"/>
                  </a:lnTo>
                  <a:lnTo>
                    <a:pt x="880920" y="391522"/>
                  </a:lnTo>
                  <a:cubicBezTo>
                    <a:pt x="882995" y="281379"/>
                    <a:pt x="944138" y="227305"/>
                    <a:pt x="1064996" y="227305"/>
                  </a:cubicBezTo>
                  <a:cubicBezTo>
                    <a:pt x="1185778" y="227305"/>
                    <a:pt x="1246998" y="281379"/>
                    <a:pt x="1253139" y="391522"/>
                  </a:cubicBezTo>
                  <a:lnTo>
                    <a:pt x="1253139" y="935778"/>
                  </a:lnTo>
                  <a:cubicBezTo>
                    <a:pt x="1253139" y="1019760"/>
                    <a:pt x="1296268" y="1061794"/>
                    <a:pt x="1382527" y="1067690"/>
                  </a:cubicBezTo>
                  <a:lnTo>
                    <a:pt x="1517733" y="1067690"/>
                  </a:lnTo>
                  <a:lnTo>
                    <a:pt x="1517733" y="445517"/>
                  </a:lnTo>
                  <a:cubicBezTo>
                    <a:pt x="1519571" y="146911"/>
                    <a:pt x="1372645" y="3669"/>
                    <a:pt x="1069062" y="3669"/>
                  </a:cubicBezTo>
                  <a:cubicBezTo>
                    <a:pt x="930028" y="3669"/>
                    <a:pt x="829973" y="30387"/>
                    <a:pt x="760699" y="85897"/>
                  </a:cubicBezTo>
                  <a:cubicBezTo>
                    <a:pt x="691502" y="28553"/>
                    <a:pt x="591847" y="0"/>
                    <a:pt x="452737" y="0"/>
                  </a:cubicBezTo>
                  <a:cubicBezTo>
                    <a:pt x="148992" y="0"/>
                    <a:pt x="0" y="143242"/>
                    <a:pt x="0" y="441449"/>
                  </a:cubicBezTo>
                  <a:lnTo>
                    <a:pt x="0" y="1063784"/>
                  </a:lnTo>
                  <a:lnTo>
                    <a:pt x="264509" y="1063784"/>
                  </a:lnTo>
                  <a:lnTo>
                    <a:pt x="264509" y="387375"/>
                  </a:lnTo>
                  <a:cubicBezTo>
                    <a:pt x="266747" y="277471"/>
                    <a:pt x="327890" y="223396"/>
                    <a:pt x="448672" y="2233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g12709bdffa8_0_3069"/>
            <p:cNvSpPr/>
            <p:nvPr/>
          </p:nvSpPr>
          <p:spPr>
            <a:xfrm>
              <a:off x="3018422" y="4817769"/>
              <a:ext cx="880929" cy="1069283"/>
            </a:xfrm>
            <a:custGeom>
              <a:rect b="b" l="l" r="r" t="t"/>
              <a:pathLst>
                <a:path extrusionOk="0" h="1069283" w="880929">
                  <a:moveTo>
                    <a:pt x="450909" y="203059"/>
                  </a:moveTo>
                  <a:cubicBezTo>
                    <a:pt x="567140" y="203059"/>
                    <a:pt x="626293" y="232648"/>
                    <a:pt x="632672" y="291907"/>
                  </a:cubicBezTo>
                  <a:cubicBezTo>
                    <a:pt x="632672" y="349012"/>
                    <a:pt x="571443" y="382510"/>
                    <a:pt x="450909" y="396308"/>
                  </a:cubicBezTo>
                  <a:cubicBezTo>
                    <a:pt x="176822" y="421989"/>
                    <a:pt x="5503" y="489301"/>
                    <a:pt x="0" y="739732"/>
                  </a:cubicBezTo>
                  <a:cubicBezTo>
                    <a:pt x="0" y="970552"/>
                    <a:pt x="163912" y="1086833"/>
                    <a:pt x="421566" y="1067135"/>
                  </a:cubicBezTo>
                  <a:cubicBezTo>
                    <a:pt x="714466" y="1047438"/>
                    <a:pt x="880929" y="919183"/>
                    <a:pt x="880929" y="631186"/>
                  </a:cubicBezTo>
                  <a:lnTo>
                    <a:pt x="880929" y="276035"/>
                  </a:lnTo>
                  <a:cubicBezTo>
                    <a:pt x="875188" y="89406"/>
                    <a:pt x="735279" y="0"/>
                    <a:pt x="438475" y="0"/>
                  </a:cubicBezTo>
                  <a:cubicBezTo>
                    <a:pt x="188228" y="0"/>
                    <a:pt x="59639" y="89406"/>
                    <a:pt x="29819" y="276035"/>
                  </a:cubicBezTo>
                  <a:lnTo>
                    <a:pt x="282056" y="276035"/>
                  </a:lnTo>
                  <a:cubicBezTo>
                    <a:pt x="296804" y="226746"/>
                    <a:pt x="351730" y="203059"/>
                    <a:pt x="450909" y="203059"/>
                  </a:cubicBezTo>
                  <a:close/>
                  <a:moveTo>
                    <a:pt x="385615" y="854023"/>
                  </a:moveTo>
                  <a:cubicBezTo>
                    <a:pt x="296804" y="854023"/>
                    <a:pt x="250409" y="814551"/>
                    <a:pt x="244030" y="731760"/>
                  </a:cubicBezTo>
                  <a:cubicBezTo>
                    <a:pt x="244030" y="654874"/>
                    <a:pt x="300955" y="605582"/>
                    <a:pt x="412959" y="585808"/>
                  </a:cubicBezTo>
                  <a:cubicBezTo>
                    <a:pt x="495314" y="570016"/>
                    <a:pt x="571529" y="548404"/>
                    <a:pt x="636899" y="522724"/>
                  </a:cubicBezTo>
                  <a:lnTo>
                    <a:pt x="636899" y="619308"/>
                  </a:lnTo>
                  <a:cubicBezTo>
                    <a:pt x="636814" y="767250"/>
                    <a:pt x="541872" y="854023"/>
                    <a:pt x="385615" y="8540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g12709bdffa8_0_3069"/>
            <p:cNvSpPr/>
            <p:nvPr/>
          </p:nvSpPr>
          <p:spPr>
            <a:xfrm>
              <a:off x="5216460" y="4303183"/>
              <a:ext cx="408455" cy="1583837"/>
            </a:xfrm>
            <a:custGeom>
              <a:rect b="b" l="l" r="r" t="t"/>
              <a:pathLst>
                <a:path extrusionOk="0" h="1583837" w="408455">
                  <a:moveTo>
                    <a:pt x="244078" y="292465"/>
                  </a:moveTo>
                  <a:lnTo>
                    <a:pt x="244078" y="129683"/>
                  </a:lnTo>
                  <a:cubicBezTo>
                    <a:pt x="244078" y="62050"/>
                    <a:pt x="190904" y="0"/>
                    <a:pt x="126647" y="0"/>
                  </a:cubicBezTo>
                  <a:lnTo>
                    <a:pt x="48" y="0"/>
                  </a:lnTo>
                  <a:lnTo>
                    <a:pt x="48" y="1388707"/>
                  </a:lnTo>
                  <a:cubicBezTo>
                    <a:pt x="-1704" y="1505236"/>
                    <a:pt x="44215" y="1566253"/>
                    <a:pt x="139958" y="1576140"/>
                  </a:cubicBezTo>
                  <a:cubicBezTo>
                    <a:pt x="235938" y="1586027"/>
                    <a:pt x="325872" y="1586027"/>
                    <a:pt x="408456" y="1578216"/>
                  </a:cubicBezTo>
                  <a:lnTo>
                    <a:pt x="408456" y="1378820"/>
                  </a:lnTo>
                  <a:lnTo>
                    <a:pt x="329776" y="1378820"/>
                  </a:lnTo>
                  <a:cubicBezTo>
                    <a:pt x="269747" y="1378820"/>
                    <a:pt x="244078" y="1354017"/>
                    <a:pt x="244078" y="1308402"/>
                  </a:cubicBezTo>
                  <a:lnTo>
                    <a:pt x="244078" y="700816"/>
                  </a:lnTo>
                  <a:lnTo>
                    <a:pt x="244078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g12709bdffa8_0_3069"/>
            <p:cNvSpPr/>
            <p:nvPr/>
          </p:nvSpPr>
          <p:spPr>
            <a:xfrm>
              <a:off x="5647957" y="4819443"/>
              <a:ext cx="942548" cy="1081815"/>
            </a:xfrm>
            <a:custGeom>
              <a:rect b="b" l="l" r="r" t="t"/>
              <a:pathLst>
                <a:path extrusionOk="0" h="1081815" w="942548">
                  <a:moveTo>
                    <a:pt x="474350" y="223396"/>
                  </a:moveTo>
                  <a:cubicBezTo>
                    <a:pt x="610108" y="223396"/>
                    <a:pt x="677954" y="326920"/>
                    <a:pt x="677954" y="535718"/>
                  </a:cubicBezTo>
                  <a:cubicBezTo>
                    <a:pt x="676040" y="748907"/>
                    <a:pt x="608042" y="858416"/>
                    <a:pt x="472274" y="858416"/>
                  </a:cubicBezTo>
                  <a:cubicBezTo>
                    <a:pt x="336507" y="858416"/>
                    <a:pt x="266432" y="752822"/>
                    <a:pt x="264595" y="544015"/>
                  </a:cubicBezTo>
                  <a:cubicBezTo>
                    <a:pt x="264681" y="330908"/>
                    <a:pt x="334431" y="223396"/>
                    <a:pt x="474350" y="223396"/>
                  </a:cubicBezTo>
                  <a:close/>
                  <a:moveTo>
                    <a:pt x="474350" y="0"/>
                  </a:moveTo>
                  <a:cubicBezTo>
                    <a:pt x="156733" y="0"/>
                    <a:pt x="0" y="173868"/>
                    <a:pt x="0" y="544015"/>
                  </a:cubicBezTo>
                  <a:cubicBezTo>
                    <a:pt x="0" y="908984"/>
                    <a:pt x="156733" y="1081815"/>
                    <a:pt x="474350" y="1081815"/>
                  </a:cubicBezTo>
                  <a:cubicBezTo>
                    <a:pt x="788206" y="1081815"/>
                    <a:pt x="942549" y="908898"/>
                    <a:pt x="942549" y="544015"/>
                  </a:cubicBezTo>
                  <a:cubicBezTo>
                    <a:pt x="942549" y="173947"/>
                    <a:pt x="788206" y="0"/>
                    <a:pt x="474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g12709bdffa8_0_3069"/>
            <p:cNvSpPr/>
            <p:nvPr/>
          </p:nvSpPr>
          <p:spPr>
            <a:xfrm>
              <a:off x="6716152" y="4817830"/>
              <a:ext cx="963113" cy="1497041"/>
            </a:xfrm>
            <a:custGeom>
              <a:rect b="b" l="l" r="r" t="t"/>
              <a:pathLst>
                <a:path extrusionOk="0" h="1497041" w="963113">
                  <a:moveTo>
                    <a:pt x="414073" y="1083504"/>
                  </a:moveTo>
                  <a:cubicBezTo>
                    <a:pt x="547365" y="1083504"/>
                    <a:pt x="650524" y="1033974"/>
                    <a:pt x="719084" y="934438"/>
                  </a:cubicBezTo>
                  <a:lnTo>
                    <a:pt x="719084" y="1037641"/>
                  </a:lnTo>
                  <a:cubicBezTo>
                    <a:pt x="719084" y="1206805"/>
                    <a:pt x="646382" y="1293978"/>
                    <a:pt x="505036" y="1293978"/>
                  </a:cubicBezTo>
                  <a:cubicBezTo>
                    <a:pt x="393898" y="1293978"/>
                    <a:pt x="331156" y="1255697"/>
                    <a:pt x="313142" y="1174983"/>
                  </a:cubicBezTo>
                  <a:lnTo>
                    <a:pt x="27183" y="1174983"/>
                  </a:lnTo>
                  <a:cubicBezTo>
                    <a:pt x="86973" y="1395505"/>
                    <a:pt x="233585" y="1497042"/>
                    <a:pt x="474578" y="1497042"/>
                  </a:cubicBezTo>
                  <a:cubicBezTo>
                    <a:pt x="807733" y="1491536"/>
                    <a:pt x="963114" y="1370226"/>
                    <a:pt x="963114" y="1100649"/>
                  </a:cubicBezTo>
                  <a:lnTo>
                    <a:pt x="963114" y="465398"/>
                  </a:lnTo>
                  <a:cubicBezTo>
                    <a:pt x="963114" y="140866"/>
                    <a:pt x="809732" y="-1817"/>
                    <a:pt x="484861" y="17"/>
                  </a:cubicBezTo>
                  <a:cubicBezTo>
                    <a:pt x="158485" y="5601"/>
                    <a:pt x="0" y="166548"/>
                    <a:pt x="0" y="530559"/>
                  </a:cubicBezTo>
                  <a:cubicBezTo>
                    <a:pt x="76" y="907720"/>
                    <a:pt x="135283" y="1083504"/>
                    <a:pt x="414073" y="1083504"/>
                  </a:cubicBezTo>
                  <a:close/>
                  <a:moveTo>
                    <a:pt x="488850" y="860105"/>
                  </a:moveTo>
                  <a:cubicBezTo>
                    <a:pt x="343437" y="860105"/>
                    <a:pt x="270650" y="753073"/>
                    <a:pt x="264671" y="538846"/>
                  </a:cubicBezTo>
                  <a:cubicBezTo>
                    <a:pt x="264671" y="314177"/>
                    <a:pt x="339448" y="202997"/>
                    <a:pt x="492915" y="202997"/>
                  </a:cubicBezTo>
                  <a:cubicBezTo>
                    <a:pt x="646382" y="202997"/>
                    <a:pt x="720922" y="314177"/>
                    <a:pt x="719084" y="538846"/>
                  </a:cubicBezTo>
                  <a:cubicBezTo>
                    <a:pt x="711115" y="753073"/>
                    <a:pt x="634263" y="860105"/>
                    <a:pt x="488850" y="8601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g12709bdffa8_0_3069"/>
            <p:cNvSpPr/>
            <p:nvPr/>
          </p:nvSpPr>
          <p:spPr>
            <a:xfrm>
              <a:off x="4661889" y="4843290"/>
              <a:ext cx="419889" cy="1039937"/>
            </a:xfrm>
            <a:custGeom>
              <a:rect b="b" l="l" r="r" t="t"/>
              <a:pathLst>
                <a:path extrusionOk="0" h="1039937" w="419889">
                  <a:moveTo>
                    <a:pt x="0" y="1039938"/>
                  </a:moveTo>
                  <a:lnTo>
                    <a:pt x="264595" y="1039938"/>
                  </a:lnTo>
                  <a:lnTo>
                    <a:pt x="264595" y="492412"/>
                  </a:lnTo>
                  <a:cubicBezTo>
                    <a:pt x="264595" y="363368"/>
                    <a:pt x="316331" y="20497"/>
                    <a:pt x="419890" y="0"/>
                  </a:cubicBezTo>
                  <a:cubicBezTo>
                    <a:pt x="146841" y="33737"/>
                    <a:pt x="6931" y="198992"/>
                    <a:pt x="0" y="496403"/>
                  </a:cubicBezTo>
                  <a:lnTo>
                    <a:pt x="0" y="10399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g12709bdffa8_0_3069"/>
            <p:cNvSpPr/>
            <p:nvPr/>
          </p:nvSpPr>
          <p:spPr>
            <a:xfrm>
              <a:off x="4661889" y="4488137"/>
              <a:ext cx="244020" cy="471437"/>
            </a:xfrm>
            <a:custGeom>
              <a:rect b="b" l="l" r="r" t="t"/>
              <a:pathLst>
                <a:path extrusionOk="0" h="471437" w="244020">
                  <a:moveTo>
                    <a:pt x="244020" y="292465"/>
                  </a:moveTo>
                  <a:lnTo>
                    <a:pt x="244020" y="129683"/>
                  </a:lnTo>
                  <a:cubicBezTo>
                    <a:pt x="244020" y="62050"/>
                    <a:pt x="190846" y="0"/>
                    <a:pt x="126513" y="0"/>
                  </a:cubicBezTo>
                  <a:lnTo>
                    <a:pt x="0" y="0"/>
                  </a:lnTo>
                  <a:lnTo>
                    <a:pt x="152" y="471438"/>
                  </a:lnTo>
                  <a:lnTo>
                    <a:pt x="244020" y="471438"/>
                  </a:lnTo>
                  <a:lnTo>
                    <a:pt x="244020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g12709bdffa8_0_3069"/>
            <p:cNvSpPr/>
            <p:nvPr/>
          </p:nvSpPr>
          <p:spPr>
            <a:xfrm>
              <a:off x="4025065" y="4842652"/>
              <a:ext cx="522658" cy="1040575"/>
            </a:xfrm>
            <a:custGeom>
              <a:rect b="b" l="l" r="r" t="t"/>
              <a:pathLst>
                <a:path extrusionOk="0" h="1040575" w="522658">
                  <a:moveTo>
                    <a:pt x="0" y="1040576"/>
                  </a:moveTo>
                  <a:lnTo>
                    <a:pt x="264604" y="1040576"/>
                  </a:lnTo>
                  <a:lnTo>
                    <a:pt x="264604" y="493050"/>
                  </a:lnTo>
                  <a:cubicBezTo>
                    <a:pt x="264604" y="339762"/>
                    <a:pt x="337544" y="262078"/>
                    <a:pt x="483356" y="262078"/>
                  </a:cubicBezTo>
                  <a:lnTo>
                    <a:pt x="522658" y="262078"/>
                  </a:lnTo>
                  <a:lnTo>
                    <a:pt x="522658" y="0"/>
                  </a:lnTo>
                  <a:cubicBezTo>
                    <a:pt x="214534" y="21774"/>
                    <a:pt x="7417" y="184795"/>
                    <a:pt x="86" y="496955"/>
                  </a:cubicBezTo>
                  <a:lnTo>
                    <a:pt x="86" y="1040576"/>
                  </a:lnTo>
                  <a:lnTo>
                    <a:pt x="0" y="10405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g12709bdffa8_0_3069"/>
            <p:cNvSpPr/>
            <p:nvPr/>
          </p:nvSpPr>
          <p:spPr>
            <a:xfrm>
              <a:off x="356946" y="6029112"/>
              <a:ext cx="1060969" cy="277368"/>
            </a:xfrm>
            <a:custGeom>
              <a:rect b="b" l="l" r="r" t="t"/>
              <a:pathLst>
                <a:path extrusionOk="0" h="277368" w="1060969">
                  <a:moveTo>
                    <a:pt x="101302" y="277368"/>
                  </a:moveTo>
                  <a:cubicBezTo>
                    <a:pt x="87338" y="277368"/>
                    <a:pt x="74263" y="276225"/>
                    <a:pt x="62076" y="273939"/>
                  </a:cubicBezTo>
                  <a:cubicBezTo>
                    <a:pt x="49889" y="271396"/>
                    <a:pt x="38591" y="267586"/>
                    <a:pt x="28182" y="262509"/>
                  </a:cubicBezTo>
                  <a:cubicBezTo>
                    <a:pt x="17772" y="257175"/>
                    <a:pt x="8378" y="250698"/>
                    <a:pt x="0" y="243078"/>
                  </a:cubicBezTo>
                  <a:lnTo>
                    <a:pt x="11806" y="219075"/>
                  </a:lnTo>
                  <a:cubicBezTo>
                    <a:pt x="25516" y="230505"/>
                    <a:pt x="39226" y="238630"/>
                    <a:pt x="52936" y="243459"/>
                  </a:cubicBezTo>
                  <a:cubicBezTo>
                    <a:pt x="66900" y="248288"/>
                    <a:pt x="83149" y="250698"/>
                    <a:pt x="101683" y="250698"/>
                  </a:cubicBezTo>
                  <a:cubicBezTo>
                    <a:pt x="123264" y="250698"/>
                    <a:pt x="140021" y="246507"/>
                    <a:pt x="151953" y="238125"/>
                  </a:cubicBezTo>
                  <a:cubicBezTo>
                    <a:pt x="163886" y="229486"/>
                    <a:pt x="169853" y="217427"/>
                    <a:pt x="169853" y="201930"/>
                  </a:cubicBezTo>
                  <a:cubicBezTo>
                    <a:pt x="169853" y="192529"/>
                    <a:pt x="166806" y="185042"/>
                    <a:pt x="160712" y="179451"/>
                  </a:cubicBezTo>
                  <a:cubicBezTo>
                    <a:pt x="154873" y="173612"/>
                    <a:pt x="146748" y="169040"/>
                    <a:pt x="136339" y="165735"/>
                  </a:cubicBezTo>
                  <a:cubicBezTo>
                    <a:pt x="126183" y="162182"/>
                    <a:pt x="114631" y="158877"/>
                    <a:pt x="101683" y="155829"/>
                  </a:cubicBezTo>
                  <a:cubicBezTo>
                    <a:pt x="88735" y="153038"/>
                    <a:pt x="76421" y="149857"/>
                    <a:pt x="64742" y="146304"/>
                  </a:cubicBezTo>
                  <a:cubicBezTo>
                    <a:pt x="53063" y="142494"/>
                    <a:pt x="42654" y="137798"/>
                    <a:pt x="33514" y="132207"/>
                  </a:cubicBezTo>
                  <a:cubicBezTo>
                    <a:pt x="24627" y="126616"/>
                    <a:pt x="17645" y="119510"/>
                    <a:pt x="12568" y="110871"/>
                  </a:cubicBezTo>
                  <a:cubicBezTo>
                    <a:pt x="7490" y="102232"/>
                    <a:pt x="4951" y="91440"/>
                    <a:pt x="4951" y="78486"/>
                  </a:cubicBezTo>
                  <a:cubicBezTo>
                    <a:pt x="4951" y="62989"/>
                    <a:pt x="9013" y="49406"/>
                    <a:pt x="17138" y="37719"/>
                  </a:cubicBezTo>
                  <a:cubicBezTo>
                    <a:pt x="25262" y="25784"/>
                    <a:pt x="36687" y="16507"/>
                    <a:pt x="51413" y="9906"/>
                  </a:cubicBezTo>
                  <a:cubicBezTo>
                    <a:pt x="66138" y="3305"/>
                    <a:pt x="83530" y="0"/>
                    <a:pt x="103587" y="0"/>
                  </a:cubicBezTo>
                  <a:cubicBezTo>
                    <a:pt x="116028" y="0"/>
                    <a:pt x="127961" y="1400"/>
                    <a:pt x="139386" y="4191"/>
                  </a:cubicBezTo>
                  <a:cubicBezTo>
                    <a:pt x="150811" y="6734"/>
                    <a:pt x="161348" y="10544"/>
                    <a:pt x="170995" y="15621"/>
                  </a:cubicBezTo>
                  <a:cubicBezTo>
                    <a:pt x="180897" y="20698"/>
                    <a:pt x="189656" y="26927"/>
                    <a:pt x="197273" y="34290"/>
                  </a:cubicBezTo>
                  <a:lnTo>
                    <a:pt x="185086" y="58293"/>
                  </a:lnTo>
                  <a:cubicBezTo>
                    <a:pt x="172645" y="47368"/>
                    <a:pt x="159824" y="39367"/>
                    <a:pt x="146622" y="34290"/>
                  </a:cubicBezTo>
                  <a:cubicBezTo>
                    <a:pt x="133419" y="29213"/>
                    <a:pt x="119075" y="26670"/>
                    <a:pt x="103587" y="26670"/>
                  </a:cubicBezTo>
                  <a:cubicBezTo>
                    <a:pt x="82515" y="26670"/>
                    <a:pt x="66011" y="31118"/>
                    <a:pt x="54079" y="40005"/>
                  </a:cubicBezTo>
                  <a:cubicBezTo>
                    <a:pt x="42146" y="48892"/>
                    <a:pt x="36179" y="61341"/>
                    <a:pt x="36179" y="77343"/>
                  </a:cubicBezTo>
                  <a:cubicBezTo>
                    <a:pt x="36179" y="87249"/>
                    <a:pt x="38845" y="95250"/>
                    <a:pt x="44177" y="101346"/>
                  </a:cubicBezTo>
                  <a:cubicBezTo>
                    <a:pt x="49509" y="107442"/>
                    <a:pt x="56998" y="112395"/>
                    <a:pt x="66646" y="116205"/>
                  </a:cubicBezTo>
                  <a:cubicBezTo>
                    <a:pt x="76294" y="119758"/>
                    <a:pt x="87338" y="123063"/>
                    <a:pt x="99779" y="126111"/>
                  </a:cubicBezTo>
                  <a:cubicBezTo>
                    <a:pt x="112981" y="129159"/>
                    <a:pt x="125676" y="132464"/>
                    <a:pt x="137862" y="136017"/>
                  </a:cubicBezTo>
                  <a:cubicBezTo>
                    <a:pt x="150049" y="139570"/>
                    <a:pt x="160839" y="144018"/>
                    <a:pt x="170233" y="149352"/>
                  </a:cubicBezTo>
                  <a:cubicBezTo>
                    <a:pt x="179881" y="154429"/>
                    <a:pt x="187498" y="161163"/>
                    <a:pt x="193084" y="169545"/>
                  </a:cubicBezTo>
                  <a:cubicBezTo>
                    <a:pt x="198669" y="177670"/>
                    <a:pt x="201462" y="188090"/>
                    <a:pt x="201462" y="200787"/>
                  </a:cubicBezTo>
                  <a:cubicBezTo>
                    <a:pt x="201462" y="216284"/>
                    <a:pt x="197399" y="229743"/>
                    <a:pt x="189275" y="241173"/>
                  </a:cubicBezTo>
                  <a:cubicBezTo>
                    <a:pt x="181151" y="252603"/>
                    <a:pt x="169598" y="261490"/>
                    <a:pt x="154619" y="267843"/>
                  </a:cubicBezTo>
                  <a:cubicBezTo>
                    <a:pt x="139640" y="274196"/>
                    <a:pt x="121867" y="277368"/>
                    <a:pt x="101302" y="277368"/>
                  </a:cubicBezTo>
                  <a:close/>
                  <a:moveTo>
                    <a:pt x="248704" y="274320"/>
                  </a:moveTo>
                  <a:lnTo>
                    <a:pt x="248704" y="136398"/>
                  </a:lnTo>
                  <a:cubicBezTo>
                    <a:pt x="248704" y="127511"/>
                    <a:pt x="248449" y="118615"/>
                    <a:pt x="247942" y="109728"/>
                  </a:cubicBezTo>
                  <a:cubicBezTo>
                    <a:pt x="247688" y="100584"/>
                    <a:pt x="246926" y="91564"/>
                    <a:pt x="245657" y="82677"/>
                  </a:cubicBezTo>
                  <a:lnTo>
                    <a:pt x="274981" y="82677"/>
                  </a:lnTo>
                  <a:lnTo>
                    <a:pt x="278409" y="122301"/>
                  </a:lnTo>
                  <a:lnTo>
                    <a:pt x="274600" y="124968"/>
                  </a:lnTo>
                  <a:cubicBezTo>
                    <a:pt x="279170" y="109985"/>
                    <a:pt x="287040" y="98422"/>
                    <a:pt x="298212" y="90297"/>
                  </a:cubicBezTo>
                  <a:cubicBezTo>
                    <a:pt x="309637" y="82172"/>
                    <a:pt x="323093" y="78105"/>
                    <a:pt x="338581" y="78105"/>
                  </a:cubicBezTo>
                  <a:cubicBezTo>
                    <a:pt x="357114" y="78105"/>
                    <a:pt x="371459" y="82677"/>
                    <a:pt x="381615" y="91821"/>
                  </a:cubicBezTo>
                  <a:cubicBezTo>
                    <a:pt x="392024" y="100965"/>
                    <a:pt x="398625" y="114938"/>
                    <a:pt x="401419" y="133731"/>
                  </a:cubicBezTo>
                  <a:lnTo>
                    <a:pt x="392278" y="128778"/>
                  </a:lnTo>
                  <a:cubicBezTo>
                    <a:pt x="396340" y="113281"/>
                    <a:pt x="404465" y="100965"/>
                    <a:pt x="416652" y="91821"/>
                  </a:cubicBezTo>
                  <a:cubicBezTo>
                    <a:pt x="429092" y="82677"/>
                    <a:pt x="443944" y="78105"/>
                    <a:pt x="461210" y="78105"/>
                  </a:cubicBezTo>
                  <a:cubicBezTo>
                    <a:pt x="482282" y="78105"/>
                    <a:pt x="498151" y="84458"/>
                    <a:pt x="508814" y="97155"/>
                  </a:cubicBezTo>
                  <a:cubicBezTo>
                    <a:pt x="519477" y="109604"/>
                    <a:pt x="524809" y="128521"/>
                    <a:pt x="524809" y="153924"/>
                  </a:cubicBezTo>
                  <a:lnTo>
                    <a:pt x="524809" y="274320"/>
                  </a:lnTo>
                  <a:lnTo>
                    <a:pt x="493961" y="274320"/>
                  </a:lnTo>
                  <a:lnTo>
                    <a:pt x="493961" y="155448"/>
                  </a:lnTo>
                  <a:cubicBezTo>
                    <a:pt x="493961" y="137665"/>
                    <a:pt x="490787" y="124711"/>
                    <a:pt x="484441" y="116586"/>
                  </a:cubicBezTo>
                  <a:cubicBezTo>
                    <a:pt x="478093" y="108204"/>
                    <a:pt x="468065" y="104013"/>
                    <a:pt x="454355" y="104013"/>
                  </a:cubicBezTo>
                  <a:cubicBezTo>
                    <a:pt x="438360" y="104013"/>
                    <a:pt x="425664" y="109471"/>
                    <a:pt x="416271" y="120396"/>
                  </a:cubicBezTo>
                  <a:cubicBezTo>
                    <a:pt x="407131" y="131321"/>
                    <a:pt x="402561" y="146180"/>
                    <a:pt x="402561" y="164973"/>
                  </a:cubicBezTo>
                  <a:lnTo>
                    <a:pt x="402561" y="274320"/>
                  </a:lnTo>
                  <a:lnTo>
                    <a:pt x="371713" y="274320"/>
                  </a:lnTo>
                  <a:lnTo>
                    <a:pt x="371713" y="155448"/>
                  </a:lnTo>
                  <a:cubicBezTo>
                    <a:pt x="371713" y="137665"/>
                    <a:pt x="368412" y="124711"/>
                    <a:pt x="361812" y="116586"/>
                  </a:cubicBezTo>
                  <a:cubicBezTo>
                    <a:pt x="355464" y="108204"/>
                    <a:pt x="345436" y="104013"/>
                    <a:pt x="331726" y="104013"/>
                  </a:cubicBezTo>
                  <a:cubicBezTo>
                    <a:pt x="315476" y="104013"/>
                    <a:pt x="302655" y="109471"/>
                    <a:pt x="293261" y="120396"/>
                  </a:cubicBezTo>
                  <a:cubicBezTo>
                    <a:pt x="284121" y="131321"/>
                    <a:pt x="279551" y="146180"/>
                    <a:pt x="279551" y="164973"/>
                  </a:cubicBezTo>
                  <a:lnTo>
                    <a:pt x="279551" y="274320"/>
                  </a:lnTo>
                  <a:lnTo>
                    <a:pt x="248704" y="274320"/>
                  </a:lnTo>
                  <a:close/>
                  <a:moveTo>
                    <a:pt x="656923" y="276987"/>
                  </a:moveTo>
                  <a:cubicBezTo>
                    <a:pt x="639913" y="276987"/>
                    <a:pt x="624933" y="273053"/>
                    <a:pt x="611984" y="265176"/>
                  </a:cubicBezTo>
                  <a:cubicBezTo>
                    <a:pt x="599290" y="257051"/>
                    <a:pt x="589388" y="245621"/>
                    <a:pt x="582279" y="230886"/>
                  </a:cubicBezTo>
                  <a:cubicBezTo>
                    <a:pt x="575424" y="215903"/>
                    <a:pt x="571997" y="198377"/>
                    <a:pt x="571997" y="178308"/>
                  </a:cubicBezTo>
                  <a:cubicBezTo>
                    <a:pt x="571997" y="158239"/>
                    <a:pt x="575552" y="140713"/>
                    <a:pt x="582660" y="125730"/>
                  </a:cubicBezTo>
                  <a:cubicBezTo>
                    <a:pt x="589769" y="110747"/>
                    <a:pt x="599671" y="99060"/>
                    <a:pt x="612365" y="90678"/>
                  </a:cubicBezTo>
                  <a:cubicBezTo>
                    <a:pt x="625313" y="82296"/>
                    <a:pt x="640166" y="78105"/>
                    <a:pt x="656923" y="78105"/>
                  </a:cubicBezTo>
                  <a:cubicBezTo>
                    <a:pt x="674441" y="78105"/>
                    <a:pt x="689294" y="82420"/>
                    <a:pt x="701481" y="91059"/>
                  </a:cubicBezTo>
                  <a:cubicBezTo>
                    <a:pt x="713667" y="99698"/>
                    <a:pt x="721919" y="112014"/>
                    <a:pt x="726235" y="128016"/>
                  </a:cubicBezTo>
                  <a:lnTo>
                    <a:pt x="721665" y="131064"/>
                  </a:lnTo>
                  <a:lnTo>
                    <a:pt x="721665" y="82677"/>
                  </a:lnTo>
                  <a:lnTo>
                    <a:pt x="752132" y="82677"/>
                  </a:lnTo>
                  <a:lnTo>
                    <a:pt x="752132" y="274320"/>
                  </a:lnTo>
                  <a:lnTo>
                    <a:pt x="721665" y="274320"/>
                  </a:lnTo>
                  <a:lnTo>
                    <a:pt x="721665" y="224790"/>
                  </a:lnTo>
                  <a:lnTo>
                    <a:pt x="726235" y="227076"/>
                  </a:lnTo>
                  <a:cubicBezTo>
                    <a:pt x="721919" y="243078"/>
                    <a:pt x="713667" y="255394"/>
                    <a:pt x="701481" y="264033"/>
                  </a:cubicBezTo>
                  <a:cubicBezTo>
                    <a:pt x="689294" y="272672"/>
                    <a:pt x="674441" y="276987"/>
                    <a:pt x="656923" y="276987"/>
                  </a:cubicBezTo>
                  <a:close/>
                  <a:moveTo>
                    <a:pt x="663016" y="251460"/>
                  </a:moveTo>
                  <a:cubicBezTo>
                    <a:pt x="681805" y="251460"/>
                    <a:pt x="696276" y="245107"/>
                    <a:pt x="706431" y="232410"/>
                  </a:cubicBezTo>
                  <a:cubicBezTo>
                    <a:pt x="716587" y="219456"/>
                    <a:pt x="721665" y="201168"/>
                    <a:pt x="721665" y="177546"/>
                  </a:cubicBezTo>
                  <a:cubicBezTo>
                    <a:pt x="721665" y="153924"/>
                    <a:pt x="716461" y="135760"/>
                    <a:pt x="706051" y="123063"/>
                  </a:cubicBezTo>
                  <a:cubicBezTo>
                    <a:pt x="695896" y="110366"/>
                    <a:pt x="681550" y="104013"/>
                    <a:pt x="663016" y="104013"/>
                  </a:cubicBezTo>
                  <a:cubicBezTo>
                    <a:pt x="644229" y="104013"/>
                    <a:pt x="629503" y="110614"/>
                    <a:pt x="618839" y="123825"/>
                  </a:cubicBezTo>
                  <a:cubicBezTo>
                    <a:pt x="608430" y="136779"/>
                    <a:pt x="603225" y="154943"/>
                    <a:pt x="603225" y="178308"/>
                  </a:cubicBezTo>
                  <a:cubicBezTo>
                    <a:pt x="603225" y="201673"/>
                    <a:pt x="608430" y="219713"/>
                    <a:pt x="618839" y="232410"/>
                  </a:cubicBezTo>
                  <a:cubicBezTo>
                    <a:pt x="629503" y="245107"/>
                    <a:pt x="644229" y="251460"/>
                    <a:pt x="663016" y="251460"/>
                  </a:cubicBezTo>
                  <a:close/>
                  <a:moveTo>
                    <a:pt x="811774" y="274320"/>
                  </a:moveTo>
                  <a:lnTo>
                    <a:pt x="811774" y="136398"/>
                  </a:lnTo>
                  <a:cubicBezTo>
                    <a:pt x="811774" y="127511"/>
                    <a:pt x="811520" y="118615"/>
                    <a:pt x="811013" y="109728"/>
                  </a:cubicBezTo>
                  <a:cubicBezTo>
                    <a:pt x="810758" y="100584"/>
                    <a:pt x="809997" y="91564"/>
                    <a:pt x="808728" y="82677"/>
                  </a:cubicBezTo>
                  <a:lnTo>
                    <a:pt x="838052" y="82677"/>
                  </a:lnTo>
                  <a:lnTo>
                    <a:pt x="842241" y="129921"/>
                  </a:lnTo>
                  <a:lnTo>
                    <a:pt x="838052" y="128778"/>
                  </a:lnTo>
                  <a:cubicBezTo>
                    <a:pt x="841606" y="112014"/>
                    <a:pt x="849223" y="99441"/>
                    <a:pt x="860902" y="91059"/>
                  </a:cubicBezTo>
                  <a:cubicBezTo>
                    <a:pt x="872835" y="82420"/>
                    <a:pt x="886164" y="78105"/>
                    <a:pt x="900890" y="78105"/>
                  </a:cubicBezTo>
                  <a:cubicBezTo>
                    <a:pt x="904191" y="78105"/>
                    <a:pt x="907237" y="78362"/>
                    <a:pt x="910030" y="78867"/>
                  </a:cubicBezTo>
                  <a:cubicBezTo>
                    <a:pt x="913076" y="79124"/>
                    <a:pt x="915869" y="79629"/>
                    <a:pt x="918408" y="80391"/>
                  </a:cubicBezTo>
                  <a:lnTo>
                    <a:pt x="917646" y="108585"/>
                  </a:lnTo>
                  <a:cubicBezTo>
                    <a:pt x="911807" y="106556"/>
                    <a:pt x="905079" y="105537"/>
                    <a:pt x="897462" y="105537"/>
                  </a:cubicBezTo>
                  <a:cubicBezTo>
                    <a:pt x="884260" y="105537"/>
                    <a:pt x="873596" y="108461"/>
                    <a:pt x="865472" y="114300"/>
                  </a:cubicBezTo>
                  <a:cubicBezTo>
                    <a:pt x="857601" y="120139"/>
                    <a:pt x="851762" y="127635"/>
                    <a:pt x="847954" y="136779"/>
                  </a:cubicBezTo>
                  <a:cubicBezTo>
                    <a:pt x="844399" y="145666"/>
                    <a:pt x="842622" y="155067"/>
                    <a:pt x="842622" y="164973"/>
                  </a:cubicBezTo>
                  <a:lnTo>
                    <a:pt x="842622" y="274320"/>
                  </a:lnTo>
                  <a:lnTo>
                    <a:pt x="811774" y="274320"/>
                  </a:lnTo>
                  <a:close/>
                  <a:moveTo>
                    <a:pt x="937959" y="107061"/>
                  </a:moveTo>
                  <a:lnTo>
                    <a:pt x="937959" y="82677"/>
                  </a:lnTo>
                  <a:lnTo>
                    <a:pt x="1060969" y="82677"/>
                  </a:lnTo>
                  <a:lnTo>
                    <a:pt x="1060969" y="107061"/>
                  </a:lnTo>
                  <a:lnTo>
                    <a:pt x="937959" y="107061"/>
                  </a:lnTo>
                  <a:close/>
                  <a:moveTo>
                    <a:pt x="1060207" y="246888"/>
                  </a:moveTo>
                  <a:lnTo>
                    <a:pt x="1060207" y="273177"/>
                  </a:lnTo>
                  <a:cubicBezTo>
                    <a:pt x="1055894" y="274444"/>
                    <a:pt x="1051582" y="275339"/>
                    <a:pt x="1047259" y="275844"/>
                  </a:cubicBezTo>
                  <a:cubicBezTo>
                    <a:pt x="1043203" y="276606"/>
                    <a:pt x="1038633" y="276987"/>
                    <a:pt x="1033549" y="276987"/>
                  </a:cubicBezTo>
                  <a:cubicBezTo>
                    <a:pt x="1015783" y="276987"/>
                    <a:pt x="1001559" y="271910"/>
                    <a:pt x="990895" y="261747"/>
                  </a:cubicBezTo>
                  <a:cubicBezTo>
                    <a:pt x="980489" y="251584"/>
                    <a:pt x="975281" y="236344"/>
                    <a:pt x="975281" y="216027"/>
                  </a:cubicBezTo>
                  <a:lnTo>
                    <a:pt x="975281" y="33528"/>
                  </a:lnTo>
                  <a:lnTo>
                    <a:pt x="1006129" y="22479"/>
                  </a:lnTo>
                  <a:lnTo>
                    <a:pt x="1006129" y="211836"/>
                  </a:lnTo>
                  <a:cubicBezTo>
                    <a:pt x="1006129" y="221999"/>
                    <a:pt x="1007528" y="229867"/>
                    <a:pt x="1010318" y="235458"/>
                  </a:cubicBezTo>
                  <a:cubicBezTo>
                    <a:pt x="1013365" y="241049"/>
                    <a:pt x="1017430" y="244983"/>
                    <a:pt x="1022505" y="247269"/>
                  </a:cubicBezTo>
                  <a:cubicBezTo>
                    <a:pt x="1027589" y="249298"/>
                    <a:pt x="1033301" y="250317"/>
                    <a:pt x="1039642" y="250317"/>
                  </a:cubicBezTo>
                  <a:cubicBezTo>
                    <a:pt x="1043451" y="250317"/>
                    <a:pt x="1046878" y="250060"/>
                    <a:pt x="1049925" y="249555"/>
                  </a:cubicBezTo>
                  <a:cubicBezTo>
                    <a:pt x="1052972" y="249050"/>
                    <a:pt x="1056399" y="248155"/>
                    <a:pt x="1060207" y="2468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g12709bdffa8_0_3069"/>
            <p:cNvSpPr/>
            <p:nvPr/>
          </p:nvSpPr>
          <p:spPr>
            <a:xfrm>
              <a:off x="2533419" y="6030637"/>
              <a:ext cx="1481153" cy="357758"/>
            </a:xfrm>
            <a:custGeom>
              <a:rect b="b" l="l" r="r" t="t"/>
              <a:pathLst>
                <a:path extrusionOk="0" h="357758" w="1481153">
                  <a:moveTo>
                    <a:pt x="0" y="272796"/>
                  </a:moveTo>
                  <a:lnTo>
                    <a:pt x="0" y="1524"/>
                  </a:lnTo>
                  <a:lnTo>
                    <a:pt x="31228" y="1524"/>
                  </a:lnTo>
                  <a:lnTo>
                    <a:pt x="31228" y="246126"/>
                  </a:lnTo>
                  <a:lnTo>
                    <a:pt x="167187" y="246126"/>
                  </a:lnTo>
                  <a:lnTo>
                    <a:pt x="167187" y="272796"/>
                  </a:lnTo>
                  <a:lnTo>
                    <a:pt x="0" y="272796"/>
                  </a:lnTo>
                  <a:close/>
                  <a:moveTo>
                    <a:pt x="282561" y="275463"/>
                  </a:moveTo>
                  <a:cubicBezTo>
                    <a:pt x="264281" y="275463"/>
                    <a:pt x="248285" y="271396"/>
                    <a:pt x="234576" y="263271"/>
                  </a:cubicBezTo>
                  <a:cubicBezTo>
                    <a:pt x="221113" y="255146"/>
                    <a:pt x="210583" y="243716"/>
                    <a:pt x="202966" y="228981"/>
                  </a:cubicBezTo>
                  <a:cubicBezTo>
                    <a:pt x="195597" y="213998"/>
                    <a:pt x="191922" y="196339"/>
                    <a:pt x="191922" y="176022"/>
                  </a:cubicBezTo>
                  <a:cubicBezTo>
                    <a:pt x="191922" y="155953"/>
                    <a:pt x="195597" y="138427"/>
                    <a:pt x="202966" y="123444"/>
                  </a:cubicBezTo>
                  <a:cubicBezTo>
                    <a:pt x="210583" y="108461"/>
                    <a:pt x="221113" y="96898"/>
                    <a:pt x="234576" y="88773"/>
                  </a:cubicBezTo>
                  <a:cubicBezTo>
                    <a:pt x="248285" y="80648"/>
                    <a:pt x="264281" y="76581"/>
                    <a:pt x="282561" y="76581"/>
                  </a:cubicBezTo>
                  <a:cubicBezTo>
                    <a:pt x="300841" y="76581"/>
                    <a:pt x="316703" y="80648"/>
                    <a:pt x="330165" y="88773"/>
                  </a:cubicBezTo>
                  <a:cubicBezTo>
                    <a:pt x="343875" y="96898"/>
                    <a:pt x="354405" y="108461"/>
                    <a:pt x="361774" y="123444"/>
                  </a:cubicBezTo>
                  <a:cubicBezTo>
                    <a:pt x="369391" y="138427"/>
                    <a:pt x="373199" y="155953"/>
                    <a:pt x="373199" y="176022"/>
                  </a:cubicBezTo>
                  <a:cubicBezTo>
                    <a:pt x="373199" y="196339"/>
                    <a:pt x="369391" y="213998"/>
                    <a:pt x="361774" y="228981"/>
                  </a:cubicBezTo>
                  <a:cubicBezTo>
                    <a:pt x="354405" y="243716"/>
                    <a:pt x="343875" y="255146"/>
                    <a:pt x="330165" y="263271"/>
                  </a:cubicBezTo>
                  <a:cubicBezTo>
                    <a:pt x="316703" y="271396"/>
                    <a:pt x="300841" y="275463"/>
                    <a:pt x="282561" y="275463"/>
                  </a:cubicBezTo>
                  <a:close/>
                  <a:moveTo>
                    <a:pt x="282561" y="249936"/>
                  </a:moveTo>
                  <a:cubicBezTo>
                    <a:pt x="301345" y="249936"/>
                    <a:pt x="315817" y="243716"/>
                    <a:pt x="325976" y="231267"/>
                  </a:cubicBezTo>
                  <a:cubicBezTo>
                    <a:pt x="336382" y="218570"/>
                    <a:pt x="341590" y="200149"/>
                    <a:pt x="341590" y="176022"/>
                  </a:cubicBezTo>
                  <a:cubicBezTo>
                    <a:pt x="341590" y="152400"/>
                    <a:pt x="336382" y="134236"/>
                    <a:pt x="325976" y="121539"/>
                  </a:cubicBezTo>
                  <a:cubicBezTo>
                    <a:pt x="315560" y="108842"/>
                    <a:pt x="301088" y="102489"/>
                    <a:pt x="282561" y="102489"/>
                  </a:cubicBezTo>
                  <a:cubicBezTo>
                    <a:pt x="264024" y="102489"/>
                    <a:pt x="249428" y="108842"/>
                    <a:pt x="238765" y="121539"/>
                  </a:cubicBezTo>
                  <a:cubicBezTo>
                    <a:pt x="228349" y="134236"/>
                    <a:pt x="223150" y="152400"/>
                    <a:pt x="223150" y="176022"/>
                  </a:cubicBezTo>
                  <a:cubicBezTo>
                    <a:pt x="223150" y="200149"/>
                    <a:pt x="228225" y="218570"/>
                    <a:pt x="238384" y="231267"/>
                  </a:cubicBezTo>
                  <a:cubicBezTo>
                    <a:pt x="248790" y="243716"/>
                    <a:pt x="263519" y="249936"/>
                    <a:pt x="282561" y="249936"/>
                  </a:cubicBezTo>
                  <a:close/>
                  <a:moveTo>
                    <a:pt x="505445" y="357759"/>
                  </a:moveTo>
                  <a:cubicBezTo>
                    <a:pt x="476501" y="357759"/>
                    <a:pt x="451366" y="351158"/>
                    <a:pt x="430039" y="337947"/>
                  </a:cubicBezTo>
                  <a:lnTo>
                    <a:pt x="435371" y="312801"/>
                  </a:lnTo>
                  <a:cubicBezTo>
                    <a:pt x="447310" y="319659"/>
                    <a:pt x="458602" y="324612"/>
                    <a:pt x="469265" y="327660"/>
                  </a:cubicBezTo>
                  <a:cubicBezTo>
                    <a:pt x="479929" y="330708"/>
                    <a:pt x="491992" y="332232"/>
                    <a:pt x="505445" y="332232"/>
                  </a:cubicBezTo>
                  <a:cubicBezTo>
                    <a:pt x="523725" y="332232"/>
                    <a:pt x="537568" y="327279"/>
                    <a:pt x="546955" y="317373"/>
                  </a:cubicBezTo>
                  <a:cubicBezTo>
                    <a:pt x="556610" y="307724"/>
                    <a:pt x="561427" y="293246"/>
                    <a:pt x="561427" y="273939"/>
                  </a:cubicBezTo>
                  <a:lnTo>
                    <a:pt x="561427" y="222123"/>
                  </a:lnTo>
                  <a:lnTo>
                    <a:pt x="565617" y="217170"/>
                  </a:lnTo>
                  <a:cubicBezTo>
                    <a:pt x="562570" y="227333"/>
                    <a:pt x="557752" y="236220"/>
                    <a:pt x="551145" y="243840"/>
                  </a:cubicBezTo>
                  <a:cubicBezTo>
                    <a:pt x="544804" y="251203"/>
                    <a:pt x="536930" y="256918"/>
                    <a:pt x="527533" y="260985"/>
                  </a:cubicBezTo>
                  <a:cubicBezTo>
                    <a:pt x="518145" y="265052"/>
                    <a:pt x="507482" y="267081"/>
                    <a:pt x="495543" y="267081"/>
                  </a:cubicBezTo>
                  <a:cubicBezTo>
                    <a:pt x="478539" y="267081"/>
                    <a:pt x="463553" y="263147"/>
                    <a:pt x="450604" y="255270"/>
                  </a:cubicBezTo>
                  <a:cubicBezTo>
                    <a:pt x="437913" y="247145"/>
                    <a:pt x="427888" y="235963"/>
                    <a:pt x="420518" y="221742"/>
                  </a:cubicBezTo>
                  <a:cubicBezTo>
                    <a:pt x="413416" y="207521"/>
                    <a:pt x="409855" y="190881"/>
                    <a:pt x="409855" y="171831"/>
                  </a:cubicBezTo>
                  <a:cubicBezTo>
                    <a:pt x="409855" y="152781"/>
                    <a:pt x="413416" y="136141"/>
                    <a:pt x="420518" y="121920"/>
                  </a:cubicBezTo>
                  <a:cubicBezTo>
                    <a:pt x="427888" y="107699"/>
                    <a:pt x="437913" y="96650"/>
                    <a:pt x="450604" y="88773"/>
                  </a:cubicBezTo>
                  <a:cubicBezTo>
                    <a:pt x="463553" y="80648"/>
                    <a:pt x="478539" y="76581"/>
                    <a:pt x="495543" y="76581"/>
                  </a:cubicBezTo>
                  <a:cubicBezTo>
                    <a:pt x="513318" y="76581"/>
                    <a:pt x="528295" y="81029"/>
                    <a:pt x="540481" y="89916"/>
                  </a:cubicBezTo>
                  <a:cubicBezTo>
                    <a:pt x="552925" y="98555"/>
                    <a:pt x="561304" y="110747"/>
                    <a:pt x="565617" y="126492"/>
                  </a:cubicBezTo>
                  <a:lnTo>
                    <a:pt x="561047" y="122301"/>
                  </a:lnTo>
                  <a:lnTo>
                    <a:pt x="561047" y="81153"/>
                  </a:lnTo>
                  <a:lnTo>
                    <a:pt x="591894" y="81153"/>
                  </a:lnTo>
                  <a:lnTo>
                    <a:pt x="591894" y="271272"/>
                  </a:lnTo>
                  <a:cubicBezTo>
                    <a:pt x="591894" y="299971"/>
                    <a:pt x="584535" y="321564"/>
                    <a:pt x="569806" y="336042"/>
                  </a:cubicBezTo>
                  <a:cubicBezTo>
                    <a:pt x="555334" y="350520"/>
                    <a:pt x="533883" y="357759"/>
                    <a:pt x="505445" y="357759"/>
                  </a:cubicBezTo>
                  <a:close/>
                  <a:moveTo>
                    <a:pt x="501636" y="241173"/>
                  </a:moveTo>
                  <a:cubicBezTo>
                    <a:pt x="520173" y="241173"/>
                    <a:pt x="534645" y="235077"/>
                    <a:pt x="545051" y="222885"/>
                  </a:cubicBezTo>
                  <a:cubicBezTo>
                    <a:pt x="555715" y="210436"/>
                    <a:pt x="561047" y="193424"/>
                    <a:pt x="561047" y="171831"/>
                  </a:cubicBezTo>
                  <a:cubicBezTo>
                    <a:pt x="561047" y="150238"/>
                    <a:pt x="555715" y="133350"/>
                    <a:pt x="545051" y="121158"/>
                  </a:cubicBezTo>
                  <a:cubicBezTo>
                    <a:pt x="534645" y="108709"/>
                    <a:pt x="520173" y="102489"/>
                    <a:pt x="501636" y="102489"/>
                  </a:cubicBezTo>
                  <a:cubicBezTo>
                    <a:pt x="482851" y="102489"/>
                    <a:pt x="467999" y="108709"/>
                    <a:pt x="457079" y="121158"/>
                  </a:cubicBezTo>
                  <a:cubicBezTo>
                    <a:pt x="446415" y="133350"/>
                    <a:pt x="441083" y="150238"/>
                    <a:pt x="441083" y="171831"/>
                  </a:cubicBezTo>
                  <a:cubicBezTo>
                    <a:pt x="441083" y="193672"/>
                    <a:pt x="446415" y="210693"/>
                    <a:pt x="457079" y="222885"/>
                  </a:cubicBezTo>
                  <a:cubicBezTo>
                    <a:pt x="467999" y="235077"/>
                    <a:pt x="482851" y="241173"/>
                    <a:pt x="501636" y="241173"/>
                  </a:cubicBezTo>
                  <a:close/>
                  <a:moveTo>
                    <a:pt x="651124" y="272796"/>
                  </a:moveTo>
                  <a:lnTo>
                    <a:pt x="651124" y="81153"/>
                  </a:lnTo>
                  <a:lnTo>
                    <a:pt x="681971" y="81153"/>
                  </a:lnTo>
                  <a:lnTo>
                    <a:pt x="681971" y="272796"/>
                  </a:lnTo>
                  <a:lnTo>
                    <a:pt x="651124" y="272796"/>
                  </a:lnTo>
                  <a:close/>
                  <a:moveTo>
                    <a:pt x="648077" y="0"/>
                  </a:moveTo>
                  <a:lnTo>
                    <a:pt x="685780" y="0"/>
                  </a:lnTo>
                  <a:lnTo>
                    <a:pt x="685780" y="35052"/>
                  </a:lnTo>
                  <a:lnTo>
                    <a:pt x="648077" y="35052"/>
                  </a:lnTo>
                  <a:lnTo>
                    <a:pt x="648077" y="0"/>
                  </a:lnTo>
                  <a:close/>
                  <a:moveTo>
                    <a:pt x="806609" y="275463"/>
                  </a:moveTo>
                  <a:cubicBezTo>
                    <a:pt x="774371" y="275463"/>
                    <a:pt x="748856" y="267205"/>
                    <a:pt x="730061" y="250698"/>
                  </a:cubicBezTo>
                  <a:lnTo>
                    <a:pt x="740344" y="227838"/>
                  </a:lnTo>
                  <a:cubicBezTo>
                    <a:pt x="750502" y="235715"/>
                    <a:pt x="760909" y="241554"/>
                    <a:pt x="771572" y="245364"/>
                  </a:cubicBezTo>
                  <a:cubicBezTo>
                    <a:pt x="782493" y="248917"/>
                    <a:pt x="794556" y="250698"/>
                    <a:pt x="807751" y="250698"/>
                  </a:cubicBezTo>
                  <a:cubicBezTo>
                    <a:pt x="822223" y="250698"/>
                    <a:pt x="833144" y="248288"/>
                    <a:pt x="840503" y="243459"/>
                  </a:cubicBezTo>
                  <a:cubicBezTo>
                    <a:pt x="848120" y="238382"/>
                    <a:pt x="851929" y="231143"/>
                    <a:pt x="851929" y="221742"/>
                  </a:cubicBezTo>
                  <a:cubicBezTo>
                    <a:pt x="851929" y="214122"/>
                    <a:pt x="849396" y="208150"/>
                    <a:pt x="844312" y="203835"/>
                  </a:cubicBezTo>
                  <a:cubicBezTo>
                    <a:pt x="839237" y="199263"/>
                    <a:pt x="830859" y="195577"/>
                    <a:pt x="819177" y="192786"/>
                  </a:cubicBezTo>
                  <a:lnTo>
                    <a:pt x="786806" y="185166"/>
                  </a:lnTo>
                  <a:cubicBezTo>
                    <a:pt x="770811" y="181613"/>
                    <a:pt x="758376" y="175260"/>
                    <a:pt x="749484" y="166116"/>
                  </a:cubicBezTo>
                  <a:cubicBezTo>
                    <a:pt x="740858" y="156972"/>
                    <a:pt x="736535" y="146047"/>
                    <a:pt x="736535" y="133350"/>
                  </a:cubicBezTo>
                  <a:cubicBezTo>
                    <a:pt x="736535" y="122177"/>
                    <a:pt x="739582" y="112395"/>
                    <a:pt x="745675" y="104013"/>
                  </a:cubicBezTo>
                  <a:cubicBezTo>
                    <a:pt x="751769" y="95374"/>
                    <a:pt x="760280" y="88649"/>
                    <a:pt x="771191" y="83820"/>
                  </a:cubicBezTo>
                  <a:cubicBezTo>
                    <a:pt x="782112" y="78991"/>
                    <a:pt x="795060" y="76581"/>
                    <a:pt x="810037" y="76581"/>
                  </a:cubicBezTo>
                  <a:cubicBezTo>
                    <a:pt x="823499" y="76581"/>
                    <a:pt x="836190" y="78743"/>
                    <a:pt x="848120" y="83058"/>
                  </a:cubicBezTo>
                  <a:cubicBezTo>
                    <a:pt x="860059" y="87373"/>
                    <a:pt x="870085" y="93602"/>
                    <a:pt x="878206" y="101727"/>
                  </a:cubicBezTo>
                  <a:lnTo>
                    <a:pt x="867924" y="124206"/>
                  </a:lnTo>
                  <a:cubicBezTo>
                    <a:pt x="858784" y="116586"/>
                    <a:pt x="849396" y="110995"/>
                    <a:pt x="839742" y="107442"/>
                  </a:cubicBezTo>
                  <a:cubicBezTo>
                    <a:pt x="830354" y="103632"/>
                    <a:pt x="820452" y="101727"/>
                    <a:pt x="810037" y="101727"/>
                  </a:cubicBezTo>
                  <a:cubicBezTo>
                    <a:pt x="796327" y="101727"/>
                    <a:pt x="785663" y="104394"/>
                    <a:pt x="778046" y="109728"/>
                  </a:cubicBezTo>
                  <a:cubicBezTo>
                    <a:pt x="770687" y="115062"/>
                    <a:pt x="767002" y="122301"/>
                    <a:pt x="767002" y="131445"/>
                  </a:cubicBezTo>
                  <a:cubicBezTo>
                    <a:pt x="767002" y="139322"/>
                    <a:pt x="769287" y="145542"/>
                    <a:pt x="773857" y="150114"/>
                  </a:cubicBezTo>
                  <a:cubicBezTo>
                    <a:pt x="778684" y="154686"/>
                    <a:pt x="786301" y="158239"/>
                    <a:pt x="796708" y="160782"/>
                  </a:cubicBezTo>
                  <a:lnTo>
                    <a:pt x="829078" y="168783"/>
                  </a:lnTo>
                  <a:cubicBezTo>
                    <a:pt x="847111" y="172593"/>
                    <a:pt x="860307" y="178946"/>
                    <a:pt x="868685" y="187833"/>
                  </a:cubicBezTo>
                  <a:cubicBezTo>
                    <a:pt x="877321" y="196472"/>
                    <a:pt x="881634" y="207521"/>
                    <a:pt x="881634" y="220980"/>
                  </a:cubicBezTo>
                  <a:cubicBezTo>
                    <a:pt x="881634" y="237487"/>
                    <a:pt x="874912" y="250698"/>
                    <a:pt x="861449" y="260604"/>
                  </a:cubicBezTo>
                  <a:cubicBezTo>
                    <a:pt x="847996" y="270510"/>
                    <a:pt x="829716" y="275463"/>
                    <a:pt x="806609" y="275463"/>
                  </a:cubicBezTo>
                  <a:close/>
                  <a:moveTo>
                    <a:pt x="901904" y="105537"/>
                  </a:moveTo>
                  <a:lnTo>
                    <a:pt x="901904" y="81153"/>
                  </a:lnTo>
                  <a:lnTo>
                    <a:pt x="1024913" y="81153"/>
                  </a:lnTo>
                  <a:lnTo>
                    <a:pt x="1024913" y="105537"/>
                  </a:lnTo>
                  <a:lnTo>
                    <a:pt x="901904" y="105537"/>
                  </a:lnTo>
                  <a:close/>
                  <a:moveTo>
                    <a:pt x="1024152" y="245364"/>
                  </a:moveTo>
                  <a:lnTo>
                    <a:pt x="1024152" y="271653"/>
                  </a:lnTo>
                  <a:cubicBezTo>
                    <a:pt x="1019829" y="272920"/>
                    <a:pt x="1015516" y="273815"/>
                    <a:pt x="1011203" y="274320"/>
                  </a:cubicBezTo>
                  <a:cubicBezTo>
                    <a:pt x="1007138" y="275082"/>
                    <a:pt x="1002568" y="275463"/>
                    <a:pt x="997493" y="275463"/>
                  </a:cubicBezTo>
                  <a:cubicBezTo>
                    <a:pt x="979718" y="275463"/>
                    <a:pt x="965503" y="270386"/>
                    <a:pt x="954840" y="260223"/>
                  </a:cubicBezTo>
                  <a:cubicBezTo>
                    <a:pt x="944424" y="250060"/>
                    <a:pt x="939226" y="234820"/>
                    <a:pt x="939226" y="214503"/>
                  </a:cubicBezTo>
                  <a:lnTo>
                    <a:pt x="939226" y="32004"/>
                  </a:lnTo>
                  <a:lnTo>
                    <a:pt x="970073" y="20955"/>
                  </a:lnTo>
                  <a:lnTo>
                    <a:pt x="970073" y="210312"/>
                  </a:lnTo>
                  <a:cubicBezTo>
                    <a:pt x="970073" y="220475"/>
                    <a:pt x="971463" y="228343"/>
                    <a:pt x="974262" y="233934"/>
                  </a:cubicBezTo>
                  <a:cubicBezTo>
                    <a:pt x="977309" y="239525"/>
                    <a:pt x="981365" y="243459"/>
                    <a:pt x="986449" y="245745"/>
                  </a:cubicBezTo>
                  <a:cubicBezTo>
                    <a:pt x="991524" y="247774"/>
                    <a:pt x="997236" y="248793"/>
                    <a:pt x="1003587" y="248793"/>
                  </a:cubicBezTo>
                  <a:cubicBezTo>
                    <a:pt x="1007395" y="248793"/>
                    <a:pt x="1010822" y="248536"/>
                    <a:pt x="1013869" y="248031"/>
                  </a:cubicBezTo>
                  <a:cubicBezTo>
                    <a:pt x="1016916" y="247526"/>
                    <a:pt x="1020343" y="246631"/>
                    <a:pt x="1024152" y="245364"/>
                  </a:cubicBezTo>
                  <a:close/>
                  <a:moveTo>
                    <a:pt x="1062083" y="272796"/>
                  </a:moveTo>
                  <a:lnTo>
                    <a:pt x="1062083" y="81153"/>
                  </a:lnTo>
                  <a:lnTo>
                    <a:pt x="1092931" y="81153"/>
                  </a:lnTo>
                  <a:lnTo>
                    <a:pt x="1092931" y="272796"/>
                  </a:lnTo>
                  <a:lnTo>
                    <a:pt x="1062083" y="272796"/>
                  </a:lnTo>
                  <a:close/>
                  <a:moveTo>
                    <a:pt x="1059036" y="0"/>
                  </a:moveTo>
                  <a:lnTo>
                    <a:pt x="1096739" y="0"/>
                  </a:lnTo>
                  <a:lnTo>
                    <a:pt x="1096739" y="35052"/>
                  </a:lnTo>
                  <a:lnTo>
                    <a:pt x="1059036" y="35052"/>
                  </a:lnTo>
                  <a:lnTo>
                    <a:pt x="1059036" y="0"/>
                  </a:lnTo>
                  <a:close/>
                  <a:moveTo>
                    <a:pt x="1233183" y="275463"/>
                  </a:moveTo>
                  <a:cubicBezTo>
                    <a:pt x="1214398" y="275463"/>
                    <a:pt x="1198146" y="271396"/>
                    <a:pt x="1184436" y="263271"/>
                  </a:cubicBezTo>
                  <a:cubicBezTo>
                    <a:pt x="1170726" y="255146"/>
                    <a:pt x="1160062" y="243716"/>
                    <a:pt x="1152446" y="228981"/>
                  </a:cubicBezTo>
                  <a:cubicBezTo>
                    <a:pt x="1145086" y="214246"/>
                    <a:pt x="1141401" y="196853"/>
                    <a:pt x="1141401" y="176784"/>
                  </a:cubicBezTo>
                  <a:cubicBezTo>
                    <a:pt x="1141401" y="156972"/>
                    <a:pt x="1145210" y="139570"/>
                    <a:pt x="1152827" y="124587"/>
                  </a:cubicBezTo>
                  <a:cubicBezTo>
                    <a:pt x="1160443" y="109347"/>
                    <a:pt x="1171240" y="97536"/>
                    <a:pt x="1185197" y="89154"/>
                  </a:cubicBezTo>
                  <a:cubicBezTo>
                    <a:pt x="1199165" y="80772"/>
                    <a:pt x="1215664" y="76581"/>
                    <a:pt x="1234706" y="76581"/>
                  </a:cubicBezTo>
                  <a:cubicBezTo>
                    <a:pt x="1247654" y="76581"/>
                    <a:pt x="1260098" y="78867"/>
                    <a:pt x="1272028" y="83439"/>
                  </a:cubicBezTo>
                  <a:cubicBezTo>
                    <a:pt x="1284215" y="87754"/>
                    <a:pt x="1294250" y="93850"/>
                    <a:pt x="1302114" y="101727"/>
                  </a:cubicBezTo>
                  <a:lnTo>
                    <a:pt x="1291831" y="124587"/>
                  </a:lnTo>
                  <a:cubicBezTo>
                    <a:pt x="1282444" y="117224"/>
                    <a:pt x="1273170" y="111757"/>
                    <a:pt x="1264030" y="108204"/>
                  </a:cubicBezTo>
                  <a:cubicBezTo>
                    <a:pt x="1255148" y="104394"/>
                    <a:pt x="1245884" y="102489"/>
                    <a:pt x="1236230" y="102489"/>
                  </a:cubicBezTo>
                  <a:cubicBezTo>
                    <a:pt x="1216940" y="102489"/>
                    <a:pt x="1201573" y="108966"/>
                    <a:pt x="1190148" y="121920"/>
                  </a:cubicBezTo>
                  <a:cubicBezTo>
                    <a:pt x="1178980" y="134874"/>
                    <a:pt x="1173392" y="153162"/>
                    <a:pt x="1173392" y="176784"/>
                  </a:cubicBezTo>
                  <a:cubicBezTo>
                    <a:pt x="1173392" y="200149"/>
                    <a:pt x="1178980" y="218189"/>
                    <a:pt x="1190148" y="230886"/>
                  </a:cubicBezTo>
                  <a:cubicBezTo>
                    <a:pt x="1201326" y="243583"/>
                    <a:pt x="1216683" y="249936"/>
                    <a:pt x="1236230" y="249936"/>
                  </a:cubicBezTo>
                  <a:cubicBezTo>
                    <a:pt x="1245627" y="249936"/>
                    <a:pt x="1254890" y="248155"/>
                    <a:pt x="1264030" y="244602"/>
                  </a:cubicBezTo>
                  <a:cubicBezTo>
                    <a:pt x="1273170" y="240792"/>
                    <a:pt x="1282444" y="235201"/>
                    <a:pt x="1291831" y="227838"/>
                  </a:cubicBezTo>
                  <a:lnTo>
                    <a:pt x="1302114" y="250698"/>
                  </a:lnTo>
                  <a:cubicBezTo>
                    <a:pt x="1293993" y="258318"/>
                    <a:pt x="1283710" y="264414"/>
                    <a:pt x="1271266" y="268986"/>
                  </a:cubicBezTo>
                  <a:cubicBezTo>
                    <a:pt x="1259080" y="273301"/>
                    <a:pt x="1246388" y="275463"/>
                    <a:pt x="1233183" y="275463"/>
                  </a:cubicBezTo>
                  <a:close/>
                  <a:moveTo>
                    <a:pt x="1406130" y="275463"/>
                  </a:moveTo>
                  <a:cubicBezTo>
                    <a:pt x="1373882" y="275463"/>
                    <a:pt x="1348366" y="267205"/>
                    <a:pt x="1329582" y="250698"/>
                  </a:cubicBezTo>
                  <a:lnTo>
                    <a:pt x="1339864" y="227838"/>
                  </a:lnTo>
                  <a:cubicBezTo>
                    <a:pt x="1350023" y="235715"/>
                    <a:pt x="1360429" y="241554"/>
                    <a:pt x="1371093" y="245364"/>
                  </a:cubicBezTo>
                  <a:cubicBezTo>
                    <a:pt x="1382013" y="248917"/>
                    <a:pt x="1394066" y="250698"/>
                    <a:pt x="1407272" y="250698"/>
                  </a:cubicBezTo>
                  <a:cubicBezTo>
                    <a:pt x="1421744" y="250698"/>
                    <a:pt x="1432664" y="248288"/>
                    <a:pt x="1440024" y="243459"/>
                  </a:cubicBezTo>
                  <a:cubicBezTo>
                    <a:pt x="1447641" y="238382"/>
                    <a:pt x="1451449" y="231143"/>
                    <a:pt x="1451449" y="221742"/>
                  </a:cubicBezTo>
                  <a:cubicBezTo>
                    <a:pt x="1451449" y="214122"/>
                    <a:pt x="1448907" y="208150"/>
                    <a:pt x="1443832" y="203835"/>
                  </a:cubicBezTo>
                  <a:cubicBezTo>
                    <a:pt x="1438757" y="199263"/>
                    <a:pt x="1430379" y="195577"/>
                    <a:pt x="1418697" y="192786"/>
                  </a:cubicBezTo>
                  <a:lnTo>
                    <a:pt x="1386326" y="185166"/>
                  </a:lnTo>
                  <a:cubicBezTo>
                    <a:pt x="1370331" y="181613"/>
                    <a:pt x="1357887" y="175260"/>
                    <a:pt x="1349004" y="166116"/>
                  </a:cubicBezTo>
                  <a:cubicBezTo>
                    <a:pt x="1340369" y="156972"/>
                    <a:pt x="1336056" y="146047"/>
                    <a:pt x="1336056" y="133350"/>
                  </a:cubicBezTo>
                  <a:cubicBezTo>
                    <a:pt x="1336056" y="122177"/>
                    <a:pt x="1339103" y="112395"/>
                    <a:pt x="1345196" y="104013"/>
                  </a:cubicBezTo>
                  <a:cubicBezTo>
                    <a:pt x="1351289" y="95374"/>
                    <a:pt x="1359792" y="88649"/>
                    <a:pt x="1370712" y="83820"/>
                  </a:cubicBezTo>
                  <a:cubicBezTo>
                    <a:pt x="1381632" y="78991"/>
                    <a:pt x="1394581" y="76581"/>
                    <a:pt x="1409557" y="76581"/>
                  </a:cubicBezTo>
                  <a:cubicBezTo>
                    <a:pt x="1423010" y="76581"/>
                    <a:pt x="1435711" y="78743"/>
                    <a:pt x="1447641" y="83058"/>
                  </a:cubicBezTo>
                  <a:cubicBezTo>
                    <a:pt x="1459570" y="87373"/>
                    <a:pt x="1469605" y="93602"/>
                    <a:pt x="1477727" y="101727"/>
                  </a:cubicBezTo>
                  <a:lnTo>
                    <a:pt x="1467444" y="124206"/>
                  </a:lnTo>
                  <a:cubicBezTo>
                    <a:pt x="1458304" y="116586"/>
                    <a:pt x="1448907" y="110995"/>
                    <a:pt x="1439262" y="107442"/>
                  </a:cubicBezTo>
                  <a:cubicBezTo>
                    <a:pt x="1429865" y="103632"/>
                    <a:pt x="1419963" y="101727"/>
                    <a:pt x="1409557" y="101727"/>
                  </a:cubicBezTo>
                  <a:cubicBezTo>
                    <a:pt x="1395847" y="101727"/>
                    <a:pt x="1385184" y="104394"/>
                    <a:pt x="1377567" y="109728"/>
                  </a:cubicBezTo>
                  <a:cubicBezTo>
                    <a:pt x="1370207" y="115062"/>
                    <a:pt x="1366523" y="122301"/>
                    <a:pt x="1366523" y="131445"/>
                  </a:cubicBezTo>
                  <a:cubicBezTo>
                    <a:pt x="1366523" y="139322"/>
                    <a:pt x="1368808" y="145542"/>
                    <a:pt x="1373378" y="150114"/>
                  </a:cubicBezTo>
                  <a:cubicBezTo>
                    <a:pt x="1378205" y="154686"/>
                    <a:pt x="1385821" y="158239"/>
                    <a:pt x="1396228" y="160782"/>
                  </a:cubicBezTo>
                  <a:lnTo>
                    <a:pt x="1428599" y="168783"/>
                  </a:lnTo>
                  <a:cubicBezTo>
                    <a:pt x="1446622" y="172593"/>
                    <a:pt x="1459827" y="178946"/>
                    <a:pt x="1468206" y="187833"/>
                  </a:cubicBezTo>
                  <a:cubicBezTo>
                    <a:pt x="1476841" y="196472"/>
                    <a:pt x="1481154" y="207521"/>
                    <a:pt x="1481154" y="220980"/>
                  </a:cubicBezTo>
                  <a:cubicBezTo>
                    <a:pt x="1481154" y="237487"/>
                    <a:pt x="1474423" y="250698"/>
                    <a:pt x="1460970" y="260604"/>
                  </a:cubicBezTo>
                  <a:cubicBezTo>
                    <a:pt x="1447517" y="270510"/>
                    <a:pt x="1429237" y="275463"/>
                    <a:pt x="1406130" y="2754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g12709bdffa8_0_3069"/>
            <p:cNvSpPr/>
            <p:nvPr/>
          </p:nvSpPr>
          <p:spPr>
            <a:xfrm>
              <a:off x="5142141" y="6021492"/>
              <a:ext cx="1459056" cy="284607"/>
            </a:xfrm>
            <a:custGeom>
              <a:rect b="b" l="l" r="r" t="t"/>
              <a:pathLst>
                <a:path extrusionOk="0" h="284607" w="1459056">
                  <a:moveTo>
                    <a:pt x="0" y="281940"/>
                  </a:moveTo>
                  <a:lnTo>
                    <a:pt x="0" y="10668"/>
                  </a:lnTo>
                  <a:lnTo>
                    <a:pt x="108157" y="10668"/>
                  </a:lnTo>
                  <a:cubicBezTo>
                    <a:pt x="136082" y="10668"/>
                    <a:pt x="157790" y="17402"/>
                    <a:pt x="173280" y="30861"/>
                  </a:cubicBezTo>
                  <a:cubicBezTo>
                    <a:pt x="189018" y="44320"/>
                    <a:pt x="196892" y="62865"/>
                    <a:pt x="196892" y="86487"/>
                  </a:cubicBezTo>
                  <a:cubicBezTo>
                    <a:pt x="196892" y="109852"/>
                    <a:pt x="189018" y="128397"/>
                    <a:pt x="173280" y="142113"/>
                  </a:cubicBezTo>
                  <a:cubicBezTo>
                    <a:pt x="157542" y="155829"/>
                    <a:pt x="135834" y="162687"/>
                    <a:pt x="108157" y="162687"/>
                  </a:cubicBezTo>
                  <a:lnTo>
                    <a:pt x="31228" y="162687"/>
                  </a:lnTo>
                  <a:lnTo>
                    <a:pt x="31228" y="281940"/>
                  </a:lnTo>
                  <a:lnTo>
                    <a:pt x="0" y="281940"/>
                  </a:lnTo>
                  <a:close/>
                  <a:moveTo>
                    <a:pt x="31228" y="136779"/>
                  </a:moveTo>
                  <a:lnTo>
                    <a:pt x="105491" y="136779"/>
                  </a:lnTo>
                  <a:cubicBezTo>
                    <a:pt x="125552" y="136779"/>
                    <a:pt x="140652" y="132464"/>
                    <a:pt x="150811" y="123825"/>
                  </a:cubicBezTo>
                  <a:cubicBezTo>
                    <a:pt x="160970" y="114938"/>
                    <a:pt x="166045" y="102489"/>
                    <a:pt x="166045" y="86487"/>
                  </a:cubicBezTo>
                  <a:cubicBezTo>
                    <a:pt x="166045" y="70485"/>
                    <a:pt x="160970" y="58169"/>
                    <a:pt x="150811" y="49530"/>
                  </a:cubicBezTo>
                  <a:cubicBezTo>
                    <a:pt x="140652" y="40891"/>
                    <a:pt x="125552" y="36576"/>
                    <a:pt x="105491" y="36576"/>
                  </a:cubicBezTo>
                  <a:lnTo>
                    <a:pt x="31228" y="36576"/>
                  </a:lnTo>
                  <a:lnTo>
                    <a:pt x="31228" y="136779"/>
                  </a:lnTo>
                  <a:close/>
                  <a:moveTo>
                    <a:pt x="244258" y="281940"/>
                  </a:moveTo>
                  <a:lnTo>
                    <a:pt x="244258" y="1524"/>
                  </a:lnTo>
                  <a:lnTo>
                    <a:pt x="275106" y="1524"/>
                  </a:lnTo>
                  <a:lnTo>
                    <a:pt x="275106" y="281940"/>
                  </a:lnTo>
                  <a:lnTo>
                    <a:pt x="244258" y="281940"/>
                  </a:lnTo>
                  <a:close/>
                  <a:moveTo>
                    <a:pt x="408503" y="284607"/>
                  </a:moveTo>
                  <a:cubicBezTo>
                    <a:pt x="391489" y="284607"/>
                    <a:pt x="376513" y="280673"/>
                    <a:pt x="363564" y="272796"/>
                  </a:cubicBezTo>
                  <a:cubicBezTo>
                    <a:pt x="350873" y="264671"/>
                    <a:pt x="340972" y="253241"/>
                    <a:pt x="333859" y="238506"/>
                  </a:cubicBezTo>
                  <a:cubicBezTo>
                    <a:pt x="327005" y="223523"/>
                    <a:pt x="323577" y="205997"/>
                    <a:pt x="323577" y="185928"/>
                  </a:cubicBezTo>
                  <a:cubicBezTo>
                    <a:pt x="323577" y="165859"/>
                    <a:pt x="327128" y="148333"/>
                    <a:pt x="334240" y="133350"/>
                  </a:cubicBezTo>
                  <a:cubicBezTo>
                    <a:pt x="341352" y="118367"/>
                    <a:pt x="351254" y="106680"/>
                    <a:pt x="363945" y="98298"/>
                  </a:cubicBezTo>
                  <a:cubicBezTo>
                    <a:pt x="376894" y="89916"/>
                    <a:pt x="391746" y="85725"/>
                    <a:pt x="408503" y="85725"/>
                  </a:cubicBezTo>
                  <a:cubicBezTo>
                    <a:pt x="426021" y="85725"/>
                    <a:pt x="440874" y="90040"/>
                    <a:pt x="453061" y="98679"/>
                  </a:cubicBezTo>
                  <a:cubicBezTo>
                    <a:pt x="465247" y="107318"/>
                    <a:pt x="473502" y="119634"/>
                    <a:pt x="477815" y="135636"/>
                  </a:cubicBezTo>
                  <a:lnTo>
                    <a:pt x="473245" y="138684"/>
                  </a:lnTo>
                  <a:lnTo>
                    <a:pt x="473245" y="90297"/>
                  </a:lnTo>
                  <a:lnTo>
                    <a:pt x="503712" y="90297"/>
                  </a:lnTo>
                  <a:lnTo>
                    <a:pt x="503712" y="281940"/>
                  </a:lnTo>
                  <a:lnTo>
                    <a:pt x="473245" y="281940"/>
                  </a:lnTo>
                  <a:lnTo>
                    <a:pt x="473245" y="232410"/>
                  </a:lnTo>
                  <a:lnTo>
                    <a:pt x="477815" y="234696"/>
                  </a:lnTo>
                  <a:cubicBezTo>
                    <a:pt x="473502" y="250698"/>
                    <a:pt x="465247" y="263014"/>
                    <a:pt x="453061" y="271653"/>
                  </a:cubicBezTo>
                  <a:cubicBezTo>
                    <a:pt x="440874" y="280292"/>
                    <a:pt x="426021" y="284607"/>
                    <a:pt x="408503" y="284607"/>
                  </a:cubicBezTo>
                  <a:close/>
                  <a:moveTo>
                    <a:pt x="414596" y="259080"/>
                  </a:moveTo>
                  <a:cubicBezTo>
                    <a:pt x="433381" y="259080"/>
                    <a:pt x="447853" y="252727"/>
                    <a:pt x="458011" y="240030"/>
                  </a:cubicBezTo>
                  <a:cubicBezTo>
                    <a:pt x="468170" y="227076"/>
                    <a:pt x="473245" y="208788"/>
                    <a:pt x="473245" y="185166"/>
                  </a:cubicBezTo>
                  <a:cubicBezTo>
                    <a:pt x="473245" y="161544"/>
                    <a:pt x="468037" y="143380"/>
                    <a:pt x="457631" y="130683"/>
                  </a:cubicBezTo>
                  <a:cubicBezTo>
                    <a:pt x="447472" y="117986"/>
                    <a:pt x="433134" y="111633"/>
                    <a:pt x="414596" y="111633"/>
                  </a:cubicBezTo>
                  <a:cubicBezTo>
                    <a:pt x="395812" y="111633"/>
                    <a:pt x="381083" y="118234"/>
                    <a:pt x="370420" y="131445"/>
                  </a:cubicBezTo>
                  <a:cubicBezTo>
                    <a:pt x="360013" y="144399"/>
                    <a:pt x="354805" y="162563"/>
                    <a:pt x="354805" y="185928"/>
                  </a:cubicBezTo>
                  <a:cubicBezTo>
                    <a:pt x="354805" y="209293"/>
                    <a:pt x="360013" y="227333"/>
                    <a:pt x="370420" y="240030"/>
                  </a:cubicBezTo>
                  <a:cubicBezTo>
                    <a:pt x="381083" y="252727"/>
                    <a:pt x="395812" y="259080"/>
                    <a:pt x="414596" y="259080"/>
                  </a:cubicBezTo>
                  <a:close/>
                  <a:moveTo>
                    <a:pt x="536311" y="114681"/>
                  </a:moveTo>
                  <a:lnTo>
                    <a:pt x="536311" y="90297"/>
                  </a:lnTo>
                  <a:lnTo>
                    <a:pt x="659321" y="90297"/>
                  </a:lnTo>
                  <a:lnTo>
                    <a:pt x="659321" y="114681"/>
                  </a:lnTo>
                  <a:lnTo>
                    <a:pt x="536311" y="114681"/>
                  </a:lnTo>
                  <a:close/>
                  <a:moveTo>
                    <a:pt x="658560" y="254508"/>
                  </a:moveTo>
                  <a:lnTo>
                    <a:pt x="658560" y="280797"/>
                  </a:lnTo>
                  <a:cubicBezTo>
                    <a:pt x="654247" y="282064"/>
                    <a:pt x="649934" y="282959"/>
                    <a:pt x="645611" y="283464"/>
                  </a:cubicBezTo>
                  <a:cubicBezTo>
                    <a:pt x="641555" y="284226"/>
                    <a:pt x="636985" y="284607"/>
                    <a:pt x="631901" y="284607"/>
                  </a:cubicBezTo>
                  <a:cubicBezTo>
                    <a:pt x="614135" y="284607"/>
                    <a:pt x="599911" y="279530"/>
                    <a:pt x="589247" y="269367"/>
                  </a:cubicBezTo>
                  <a:cubicBezTo>
                    <a:pt x="578841" y="259204"/>
                    <a:pt x="573633" y="243964"/>
                    <a:pt x="573633" y="223647"/>
                  </a:cubicBezTo>
                  <a:lnTo>
                    <a:pt x="573633" y="41148"/>
                  </a:lnTo>
                  <a:lnTo>
                    <a:pt x="604481" y="30099"/>
                  </a:lnTo>
                  <a:lnTo>
                    <a:pt x="604481" y="219456"/>
                  </a:lnTo>
                  <a:cubicBezTo>
                    <a:pt x="604481" y="229619"/>
                    <a:pt x="605880" y="237487"/>
                    <a:pt x="608670" y="243078"/>
                  </a:cubicBezTo>
                  <a:cubicBezTo>
                    <a:pt x="611717" y="248669"/>
                    <a:pt x="615782" y="252603"/>
                    <a:pt x="620857" y="254889"/>
                  </a:cubicBezTo>
                  <a:cubicBezTo>
                    <a:pt x="625941" y="256918"/>
                    <a:pt x="631654" y="257937"/>
                    <a:pt x="637995" y="257937"/>
                  </a:cubicBezTo>
                  <a:cubicBezTo>
                    <a:pt x="641803" y="257937"/>
                    <a:pt x="645230" y="257680"/>
                    <a:pt x="648277" y="257175"/>
                  </a:cubicBezTo>
                  <a:cubicBezTo>
                    <a:pt x="651324" y="256670"/>
                    <a:pt x="654751" y="255775"/>
                    <a:pt x="658560" y="254508"/>
                  </a:cubicBezTo>
                  <a:close/>
                  <a:moveTo>
                    <a:pt x="673545" y="114681"/>
                  </a:moveTo>
                  <a:lnTo>
                    <a:pt x="673545" y="90297"/>
                  </a:lnTo>
                  <a:lnTo>
                    <a:pt x="788558" y="90297"/>
                  </a:lnTo>
                  <a:lnTo>
                    <a:pt x="788558" y="114681"/>
                  </a:lnTo>
                  <a:lnTo>
                    <a:pt x="673545" y="114681"/>
                  </a:lnTo>
                  <a:close/>
                  <a:moveTo>
                    <a:pt x="793889" y="29718"/>
                  </a:moveTo>
                  <a:cubicBezTo>
                    <a:pt x="786787" y="27689"/>
                    <a:pt x="780179" y="26670"/>
                    <a:pt x="774086" y="26670"/>
                  </a:cubicBezTo>
                  <a:cubicBezTo>
                    <a:pt x="767993" y="26670"/>
                    <a:pt x="762414" y="27813"/>
                    <a:pt x="757329" y="30099"/>
                  </a:cubicBezTo>
                  <a:cubicBezTo>
                    <a:pt x="752511" y="32128"/>
                    <a:pt x="748703" y="35938"/>
                    <a:pt x="745904" y="41529"/>
                  </a:cubicBezTo>
                  <a:cubicBezTo>
                    <a:pt x="743114" y="47120"/>
                    <a:pt x="741715" y="54864"/>
                    <a:pt x="741715" y="64770"/>
                  </a:cubicBezTo>
                  <a:lnTo>
                    <a:pt x="741715" y="281940"/>
                  </a:lnTo>
                  <a:lnTo>
                    <a:pt x="710867" y="281940"/>
                  </a:lnTo>
                  <a:lnTo>
                    <a:pt x="710867" y="60960"/>
                  </a:lnTo>
                  <a:cubicBezTo>
                    <a:pt x="710867" y="40386"/>
                    <a:pt x="715952" y="25146"/>
                    <a:pt x="726101" y="15240"/>
                  </a:cubicBezTo>
                  <a:cubicBezTo>
                    <a:pt x="736260" y="5077"/>
                    <a:pt x="750227" y="0"/>
                    <a:pt x="767993" y="0"/>
                  </a:cubicBezTo>
                  <a:cubicBezTo>
                    <a:pt x="772315" y="0"/>
                    <a:pt x="776628" y="257"/>
                    <a:pt x="780941" y="762"/>
                  </a:cubicBezTo>
                  <a:cubicBezTo>
                    <a:pt x="785263" y="1267"/>
                    <a:pt x="789576" y="2162"/>
                    <a:pt x="793889" y="3429"/>
                  </a:cubicBezTo>
                  <a:lnTo>
                    <a:pt x="793889" y="29718"/>
                  </a:lnTo>
                  <a:close/>
                  <a:moveTo>
                    <a:pt x="906255" y="284607"/>
                  </a:moveTo>
                  <a:cubicBezTo>
                    <a:pt x="887975" y="284607"/>
                    <a:pt x="871980" y="280540"/>
                    <a:pt x="858270" y="272415"/>
                  </a:cubicBezTo>
                  <a:cubicBezTo>
                    <a:pt x="844807" y="264290"/>
                    <a:pt x="834277" y="252860"/>
                    <a:pt x="826660" y="238125"/>
                  </a:cubicBezTo>
                  <a:cubicBezTo>
                    <a:pt x="819291" y="223142"/>
                    <a:pt x="815616" y="205483"/>
                    <a:pt x="815616" y="185166"/>
                  </a:cubicBezTo>
                  <a:cubicBezTo>
                    <a:pt x="815616" y="165097"/>
                    <a:pt x="819291" y="147571"/>
                    <a:pt x="826660" y="132588"/>
                  </a:cubicBezTo>
                  <a:cubicBezTo>
                    <a:pt x="834277" y="117605"/>
                    <a:pt x="844807" y="106042"/>
                    <a:pt x="858270" y="97917"/>
                  </a:cubicBezTo>
                  <a:cubicBezTo>
                    <a:pt x="871980" y="89792"/>
                    <a:pt x="887975" y="85725"/>
                    <a:pt x="906255" y="85725"/>
                  </a:cubicBezTo>
                  <a:cubicBezTo>
                    <a:pt x="924535" y="85725"/>
                    <a:pt x="940397" y="89792"/>
                    <a:pt x="953859" y="97917"/>
                  </a:cubicBezTo>
                  <a:cubicBezTo>
                    <a:pt x="967569" y="106042"/>
                    <a:pt x="978100" y="117605"/>
                    <a:pt x="985469" y="132588"/>
                  </a:cubicBezTo>
                  <a:cubicBezTo>
                    <a:pt x="993085" y="147571"/>
                    <a:pt x="996894" y="165097"/>
                    <a:pt x="996894" y="185166"/>
                  </a:cubicBezTo>
                  <a:cubicBezTo>
                    <a:pt x="996894" y="205483"/>
                    <a:pt x="993085" y="223142"/>
                    <a:pt x="985469" y="238125"/>
                  </a:cubicBezTo>
                  <a:cubicBezTo>
                    <a:pt x="978100" y="252860"/>
                    <a:pt x="967569" y="264290"/>
                    <a:pt x="953859" y="272415"/>
                  </a:cubicBezTo>
                  <a:cubicBezTo>
                    <a:pt x="940397" y="280540"/>
                    <a:pt x="924535" y="284607"/>
                    <a:pt x="906255" y="284607"/>
                  </a:cubicBezTo>
                  <a:close/>
                  <a:moveTo>
                    <a:pt x="906255" y="259080"/>
                  </a:moveTo>
                  <a:cubicBezTo>
                    <a:pt x="925040" y="259080"/>
                    <a:pt x="939511" y="252860"/>
                    <a:pt x="949670" y="240411"/>
                  </a:cubicBezTo>
                  <a:cubicBezTo>
                    <a:pt x="960076" y="227714"/>
                    <a:pt x="965284" y="209293"/>
                    <a:pt x="965284" y="185166"/>
                  </a:cubicBezTo>
                  <a:cubicBezTo>
                    <a:pt x="965284" y="161544"/>
                    <a:pt x="960076" y="143380"/>
                    <a:pt x="949670" y="130683"/>
                  </a:cubicBezTo>
                  <a:cubicBezTo>
                    <a:pt x="939254" y="117986"/>
                    <a:pt x="924782" y="111633"/>
                    <a:pt x="906255" y="111633"/>
                  </a:cubicBezTo>
                  <a:cubicBezTo>
                    <a:pt x="887717" y="111633"/>
                    <a:pt x="873122" y="117986"/>
                    <a:pt x="862459" y="130683"/>
                  </a:cubicBezTo>
                  <a:cubicBezTo>
                    <a:pt x="852043" y="143380"/>
                    <a:pt x="846845" y="161544"/>
                    <a:pt x="846845" y="185166"/>
                  </a:cubicBezTo>
                  <a:cubicBezTo>
                    <a:pt x="846845" y="209293"/>
                    <a:pt x="851919" y="227714"/>
                    <a:pt x="862078" y="240411"/>
                  </a:cubicBezTo>
                  <a:cubicBezTo>
                    <a:pt x="872484" y="252860"/>
                    <a:pt x="887213" y="259080"/>
                    <a:pt x="906255" y="259080"/>
                  </a:cubicBezTo>
                  <a:close/>
                  <a:moveTo>
                    <a:pt x="1044974" y="281940"/>
                  </a:moveTo>
                  <a:lnTo>
                    <a:pt x="1044974" y="144018"/>
                  </a:lnTo>
                  <a:cubicBezTo>
                    <a:pt x="1044974" y="135131"/>
                    <a:pt x="1044727" y="126235"/>
                    <a:pt x="1044212" y="117348"/>
                  </a:cubicBezTo>
                  <a:cubicBezTo>
                    <a:pt x="1043965" y="108204"/>
                    <a:pt x="1043203" y="99184"/>
                    <a:pt x="1041927" y="90297"/>
                  </a:cubicBezTo>
                  <a:lnTo>
                    <a:pt x="1071252" y="90297"/>
                  </a:lnTo>
                  <a:lnTo>
                    <a:pt x="1075441" y="137541"/>
                  </a:lnTo>
                  <a:lnTo>
                    <a:pt x="1071252" y="136398"/>
                  </a:lnTo>
                  <a:cubicBezTo>
                    <a:pt x="1074812" y="119634"/>
                    <a:pt x="1082429" y="107061"/>
                    <a:pt x="1094102" y="98679"/>
                  </a:cubicBezTo>
                  <a:cubicBezTo>
                    <a:pt x="1106041" y="90040"/>
                    <a:pt x="1119371" y="85725"/>
                    <a:pt x="1134089" y="85725"/>
                  </a:cubicBezTo>
                  <a:cubicBezTo>
                    <a:pt x="1137393" y="85725"/>
                    <a:pt x="1140440" y="85982"/>
                    <a:pt x="1143230" y="86487"/>
                  </a:cubicBezTo>
                  <a:cubicBezTo>
                    <a:pt x="1146276" y="86744"/>
                    <a:pt x="1149076" y="87249"/>
                    <a:pt x="1151608" y="88011"/>
                  </a:cubicBezTo>
                  <a:lnTo>
                    <a:pt x="1150846" y="116205"/>
                  </a:lnTo>
                  <a:cubicBezTo>
                    <a:pt x="1145010" y="114176"/>
                    <a:pt x="1138279" y="113157"/>
                    <a:pt x="1130662" y="113157"/>
                  </a:cubicBezTo>
                  <a:cubicBezTo>
                    <a:pt x="1117466" y="113157"/>
                    <a:pt x="1106803" y="116081"/>
                    <a:pt x="1098672" y="121920"/>
                  </a:cubicBezTo>
                  <a:cubicBezTo>
                    <a:pt x="1090808" y="127759"/>
                    <a:pt x="1084962" y="135255"/>
                    <a:pt x="1081153" y="144399"/>
                  </a:cubicBezTo>
                  <a:cubicBezTo>
                    <a:pt x="1077602" y="153286"/>
                    <a:pt x="1075822" y="162687"/>
                    <a:pt x="1075822" y="172593"/>
                  </a:cubicBezTo>
                  <a:lnTo>
                    <a:pt x="1075822" y="281940"/>
                  </a:lnTo>
                  <a:lnTo>
                    <a:pt x="1044974" y="281940"/>
                  </a:lnTo>
                  <a:close/>
                  <a:moveTo>
                    <a:pt x="1182951" y="281940"/>
                  </a:moveTo>
                  <a:lnTo>
                    <a:pt x="1182951" y="144018"/>
                  </a:lnTo>
                  <a:cubicBezTo>
                    <a:pt x="1182951" y="135131"/>
                    <a:pt x="1182703" y="126235"/>
                    <a:pt x="1182189" y="117348"/>
                  </a:cubicBezTo>
                  <a:cubicBezTo>
                    <a:pt x="1181941" y="108204"/>
                    <a:pt x="1181180" y="99184"/>
                    <a:pt x="1179904" y="90297"/>
                  </a:cubicBezTo>
                  <a:lnTo>
                    <a:pt x="1209228" y="90297"/>
                  </a:lnTo>
                  <a:lnTo>
                    <a:pt x="1212656" y="129921"/>
                  </a:lnTo>
                  <a:lnTo>
                    <a:pt x="1208847" y="132588"/>
                  </a:lnTo>
                  <a:cubicBezTo>
                    <a:pt x="1213418" y="117605"/>
                    <a:pt x="1221291" y="106042"/>
                    <a:pt x="1232459" y="97917"/>
                  </a:cubicBezTo>
                  <a:cubicBezTo>
                    <a:pt x="1243885" y="89792"/>
                    <a:pt x="1257347" y="85725"/>
                    <a:pt x="1272828" y="85725"/>
                  </a:cubicBezTo>
                  <a:cubicBezTo>
                    <a:pt x="1291365" y="85725"/>
                    <a:pt x="1305713" y="90297"/>
                    <a:pt x="1315862" y="99441"/>
                  </a:cubicBezTo>
                  <a:cubicBezTo>
                    <a:pt x="1326278" y="108585"/>
                    <a:pt x="1332876" y="122558"/>
                    <a:pt x="1335665" y="141351"/>
                  </a:cubicBezTo>
                  <a:lnTo>
                    <a:pt x="1326526" y="136398"/>
                  </a:lnTo>
                  <a:cubicBezTo>
                    <a:pt x="1330591" y="120901"/>
                    <a:pt x="1338712" y="108585"/>
                    <a:pt x="1350899" y="99441"/>
                  </a:cubicBezTo>
                  <a:cubicBezTo>
                    <a:pt x="1363343" y="90297"/>
                    <a:pt x="1378196" y="85725"/>
                    <a:pt x="1395457" y="85725"/>
                  </a:cubicBezTo>
                  <a:cubicBezTo>
                    <a:pt x="1416536" y="85725"/>
                    <a:pt x="1432398" y="92078"/>
                    <a:pt x="1443061" y="104775"/>
                  </a:cubicBezTo>
                  <a:cubicBezTo>
                    <a:pt x="1453725" y="117224"/>
                    <a:pt x="1459056" y="136141"/>
                    <a:pt x="1459056" y="161544"/>
                  </a:cubicBezTo>
                  <a:lnTo>
                    <a:pt x="1459056" y="281940"/>
                  </a:lnTo>
                  <a:lnTo>
                    <a:pt x="1428209" y="281940"/>
                  </a:lnTo>
                  <a:lnTo>
                    <a:pt x="1428209" y="163068"/>
                  </a:lnTo>
                  <a:cubicBezTo>
                    <a:pt x="1428209" y="145285"/>
                    <a:pt x="1425038" y="132331"/>
                    <a:pt x="1418688" y="124206"/>
                  </a:cubicBezTo>
                  <a:cubicBezTo>
                    <a:pt x="1412347" y="115824"/>
                    <a:pt x="1402312" y="111633"/>
                    <a:pt x="1388602" y="111633"/>
                  </a:cubicBezTo>
                  <a:cubicBezTo>
                    <a:pt x="1372607" y="111633"/>
                    <a:pt x="1359915" y="117091"/>
                    <a:pt x="1350518" y="128016"/>
                  </a:cubicBezTo>
                  <a:cubicBezTo>
                    <a:pt x="1341378" y="138941"/>
                    <a:pt x="1336808" y="153800"/>
                    <a:pt x="1336808" y="172593"/>
                  </a:cubicBezTo>
                  <a:lnTo>
                    <a:pt x="1336808" y="281940"/>
                  </a:lnTo>
                  <a:lnTo>
                    <a:pt x="1305960" y="281940"/>
                  </a:lnTo>
                  <a:lnTo>
                    <a:pt x="1305960" y="163068"/>
                  </a:lnTo>
                  <a:cubicBezTo>
                    <a:pt x="1305960" y="145285"/>
                    <a:pt x="1302666" y="132331"/>
                    <a:pt x="1296059" y="124206"/>
                  </a:cubicBezTo>
                  <a:cubicBezTo>
                    <a:pt x="1289718" y="115824"/>
                    <a:pt x="1279683" y="111633"/>
                    <a:pt x="1265973" y="111633"/>
                  </a:cubicBezTo>
                  <a:cubicBezTo>
                    <a:pt x="1249730" y="111633"/>
                    <a:pt x="1236906" y="117091"/>
                    <a:pt x="1227508" y="128016"/>
                  </a:cubicBezTo>
                  <a:cubicBezTo>
                    <a:pt x="1218368" y="138941"/>
                    <a:pt x="1213798" y="153800"/>
                    <a:pt x="1213798" y="172593"/>
                  </a:cubicBezTo>
                  <a:lnTo>
                    <a:pt x="1213798" y="281940"/>
                  </a:lnTo>
                  <a:lnTo>
                    <a:pt x="1182951" y="2819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g12709bdffa8_0_3069"/>
            <p:cNvSpPr/>
            <p:nvPr/>
          </p:nvSpPr>
          <p:spPr>
            <a:xfrm>
              <a:off x="4527854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g12709bdffa8_0_3069"/>
            <p:cNvSpPr/>
            <p:nvPr/>
          </p:nvSpPr>
          <p:spPr>
            <a:xfrm>
              <a:off x="1919132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12709bdffa8_0_3089"/>
          <p:cNvSpPr txBox="1"/>
          <p:nvPr>
            <p:ph type="title"/>
          </p:nvPr>
        </p:nvSpPr>
        <p:spPr>
          <a:xfrm>
            <a:off x="119063" y="228602"/>
            <a:ext cx="1141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4B7D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6" name="Google Shape;666;g12709bdffa8_0_3089"/>
          <p:cNvSpPr txBox="1"/>
          <p:nvPr>
            <p:ph idx="1" type="body"/>
          </p:nvPr>
        </p:nvSpPr>
        <p:spPr>
          <a:xfrm>
            <a:off x="114300" y="1045029"/>
            <a:ext cx="11950800" cy="51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4B7E"/>
              </a:buClr>
              <a:buSzPts val="2200"/>
              <a:buFont typeface="Arial"/>
              <a:buAutoNum type="arabicPeriod"/>
              <a:defRPr>
                <a:solidFill>
                  <a:srgbClr val="3F3F3F"/>
                </a:solidFill>
              </a:defRPr>
            </a:lvl1pPr>
            <a:lvl2pPr indent="-355600" lvl="1" marL="91440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1E4B7E"/>
              </a:buClr>
              <a:buSzPts val="2000"/>
              <a:buFont typeface="Arial"/>
              <a:buAutoNum type="arabicPeriod"/>
              <a:defRPr sz="2000">
                <a:solidFill>
                  <a:srgbClr val="3F3F3F"/>
                </a:solidFill>
              </a:defRPr>
            </a:lvl2pPr>
            <a:lvl3pPr indent="-342900" lvl="2" marL="137160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1E4B7E"/>
              </a:buClr>
              <a:buSzPts val="1800"/>
              <a:buFont typeface="Arial"/>
              <a:buAutoNum type="arabicPeriod"/>
              <a:defRPr sz="1800">
                <a:solidFill>
                  <a:srgbClr val="3F3F3F"/>
                </a:solidFill>
              </a:defRPr>
            </a:lvl3pPr>
            <a:lvl4pPr indent="-330200" lvl="3" marL="182880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1E4B7E"/>
              </a:buClr>
              <a:buSzPts val="1600"/>
              <a:buFont typeface="Arial"/>
              <a:buAutoNum type="arabicPeriod"/>
              <a:defRPr sz="1600">
                <a:solidFill>
                  <a:srgbClr val="3F3F3F"/>
                </a:solidFill>
              </a:defRPr>
            </a:lvl4pPr>
            <a:lvl5pPr indent="-317500" lvl="4" marL="228600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1E4B7E"/>
              </a:buClr>
              <a:buSzPts val="1400"/>
              <a:buFont typeface="Arial"/>
              <a:buAutoNum type="arabicPeriod"/>
              <a:defRPr sz="1400">
                <a:solidFill>
                  <a:srgbClr val="3F3F3F"/>
                </a:solidFill>
              </a:defRPr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667" name="Google Shape;667;g12709bdffa8_0_308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40917" y="228127"/>
            <a:ext cx="466933" cy="6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12709bdffa8_0_3093"/>
          <p:cNvSpPr txBox="1"/>
          <p:nvPr>
            <p:ph type="title"/>
          </p:nvPr>
        </p:nvSpPr>
        <p:spPr>
          <a:xfrm>
            <a:off x="119063" y="228602"/>
            <a:ext cx="1141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4B7D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0" name="Google Shape;670;g12709bdffa8_0_3093"/>
          <p:cNvSpPr txBox="1"/>
          <p:nvPr>
            <p:ph idx="1" type="body"/>
          </p:nvPr>
        </p:nvSpPr>
        <p:spPr>
          <a:xfrm>
            <a:off x="127907" y="1044934"/>
            <a:ext cx="11934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rgbClr val="3F3F3F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1" name="Google Shape;671;g12709bdffa8_0_3093"/>
          <p:cNvSpPr/>
          <p:nvPr>
            <p:ph idx="2" type="pic"/>
          </p:nvPr>
        </p:nvSpPr>
        <p:spPr>
          <a:xfrm>
            <a:off x="127907" y="1865962"/>
            <a:ext cx="11934600" cy="3240000"/>
          </a:xfrm>
          <a:prstGeom prst="rect">
            <a:avLst/>
          </a:prstGeom>
          <a:noFill/>
          <a:ln>
            <a:noFill/>
          </a:ln>
        </p:spPr>
      </p:sp>
      <p:sp>
        <p:nvSpPr>
          <p:cNvPr id="672" name="Google Shape;672;g12709bdffa8_0_3093"/>
          <p:cNvSpPr txBox="1"/>
          <p:nvPr>
            <p:ph idx="3" type="body"/>
          </p:nvPr>
        </p:nvSpPr>
        <p:spPr>
          <a:xfrm>
            <a:off x="134257" y="5357962"/>
            <a:ext cx="119346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rgbClr val="3F3F3F"/>
                </a:solidFill>
              </a:defRPr>
            </a:lvl1pPr>
            <a:lvl2pPr indent="-317500" lvl="1" marL="91440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Arial"/>
              <a:buChar char="•"/>
              <a:defRPr sz="1400">
                <a:solidFill>
                  <a:srgbClr val="595959"/>
                </a:solidFill>
              </a:defRPr>
            </a:lvl2pPr>
            <a:lvl3pPr indent="-342900" lvl="2" marL="137160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673" name="Google Shape;673;g12709bdffa8_0_309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40917" y="228127"/>
            <a:ext cx="466933" cy="6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12709bdffa8_0_3099"/>
          <p:cNvSpPr txBox="1"/>
          <p:nvPr>
            <p:ph type="title"/>
          </p:nvPr>
        </p:nvSpPr>
        <p:spPr>
          <a:xfrm>
            <a:off x="119063" y="228602"/>
            <a:ext cx="1141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4B7D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76" name="Google Shape;676;g12709bdffa8_0_309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40917" y="228127"/>
            <a:ext cx="466933" cy="6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g12709bdffa8_0_3099"/>
          <p:cNvSpPr txBox="1"/>
          <p:nvPr>
            <p:ph idx="1" type="body"/>
          </p:nvPr>
        </p:nvSpPr>
        <p:spPr>
          <a:xfrm>
            <a:off x="116114" y="1872342"/>
            <a:ext cx="11959800" cy="41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302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8" name="Google Shape;678;g12709bdffa8_0_3099"/>
          <p:cNvSpPr txBox="1"/>
          <p:nvPr>
            <p:ph idx="2" type="body"/>
          </p:nvPr>
        </p:nvSpPr>
        <p:spPr>
          <a:xfrm>
            <a:off x="127907" y="1044934"/>
            <a:ext cx="11934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rgbClr val="3F3F3F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12709bdffa8_0_3104"/>
          <p:cNvSpPr txBox="1"/>
          <p:nvPr>
            <p:ph type="title"/>
          </p:nvPr>
        </p:nvSpPr>
        <p:spPr>
          <a:xfrm>
            <a:off x="119063" y="228602"/>
            <a:ext cx="1141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4B7D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81" name="Google Shape;681;g12709bdffa8_0_310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40917" y="228127"/>
            <a:ext cx="466933" cy="6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g12709bdffa8_0_3104"/>
          <p:cNvSpPr txBox="1"/>
          <p:nvPr>
            <p:ph idx="1" type="body"/>
          </p:nvPr>
        </p:nvSpPr>
        <p:spPr>
          <a:xfrm>
            <a:off x="116114" y="1920875"/>
            <a:ext cx="5903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indent="-3556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 sz="2000">
                <a:solidFill>
                  <a:srgbClr val="595959"/>
                </a:solidFill>
              </a:defRPr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>
                <a:solidFill>
                  <a:srgbClr val="595959"/>
                </a:solidFill>
              </a:defRPr>
            </a:lvl3pPr>
            <a:lvl4pPr indent="-3302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rgbClr val="595959"/>
                </a:solidFill>
              </a:defRPr>
            </a:lvl4pPr>
            <a:lvl5pPr indent="-3175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>
                <a:solidFill>
                  <a:srgbClr val="595959"/>
                </a:solidFill>
              </a:defRPr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3" name="Google Shape;683;g12709bdffa8_0_3104"/>
          <p:cNvSpPr txBox="1"/>
          <p:nvPr>
            <p:ph idx="2" type="body"/>
          </p:nvPr>
        </p:nvSpPr>
        <p:spPr>
          <a:xfrm>
            <a:off x="6172200" y="1920875"/>
            <a:ext cx="59181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indent="-3556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 sz="2000">
                <a:solidFill>
                  <a:srgbClr val="595959"/>
                </a:solidFill>
              </a:defRPr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>
                <a:solidFill>
                  <a:srgbClr val="595959"/>
                </a:solidFill>
              </a:defRPr>
            </a:lvl3pPr>
            <a:lvl4pPr indent="-3302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rgbClr val="595959"/>
                </a:solidFill>
              </a:defRPr>
            </a:lvl4pPr>
            <a:lvl5pPr indent="-3175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>
                <a:solidFill>
                  <a:srgbClr val="595959"/>
                </a:solidFill>
              </a:defRPr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4" name="Google Shape;684;g12709bdffa8_0_3104"/>
          <p:cNvSpPr txBox="1"/>
          <p:nvPr>
            <p:ph idx="3" type="body"/>
          </p:nvPr>
        </p:nvSpPr>
        <p:spPr>
          <a:xfrm>
            <a:off x="127907" y="1044934"/>
            <a:ext cx="11934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rgbClr val="3F3F3F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12709bdffa8_0_3110"/>
          <p:cNvSpPr txBox="1"/>
          <p:nvPr>
            <p:ph type="title"/>
          </p:nvPr>
        </p:nvSpPr>
        <p:spPr>
          <a:xfrm>
            <a:off x="119063" y="228602"/>
            <a:ext cx="1141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4B7D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87" name="Google Shape;687;g12709bdffa8_0_31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40917" y="228127"/>
            <a:ext cx="466933" cy="6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g12709bdffa8_0_3110"/>
          <p:cNvSpPr txBox="1"/>
          <p:nvPr>
            <p:ph idx="1" type="body"/>
          </p:nvPr>
        </p:nvSpPr>
        <p:spPr>
          <a:xfrm>
            <a:off x="116114" y="1936545"/>
            <a:ext cx="58521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indent="-3302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rgbClr val="595959"/>
                </a:solidFill>
              </a:defRPr>
            </a:lvl2pPr>
            <a:lvl3pPr indent="-3175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>
                <a:solidFill>
                  <a:srgbClr val="595959"/>
                </a:solidFill>
              </a:defRPr>
            </a:lvl3pPr>
            <a:lvl4pPr indent="-3302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175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9" name="Google Shape;689;g12709bdffa8_0_3110"/>
          <p:cNvSpPr txBox="1"/>
          <p:nvPr>
            <p:ph idx="2" type="body"/>
          </p:nvPr>
        </p:nvSpPr>
        <p:spPr>
          <a:xfrm>
            <a:off x="6232071" y="1936545"/>
            <a:ext cx="58521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indent="-3302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rgbClr val="595959"/>
                </a:solidFill>
              </a:defRPr>
            </a:lvl2pPr>
            <a:lvl3pPr indent="-3175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>
                <a:solidFill>
                  <a:srgbClr val="595959"/>
                </a:solidFill>
              </a:defRPr>
            </a:lvl3pPr>
            <a:lvl4pPr indent="-3302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175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0" name="Google Shape;690;g12709bdffa8_0_3110"/>
          <p:cNvSpPr txBox="1"/>
          <p:nvPr>
            <p:ph idx="3" type="body"/>
          </p:nvPr>
        </p:nvSpPr>
        <p:spPr>
          <a:xfrm>
            <a:off x="116114" y="4348545"/>
            <a:ext cx="58521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indent="-3302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rgbClr val="595959"/>
                </a:solidFill>
              </a:defRPr>
            </a:lvl2pPr>
            <a:lvl3pPr indent="-3175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>
                <a:solidFill>
                  <a:srgbClr val="595959"/>
                </a:solidFill>
              </a:defRPr>
            </a:lvl3pPr>
            <a:lvl4pPr indent="-3302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175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1" name="Google Shape;691;g12709bdffa8_0_3110"/>
          <p:cNvSpPr txBox="1"/>
          <p:nvPr>
            <p:ph idx="4" type="body"/>
          </p:nvPr>
        </p:nvSpPr>
        <p:spPr>
          <a:xfrm>
            <a:off x="6232071" y="4348545"/>
            <a:ext cx="58521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indent="-3302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rgbClr val="595959"/>
                </a:solidFill>
              </a:defRPr>
            </a:lvl2pPr>
            <a:lvl3pPr indent="-3175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>
                <a:solidFill>
                  <a:srgbClr val="595959"/>
                </a:solidFill>
              </a:defRPr>
            </a:lvl3pPr>
            <a:lvl4pPr indent="-3302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175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2" name="Google Shape;692;g12709bdffa8_0_3110"/>
          <p:cNvSpPr txBox="1"/>
          <p:nvPr>
            <p:ph idx="5" type="body"/>
          </p:nvPr>
        </p:nvSpPr>
        <p:spPr>
          <a:xfrm>
            <a:off x="127907" y="1044934"/>
            <a:ext cx="11934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rgbClr val="3F3F3F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12709bdffa8_0_3118"/>
          <p:cNvSpPr txBox="1"/>
          <p:nvPr>
            <p:ph type="title"/>
          </p:nvPr>
        </p:nvSpPr>
        <p:spPr>
          <a:xfrm>
            <a:off x="119063" y="228602"/>
            <a:ext cx="1141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4B7D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5" name="Google Shape;695;g12709bdffa8_0_3118"/>
          <p:cNvSpPr/>
          <p:nvPr>
            <p:ph idx="1" type="body"/>
          </p:nvPr>
        </p:nvSpPr>
        <p:spPr>
          <a:xfrm>
            <a:off x="116114" y="1955595"/>
            <a:ext cx="5852100" cy="2160000"/>
          </a:xfrm>
          <a:prstGeom prst="roundRect">
            <a:avLst>
              <a:gd fmla="val 6588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>
                <a:solidFill>
                  <a:srgbClr val="595959"/>
                </a:solidFill>
              </a:defRPr>
            </a:lvl2pPr>
            <a:lvl3pPr indent="-3302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rgbClr val="595959"/>
                </a:solidFill>
              </a:defRPr>
            </a:lvl3pPr>
            <a:lvl4pPr indent="-3302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175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6" name="Google Shape;696;g12709bdffa8_0_3118"/>
          <p:cNvSpPr/>
          <p:nvPr>
            <p:ph idx="2" type="body"/>
          </p:nvPr>
        </p:nvSpPr>
        <p:spPr>
          <a:xfrm>
            <a:off x="6232071" y="1955595"/>
            <a:ext cx="5852100" cy="2160000"/>
          </a:xfrm>
          <a:prstGeom prst="roundRect">
            <a:avLst>
              <a:gd fmla="val 5916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indent="-3302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rgbClr val="595959"/>
                </a:solidFill>
              </a:defRPr>
            </a:lvl2pPr>
            <a:lvl3pPr indent="-3175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>
                <a:solidFill>
                  <a:srgbClr val="595959"/>
                </a:solidFill>
              </a:defRPr>
            </a:lvl3pPr>
            <a:lvl4pPr indent="-3302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175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7" name="Google Shape;697;g12709bdffa8_0_3118"/>
          <p:cNvSpPr/>
          <p:nvPr>
            <p:ph idx="3" type="body"/>
          </p:nvPr>
        </p:nvSpPr>
        <p:spPr>
          <a:xfrm>
            <a:off x="116114" y="4367595"/>
            <a:ext cx="5852100" cy="2160000"/>
          </a:xfrm>
          <a:prstGeom prst="roundRect">
            <a:avLst>
              <a:gd fmla="val 6588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>
                <a:solidFill>
                  <a:srgbClr val="595959"/>
                </a:solidFill>
              </a:defRPr>
            </a:lvl2pPr>
            <a:lvl3pPr indent="-3302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rgbClr val="595959"/>
                </a:solidFill>
              </a:defRPr>
            </a:lvl3pPr>
            <a:lvl4pPr indent="-3302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175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8" name="Google Shape;698;g12709bdffa8_0_3118"/>
          <p:cNvSpPr/>
          <p:nvPr>
            <p:ph idx="4" type="body"/>
          </p:nvPr>
        </p:nvSpPr>
        <p:spPr>
          <a:xfrm>
            <a:off x="6232071" y="4367595"/>
            <a:ext cx="5852100" cy="2160000"/>
          </a:xfrm>
          <a:prstGeom prst="roundRect">
            <a:avLst>
              <a:gd fmla="val 6588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>
                <a:solidFill>
                  <a:srgbClr val="595959"/>
                </a:solidFill>
              </a:defRPr>
            </a:lvl2pPr>
            <a:lvl3pPr indent="-3302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rgbClr val="595959"/>
                </a:solidFill>
              </a:defRPr>
            </a:lvl3pPr>
            <a:lvl4pPr indent="-3302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175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9" name="Google Shape;699;g12709bdffa8_0_3118"/>
          <p:cNvSpPr txBox="1"/>
          <p:nvPr>
            <p:ph idx="5" type="body"/>
          </p:nvPr>
        </p:nvSpPr>
        <p:spPr>
          <a:xfrm>
            <a:off x="127907" y="1044934"/>
            <a:ext cx="11934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rgbClr val="3F3F3F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00" name="Google Shape;700;g12709bdffa8_0_31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40917" y="228127"/>
            <a:ext cx="466933" cy="6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12709bdffa8_0_3126"/>
          <p:cNvSpPr txBox="1"/>
          <p:nvPr>
            <p:ph type="title"/>
          </p:nvPr>
        </p:nvSpPr>
        <p:spPr>
          <a:xfrm>
            <a:off x="119063" y="228602"/>
            <a:ext cx="1141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4B7D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03" name="Google Shape;703;g12709bdffa8_0_31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40917" y="228127"/>
            <a:ext cx="466933" cy="6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g12709bdffa8_0_3126"/>
          <p:cNvSpPr txBox="1"/>
          <p:nvPr>
            <p:ph idx="1" type="body"/>
          </p:nvPr>
        </p:nvSpPr>
        <p:spPr>
          <a:xfrm>
            <a:off x="116113" y="1956254"/>
            <a:ext cx="5878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indent="-3556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 sz="2000">
                <a:solidFill>
                  <a:srgbClr val="595959"/>
                </a:solidFill>
              </a:defRPr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>
                <a:solidFill>
                  <a:srgbClr val="595959"/>
                </a:solidFill>
              </a:defRPr>
            </a:lvl3pPr>
            <a:lvl4pPr indent="-3302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rgbClr val="595959"/>
                </a:solidFill>
              </a:defRPr>
            </a:lvl4pPr>
            <a:lvl5pPr indent="-3175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>
                <a:solidFill>
                  <a:srgbClr val="595959"/>
                </a:solidFill>
              </a:defRPr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5" name="Google Shape;705;g12709bdffa8_0_3126"/>
          <p:cNvSpPr txBox="1"/>
          <p:nvPr>
            <p:ph idx="2" type="body"/>
          </p:nvPr>
        </p:nvSpPr>
        <p:spPr>
          <a:xfrm>
            <a:off x="6212114" y="2132013"/>
            <a:ext cx="5856000" cy="39999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indent="-3556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 sz="2000">
                <a:solidFill>
                  <a:srgbClr val="595959"/>
                </a:solidFill>
              </a:defRPr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>
                <a:solidFill>
                  <a:srgbClr val="595959"/>
                </a:solidFill>
              </a:defRPr>
            </a:lvl3pPr>
            <a:lvl4pPr indent="-3302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rgbClr val="595959"/>
                </a:solidFill>
              </a:defRPr>
            </a:lvl4pPr>
            <a:lvl5pPr indent="-3175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>
                <a:solidFill>
                  <a:srgbClr val="595959"/>
                </a:solidFill>
              </a:defRPr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6" name="Google Shape;706;g12709bdffa8_0_3126"/>
          <p:cNvSpPr txBox="1"/>
          <p:nvPr>
            <p:ph idx="3" type="body"/>
          </p:nvPr>
        </p:nvSpPr>
        <p:spPr>
          <a:xfrm>
            <a:off x="127907" y="1044934"/>
            <a:ext cx="11934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rgbClr val="3F3F3F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12709bdffa8_0_3132"/>
          <p:cNvSpPr/>
          <p:nvPr>
            <p:ph idx="2" type="pic"/>
          </p:nvPr>
        </p:nvSpPr>
        <p:spPr>
          <a:xfrm>
            <a:off x="7667213" y="2214675"/>
            <a:ext cx="2070000" cy="207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09" name="Google Shape;709;g12709bdffa8_0_3132"/>
          <p:cNvSpPr txBox="1"/>
          <p:nvPr>
            <p:ph type="title"/>
          </p:nvPr>
        </p:nvSpPr>
        <p:spPr>
          <a:xfrm>
            <a:off x="119063" y="228602"/>
            <a:ext cx="1141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4B7D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10" name="Google Shape;710;g12709bdffa8_0_31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40917" y="228127"/>
            <a:ext cx="466933" cy="6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g12709bdffa8_0_3132"/>
          <p:cNvSpPr txBox="1"/>
          <p:nvPr>
            <p:ph idx="1" type="body"/>
          </p:nvPr>
        </p:nvSpPr>
        <p:spPr>
          <a:xfrm>
            <a:off x="215899" y="2178750"/>
            <a:ext cx="7200000" cy="44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indent="-3556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175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2" name="Google Shape;712;g12709bdffa8_0_3132"/>
          <p:cNvSpPr txBox="1"/>
          <p:nvPr>
            <p:ph idx="3" type="body"/>
          </p:nvPr>
        </p:nvSpPr>
        <p:spPr>
          <a:xfrm>
            <a:off x="7667212" y="3927316"/>
            <a:ext cx="2066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36000" spcFirstLastPara="1" rIns="91425" wrap="square" tIns="45700">
            <a:noAutofit/>
          </a:bodyPr>
          <a:lstStyle>
            <a:lvl1pPr indent="-228600" lvl="0" marL="45720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>
                <a:solidFill>
                  <a:srgbClr val="3F3F3F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3" name="Google Shape;713;g12709bdffa8_0_3132"/>
          <p:cNvSpPr txBox="1"/>
          <p:nvPr>
            <p:ph idx="4" type="body"/>
          </p:nvPr>
        </p:nvSpPr>
        <p:spPr>
          <a:xfrm>
            <a:off x="127907" y="1044934"/>
            <a:ext cx="11934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rgbClr val="3F3F3F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4" name="Google Shape;714;g12709bdffa8_0_3132"/>
          <p:cNvSpPr/>
          <p:nvPr>
            <p:ph idx="5" type="pic"/>
          </p:nvPr>
        </p:nvSpPr>
        <p:spPr>
          <a:xfrm>
            <a:off x="9902413" y="2201975"/>
            <a:ext cx="2070000" cy="207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15" name="Google Shape;715;g12709bdffa8_0_3132"/>
          <p:cNvSpPr txBox="1"/>
          <p:nvPr>
            <p:ph idx="6" type="body"/>
          </p:nvPr>
        </p:nvSpPr>
        <p:spPr>
          <a:xfrm>
            <a:off x="9902412" y="3914616"/>
            <a:ext cx="2066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36000" spcFirstLastPara="1" rIns="91425" wrap="square" tIns="45700">
            <a:noAutofit/>
          </a:bodyPr>
          <a:lstStyle>
            <a:lvl1pPr indent="-228600" lvl="0" marL="45720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>
                <a:solidFill>
                  <a:srgbClr val="3F3F3F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6" name="Google Shape;716;g12709bdffa8_0_3132"/>
          <p:cNvSpPr/>
          <p:nvPr>
            <p:ph idx="7" type="pic"/>
          </p:nvPr>
        </p:nvSpPr>
        <p:spPr>
          <a:xfrm>
            <a:off x="7667213" y="4513375"/>
            <a:ext cx="4302600" cy="207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17" name="Google Shape;717;g12709bdffa8_0_3132"/>
          <p:cNvSpPr txBox="1"/>
          <p:nvPr>
            <p:ph idx="8" type="body"/>
          </p:nvPr>
        </p:nvSpPr>
        <p:spPr>
          <a:xfrm>
            <a:off x="7667212" y="6226016"/>
            <a:ext cx="43068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36000" spcFirstLastPara="1" rIns="91425" wrap="square" tIns="45700">
            <a:noAutofit/>
          </a:bodyPr>
          <a:lstStyle>
            <a:lvl1pPr indent="-228600" lvl="0" marL="45720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>
                <a:solidFill>
                  <a:srgbClr val="3F3F3F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12709bdffa8_0_3143"/>
          <p:cNvSpPr txBox="1"/>
          <p:nvPr>
            <p:ph type="title"/>
          </p:nvPr>
        </p:nvSpPr>
        <p:spPr>
          <a:xfrm>
            <a:off x="119063" y="228602"/>
            <a:ext cx="1141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4B7D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0" name="Google Shape;720;g12709bdffa8_0_3143"/>
          <p:cNvSpPr/>
          <p:nvPr>
            <p:ph idx="2" type="pic"/>
          </p:nvPr>
        </p:nvSpPr>
        <p:spPr>
          <a:xfrm>
            <a:off x="216688" y="2045400"/>
            <a:ext cx="11771400" cy="323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21" name="Google Shape;721;g12709bdffa8_0_3143"/>
          <p:cNvSpPr txBox="1"/>
          <p:nvPr>
            <p:ph idx="1" type="body"/>
          </p:nvPr>
        </p:nvSpPr>
        <p:spPr>
          <a:xfrm>
            <a:off x="215900" y="5537400"/>
            <a:ext cx="117714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solidFill>
                  <a:srgbClr val="3F3F3F"/>
                </a:solidFill>
              </a:defRPr>
            </a:lvl1pPr>
            <a:lvl2pPr indent="-317500" lvl="1" marL="91440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 sz="1400">
                <a:solidFill>
                  <a:srgbClr val="595959"/>
                </a:solidFill>
              </a:defRPr>
            </a:lvl2pPr>
            <a:lvl3pPr indent="-342900" lvl="2" marL="137160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2" name="Google Shape;722;g12709bdffa8_0_3143"/>
          <p:cNvSpPr txBox="1"/>
          <p:nvPr>
            <p:ph idx="3" type="body"/>
          </p:nvPr>
        </p:nvSpPr>
        <p:spPr>
          <a:xfrm>
            <a:off x="127907" y="1044934"/>
            <a:ext cx="11934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rgbClr val="3F3F3F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23" name="Google Shape;723;g12709bdffa8_0_31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40917" y="228127"/>
            <a:ext cx="466933" cy="6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12709bdffa8_0_3149"/>
          <p:cNvSpPr txBox="1"/>
          <p:nvPr>
            <p:ph type="title"/>
          </p:nvPr>
        </p:nvSpPr>
        <p:spPr>
          <a:xfrm>
            <a:off x="119063" y="228602"/>
            <a:ext cx="1141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4B7D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6" name="Google Shape;726;g12709bdffa8_0_3149"/>
          <p:cNvSpPr/>
          <p:nvPr>
            <p:ph idx="2" type="pic"/>
          </p:nvPr>
        </p:nvSpPr>
        <p:spPr>
          <a:xfrm>
            <a:off x="615950" y="2485800"/>
            <a:ext cx="4968000" cy="3600000"/>
          </a:xfrm>
          <a:prstGeom prst="rect">
            <a:avLst/>
          </a:prstGeom>
          <a:noFill/>
          <a:ln>
            <a:noFill/>
          </a:ln>
        </p:spPr>
      </p:sp>
      <p:sp>
        <p:nvSpPr>
          <p:cNvPr id="727" name="Google Shape;727;g12709bdffa8_0_3149"/>
          <p:cNvSpPr txBox="1"/>
          <p:nvPr>
            <p:ph idx="1" type="body"/>
          </p:nvPr>
        </p:nvSpPr>
        <p:spPr>
          <a:xfrm>
            <a:off x="615950" y="5761800"/>
            <a:ext cx="4968000" cy="324000"/>
          </a:xfrm>
          <a:prstGeom prst="rect">
            <a:avLst/>
          </a:prstGeom>
          <a:solidFill>
            <a:schemeClr val="dk2">
              <a:alpha val="8902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8" name="Google Shape;728;g12709bdffa8_0_3149"/>
          <p:cNvSpPr/>
          <p:nvPr>
            <p:ph idx="3" type="pic"/>
          </p:nvPr>
        </p:nvSpPr>
        <p:spPr>
          <a:xfrm>
            <a:off x="6520050" y="2485800"/>
            <a:ext cx="4968000" cy="3600000"/>
          </a:xfrm>
          <a:prstGeom prst="rect">
            <a:avLst/>
          </a:prstGeom>
          <a:noFill/>
          <a:ln>
            <a:noFill/>
          </a:ln>
        </p:spPr>
      </p:sp>
      <p:sp>
        <p:nvSpPr>
          <p:cNvPr id="729" name="Google Shape;729;g12709bdffa8_0_3149"/>
          <p:cNvSpPr txBox="1"/>
          <p:nvPr>
            <p:ph idx="4" type="body"/>
          </p:nvPr>
        </p:nvSpPr>
        <p:spPr>
          <a:xfrm>
            <a:off x="6520050" y="5761800"/>
            <a:ext cx="4968000" cy="324000"/>
          </a:xfrm>
          <a:prstGeom prst="rect">
            <a:avLst/>
          </a:prstGeom>
          <a:solidFill>
            <a:schemeClr val="dk2">
              <a:alpha val="8902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0" name="Google Shape;730;g12709bdffa8_0_3149"/>
          <p:cNvSpPr txBox="1"/>
          <p:nvPr>
            <p:ph idx="5" type="body"/>
          </p:nvPr>
        </p:nvSpPr>
        <p:spPr>
          <a:xfrm>
            <a:off x="127907" y="1044934"/>
            <a:ext cx="11934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rgbClr val="3F3F3F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31" name="Google Shape;731;g12709bdffa8_0_31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40917" y="228127"/>
            <a:ext cx="466933" cy="6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12709bdffa8_0_3157"/>
          <p:cNvSpPr txBox="1"/>
          <p:nvPr>
            <p:ph type="title"/>
          </p:nvPr>
        </p:nvSpPr>
        <p:spPr>
          <a:xfrm>
            <a:off x="119063" y="228602"/>
            <a:ext cx="1141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4B7D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4" name="Google Shape;734;g12709bdffa8_0_3157"/>
          <p:cNvSpPr/>
          <p:nvPr>
            <p:ph idx="2" type="pic"/>
          </p:nvPr>
        </p:nvSpPr>
        <p:spPr>
          <a:xfrm>
            <a:off x="1511300" y="1969200"/>
            <a:ext cx="432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735" name="Google Shape;735;g12709bdffa8_0_3157"/>
          <p:cNvSpPr txBox="1"/>
          <p:nvPr>
            <p:ph idx="1" type="body"/>
          </p:nvPr>
        </p:nvSpPr>
        <p:spPr>
          <a:xfrm>
            <a:off x="1511300" y="3805200"/>
            <a:ext cx="4320000" cy="324000"/>
          </a:xfrm>
          <a:prstGeom prst="rect">
            <a:avLst/>
          </a:prstGeom>
          <a:solidFill>
            <a:schemeClr val="dk2">
              <a:alpha val="8902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6" name="Google Shape;736;g12709bdffa8_0_3157"/>
          <p:cNvSpPr/>
          <p:nvPr>
            <p:ph idx="3" type="pic"/>
          </p:nvPr>
        </p:nvSpPr>
        <p:spPr>
          <a:xfrm>
            <a:off x="6335400" y="1969200"/>
            <a:ext cx="432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737" name="Google Shape;737;g12709bdffa8_0_3157"/>
          <p:cNvSpPr txBox="1"/>
          <p:nvPr>
            <p:ph idx="4" type="body"/>
          </p:nvPr>
        </p:nvSpPr>
        <p:spPr>
          <a:xfrm>
            <a:off x="6335400" y="3805200"/>
            <a:ext cx="4320000" cy="324000"/>
          </a:xfrm>
          <a:prstGeom prst="rect">
            <a:avLst/>
          </a:prstGeom>
          <a:solidFill>
            <a:schemeClr val="dk2">
              <a:alpha val="8902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8" name="Google Shape;738;g12709bdffa8_0_3157"/>
          <p:cNvSpPr/>
          <p:nvPr>
            <p:ph idx="5" type="pic"/>
          </p:nvPr>
        </p:nvSpPr>
        <p:spPr>
          <a:xfrm>
            <a:off x="1511300" y="4381200"/>
            <a:ext cx="432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739" name="Google Shape;739;g12709bdffa8_0_3157"/>
          <p:cNvSpPr txBox="1"/>
          <p:nvPr>
            <p:ph idx="6" type="body"/>
          </p:nvPr>
        </p:nvSpPr>
        <p:spPr>
          <a:xfrm>
            <a:off x="1511300" y="6217200"/>
            <a:ext cx="4320000" cy="324000"/>
          </a:xfrm>
          <a:prstGeom prst="rect">
            <a:avLst/>
          </a:prstGeom>
          <a:solidFill>
            <a:schemeClr val="dk2">
              <a:alpha val="8902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0" name="Google Shape;740;g12709bdffa8_0_3157"/>
          <p:cNvSpPr/>
          <p:nvPr>
            <p:ph idx="7" type="pic"/>
          </p:nvPr>
        </p:nvSpPr>
        <p:spPr>
          <a:xfrm>
            <a:off x="6335400" y="4381200"/>
            <a:ext cx="432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741" name="Google Shape;741;g12709bdffa8_0_3157"/>
          <p:cNvSpPr txBox="1"/>
          <p:nvPr>
            <p:ph idx="8" type="body"/>
          </p:nvPr>
        </p:nvSpPr>
        <p:spPr>
          <a:xfrm>
            <a:off x="6335400" y="6217200"/>
            <a:ext cx="4320000" cy="324000"/>
          </a:xfrm>
          <a:prstGeom prst="rect">
            <a:avLst/>
          </a:prstGeom>
          <a:solidFill>
            <a:schemeClr val="dk2">
              <a:alpha val="8902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2" name="Google Shape;742;g12709bdffa8_0_3157"/>
          <p:cNvSpPr txBox="1"/>
          <p:nvPr>
            <p:ph idx="9" type="body"/>
          </p:nvPr>
        </p:nvSpPr>
        <p:spPr>
          <a:xfrm>
            <a:off x="127907" y="1044934"/>
            <a:ext cx="11934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rgbClr val="3F3F3F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43" name="Google Shape;743;g12709bdffa8_0_31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40917" y="228127"/>
            <a:ext cx="466933" cy="6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12709bdffa8_0_3169"/>
          <p:cNvSpPr txBox="1"/>
          <p:nvPr>
            <p:ph type="title"/>
          </p:nvPr>
        </p:nvSpPr>
        <p:spPr>
          <a:xfrm>
            <a:off x="119063" y="228602"/>
            <a:ext cx="1141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4B7D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6" name="Google Shape;746;g12709bdffa8_0_3169"/>
          <p:cNvSpPr/>
          <p:nvPr>
            <p:ph idx="2" type="pic"/>
          </p:nvPr>
        </p:nvSpPr>
        <p:spPr>
          <a:xfrm>
            <a:off x="577850" y="1873950"/>
            <a:ext cx="342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747" name="Google Shape;747;g12709bdffa8_0_3169"/>
          <p:cNvSpPr txBox="1"/>
          <p:nvPr>
            <p:ph idx="1" type="body"/>
          </p:nvPr>
        </p:nvSpPr>
        <p:spPr>
          <a:xfrm>
            <a:off x="577850" y="3709950"/>
            <a:ext cx="3420000" cy="324000"/>
          </a:xfrm>
          <a:prstGeom prst="rect">
            <a:avLst/>
          </a:prstGeom>
          <a:solidFill>
            <a:schemeClr val="dk2">
              <a:alpha val="8902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8" name="Google Shape;748;g12709bdffa8_0_3169"/>
          <p:cNvSpPr/>
          <p:nvPr>
            <p:ph idx="3" type="pic"/>
          </p:nvPr>
        </p:nvSpPr>
        <p:spPr>
          <a:xfrm>
            <a:off x="4357950" y="1873950"/>
            <a:ext cx="342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749" name="Google Shape;749;g12709bdffa8_0_3169"/>
          <p:cNvSpPr txBox="1"/>
          <p:nvPr>
            <p:ph idx="4" type="body"/>
          </p:nvPr>
        </p:nvSpPr>
        <p:spPr>
          <a:xfrm>
            <a:off x="4357950" y="3709950"/>
            <a:ext cx="3420000" cy="324000"/>
          </a:xfrm>
          <a:prstGeom prst="rect">
            <a:avLst/>
          </a:prstGeom>
          <a:solidFill>
            <a:schemeClr val="dk2">
              <a:alpha val="8902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0" name="Google Shape;750;g12709bdffa8_0_3169"/>
          <p:cNvSpPr/>
          <p:nvPr>
            <p:ph idx="5" type="pic"/>
          </p:nvPr>
        </p:nvSpPr>
        <p:spPr>
          <a:xfrm>
            <a:off x="8138050" y="1860900"/>
            <a:ext cx="342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751" name="Google Shape;751;g12709bdffa8_0_3169"/>
          <p:cNvSpPr txBox="1"/>
          <p:nvPr>
            <p:ph idx="6" type="body"/>
          </p:nvPr>
        </p:nvSpPr>
        <p:spPr>
          <a:xfrm>
            <a:off x="8138050" y="3696900"/>
            <a:ext cx="3420000" cy="324000"/>
          </a:xfrm>
          <a:prstGeom prst="rect">
            <a:avLst/>
          </a:prstGeom>
          <a:solidFill>
            <a:schemeClr val="dk2">
              <a:alpha val="8902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2" name="Google Shape;752;g12709bdffa8_0_3169"/>
          <p:cNvSpPr/>
          <p:nvPr>
            <p:ph idx="7" type="pic"/>
          </p:nvPr>
        </p:nvSpPr>
        <p:spPr>
          <a:xfrm>
            <a:off x="577850" y="4285950"/>
            <a:ext cx="342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753" name="Google Shape;753;g12709bdffa8_0_3169"/>
          <p:cNvSpPr txBox="1"/>
          <p:nvPr>
            <p:ph idx="8" type="body"/>
          </p:nvPr>
        </p:nvSpPr>
        <p:spPr>
          <a:xfrm>
            <a:off x="577850" y="6121950"/>
            <a:ext cx="3420000" cy="324000"/>
          </a:xfrm>
          <a:prstGeom prst="rect">
            <a:avLst/>
          </a:prstGeom>
          <a:solidFill>
            <a:schemeClr val="dk2">
              <a:alpha val="8902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4" name="Google Shape;754;g12709bdffa8_0_3169"/>
          <p:cNvSpPr/>
          <p:nvPr>
            <p:ph idx="9" type="pic"/>
          </p:nvPr>
        </p:nvSpPr>
        <p:spPr>
          <a:xfrm>
            <a:off x="4357950" y="4285950"/>
            <a:ext cx="342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755" name="Google Shape;755;g12709bdffa8_0_3169"/>
          <p:cNvSpPr txBox="1"/>
          <p:nvPr>
            <p:ph idx="13" type="body"/>
          </p:nvPr>
        </p:nvSpPr>
        <p:spPr>
          <a:xfrm>
            <a:off x="4357950" y="6121950"/>
            <a:ext cx="3420000" cy="324000"/>
          </a:xfrm>
          <a:prstGeom prst="rect">
            <a:avLst/>
          </a:prstGeom>
          <a:solidFill>
            <a:schemeClr val="dk2">
              <a:alpha val="8902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6" name="Google Shape;756;g12709bdffa8_0_3169"/>
          <p:cNvSpPr/>
          <p:nvPr>
            <p:ph idx="14" type="pic"/>
          </p:nvPr>
        </p:nvSpPr>
        <p:spPr>
          <a:xfrm>
            <a:off x="8138050" y="4285950"/>
            <a:ext cx="342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757" name="Google Shape;757;g12709bdffa8_0_3169"/>
          <p:cNvSpPr txBox="1"/>
          <p:nvPr>
            <p:ph idx="15" type="body"/>
          </p:nvPr>
        </p:nvSpPr>
        <p:spPr>
          <a:xfrm>
            <a:off x="8138050" y="6121950"/>
            <a:ext cx="3420000" cy="324000"/>
          </a:xfrm>
          <a:prstGeom prst="rect">
            <a:avLst/>
          </a:prstGeom>
          <a:solidFill>
            <a:schemeClr val="dk2">
              <a:alpha val="8902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8" name="Google Shape;758;g12709bdffa8_0_3169"/>
          <p:cNvSpPr txBox="1"/>
          <p:nvPr>
            <p:ph idx="16" type="body"/>
          </p:nvPr>
        </p:nvSpPr>
        <p:spPr>
          <a:xfrm>
            <a:off x="127907" y="1044934"/>
            <a:ext cx="11934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rgbClr val="3F3F3F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59" name="Google Shape;759;g12709bdffa8_0_31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40917" y="228127"/>
            <a:ext cx="466933" cy="6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ustom Layout">
  <p:cSld name="14_Custom Layout"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12709bdffa8_0_3185"/>
          <p:cNvSpPr txBox="1"/>
          <p:nvPr>
            <p:ph type="title"/>
          </p:nvPr>
        </p:nvSpPr>
        <p:spPr>
          <a:xfrm>
            <a:off x="119063" y="228602"/>
            <a:ext cx="1141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4B7D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2" name="Google Shape;762;g12709bdffa8_0_3185"/>
          <p:cNvSpPr/>
          <p:nvPr>
            <p:ph idx="2" type="pic"/>
          </p:nvPr>
        </p:nvSpPr>
        <p:spPr>
          <a:xfrm>
            <a:off x="203200" y="1988250"/>
            <a:ext cx="270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763" name="Google Shape;763;g12709bdffa8_0_3185"/>
          <p:cNvSpPr txBox="1"/>
          <p:nvPr>
            <p:ph idx="1" type="body"/>
          </p:nvPr>
        </p:nvSpPr>
        <p:spPr>
          <a:xfrm>
            <a:off x="203200" y="3824250"/>
            <a:ext cx="2700000" cy="324000"/>
          </a:xfrm>
          <a:prstGeom prst="rect">
            <a:avLst/>
          </a:prstGeom>
          <a:solidFill>
            <a:schemeClr val="dk2">
              <a:alpha val="8902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4" name="Google Shape;764;g12709bdffa8_0_3185"/>
          <p:cNvSpPr/>
          <p:nvPr>
            <p:ph idx="3" type="pic"/>
          </p:nvPr>
        </p:nvSpPr>
        <p:spPr>
          <a:xfrm>
            <a:off x="3226971" y="1988250"/>
            <a:ext cx="270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765" name="Google Shape;765;g12709bdffa8_0_3185"/>
          <p:cNvSpPr txBox="1"/>
          <p:nvPr>
            <p:ph idx="4" type="body"/>
          </p:nvPr>
        </p:nvSpPr>
        <p:spPr>
          <a:xfrm>
            <a:off x="3226971" y="3824250"/>
            <a:ext cx="2700000" cy="324000"/>
          </a:xfrm>
          <a:prstGeom prst="rect">
            <a:avLst/>
          </a:prstGeom>
          <a:solidFill>
            <a:schemeClr val="dk2">
              <a:alpha val="8902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6" name="Google Shape;766;g12709bdffa8_0_3185"/>
          <p:cNvSpPr/>
          <p:nvPr>
            <p:ph idx="5" type="pic"/>
          </p:nvPr>
        </p:nvSpPr>
        <p:spPr>
          <a:xfrm>
            <a:off x="9274513" y="1988250"/>
            <a:ext cx="270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767" name="Google Shape;767;g12709bdffa8_0_3185"/>
          <p:cNvSpPr txBox="1"/>
          <p:nvPr>
            <p:ph idx="6" type="body"/>
          </p:nvPr>
        </p:nvSpPr>
        <p:spPr>
          <a:xfrm>
            <a:off x="9274513" y="3824250"/>
            <a:ext cx="2700000" cy="324000"/>
          </a:xfrm>
          <a:prstGeom prst="rect">
            <a:avLst/>
          </a:prstGeom>
          <a:solidFill>
            <a:schemeClr val="dk2">
              <a:alpha val="8902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8" name="Google Shape;768;g12709bdffa8_0_3185"/>
          <p:cNvSpPr/>
          <p:nvPr>
            <p:ph idx="7" type="pic"/>
          </p:nvPr>
        </p:nvSpPr>
        <p:spPr>
          <a:xfrm>
            <a:off x="203200" y="4400250"/>
            <a:ext cx="270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769" name="Google Shape;769;g12709bdffa8_0_3185"/>
          <p:cNvSpPr txBox="1"/>
          <p:nvPr>
            <p:ph idx="8" type="body"/>
          </p:nvPr>
        </p:nvSpPr>
        <p:spPr>
          <a:xfrm>
            <a:off x="203200" y="6236250"/>
            <a:ext cx="2700000" cy="324000"/>
          </a:xfrm>
          <a:prstGeom prst="rect">
            <a:avLst/>
          </a:prstGeom>
          <a:solidFill>
            <a:schemeClr val="dk2">
              <a:alpha val="8902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0" name="Google Shape;770;g12709bdffa8_0_3185"/>
          <p:cNvSpPr/>
          <p:nvPr>
            <p:ph idx="9" type="pic"/>
          </p:nvPr>
        </p:nvSpPr>
        <p:spPr>
          <a:xfrm>
            <a:off x="3226971" y="4400250"/>
            <a:ext cx="270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771" name="Google Shape;771;g12709bdffa8_0_3185"/>
          <p:cNvSpPr txBox="1"/>
          <p:nvPr>
            <p:ph idx="13" type="body"/>
          </p:nvPr>
        </p:nvSpPr>
        <p:spPr>
          <a:xfrm>
            <a:off x="3226971" y="6236250"/>
            <a:ext cx="2700000" cy="324000"/>
          </a:xfrm>
          <a:prstGeom prst="rect">
            <a:avLst/>
          </a:prstGeom>
          <a:solidFill>
            <a:schemeClr val="dk2">
              <a:alpha val="8902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2" name="Google Shape;772;g12709bdffa8_0_3185"/>
          <p:cNvSpPr/>
          <p:nvPr>
            <p:ph idx="14" type="pic"/>
          </p:nvPr>
        </p:nvSpPr>
        <p:spPr>
          <a:xfrm>
            <a:off x="6279317" y="4400250"/>
            <a:ext cx="270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773" name="Google Shape;773;g12709bdffa8_0_3185"/>
          <p:cNvSpPr txBox="1"/>
          <p:nvPr>
            <p:ph idx="15" type="body"/>
          </p:nvPr>
        </p:nvSpPr>
        <p:spPr>
          <a:xfrm>
            <a:off x="6279317" y="6236250"/>
            <a:ext cx="2700000" cy="324000"/>
          </a:xfrm>
          <a:prstGeom prst="rect">
            <a:avLst/>
          </a:prstGeom>
          <a:solidFill>
            <a:schemeClr val="dk2">
              <a:alpha val="8902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4" name="Google Shape;774;g12709bdffa8_0_3185"/>
          <p:cNvSpPr/>
          <p:nvPr>
            <p:ph idx="16" type="pic"/>
          </p:nvPr>
        </p:nvSpPr>
        <p:spPr>
          <a:xfrm>
            <a:off x="9263400" y="4400250"/>
            <a:ext cx="270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775" name="Google Shape;775;g12709bdffa8_0_3185"/>
          <p:cNvSpPr txBox="1"/>
          <p:nvPr>
            <p:ph idx="17" type="body"/>
          </p:nvPr>
        </p:nvSpPr>
        <p:spPr>
          <a:xfrm>
            <a:off x="9263400" y="6236250"/>
            <a:ext cx="2700000" cy="324000"/>
          </a:xfrm>
          <a:prstGeom prst="rect">
            <a:avLst/>
          </a:prstGeom>
          <a:solidFill>
            <a:schemeClr val="dk2">
              <a:alpha val="8902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6" name="Google Shape;776;g12709bdffa8_0_3185"/>
          <p:cNvSpPr/>
          <p:nvPr>
            <p:ph idx="18" type="pic"/>
          </p:nvPr>
        </p:nvSpPr>
        <p:spPr>
          <a:xfrm>
            <a:off x="6250742" y="1988250"/>
            <a:ext cx="270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777" name="Google Shape;777;g12709bdffa8_0_3185"/>
          <p:cNvSpPr txBox="1"/>
          <p:nvPr>
            <p:ph idx="19" type="body"/>
          </p:nvPr>
        </p:nvSpPr>
        <p:spPr>
          <a:xfrm>
            <a:off x="6250742" y="3824250"/>
            <a:ext cx="2700000" cy="324000"/>
          </a:xfrm>
          <a:prstGeom prst="rect">
            <a:avLst/>
          </a:prstGeom>
          <a:solidFill>
            <a:schemeClr val="dk2">
              <a:alpha val="8902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8" name="Google Shape;778;g12709bdffa8_0_3185"/>
          <p:cNvSpPr txBox="1"/>
          <p:nvPr>
            <p:ph idx="20" type="body"/>
          </p:nvPr>
        </p:nvSpPr>
        <p:spPr>
          <a:xfrm>
            <a:off x="127907" y="1044934"/>
            <a:ext cx="11934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rgbClr val="3F3F3F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79" name="Google Shape;779;g12709bdffa8_0_31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40917" y="228127"/>
            <a:ext cx="466933" cy="6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ustom Layout">
  <p:cSld name="15_Custom Layout"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12709bdffa8_0_3205"/>
          <p:cNvSpPr txBox="1"/>
          <p:nvPr>
            <p:ph type="title"/>
          </p:nvPr>
        </p:nvSpPr>
        <p:spPr>
          <a:xfrm>
            <a:off x="119063" y="228602"/>
            <a:ext cx="1141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4B7D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2" name="Google Shape;782;g12709bdffa8_0_3205"/>
          <p:cNvSpPr/>
          <p:nvPr>
            <p:ph idx="2" type="pic"/>
          </p:nvPr>
        </p:nvSpPr>
        <p:spPr>
          <a:xfrm>
            <a:off x="215900" y="1988250"/>
            <a:ext cx="216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783" name="Google Shape;783;g12709bdffa8_0_3205"/>
          <p:cNvSpPr txBox="1"/>
          <p:nvPr>
            <p:ph idx="1" type="body"/>
          </p:nvPr>
        </p:nvSpPr>
        <p:spPr>
          <a:xfrm>
            <a:off x="215900" y="3716250"/>
            <a:ext cx="2160000" cy="432000"/>
          </a:xfrm>
          <a:prstGeom prst="rect">
            <a:avLst/>
          </a:prstGeom>
          <a:solidFill>
            <a:schemeClr val="dk2">
              <a:alpha val="8902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4" name="Google Shape;784;g12709bdffa8_0_3205"/>
          <p:cNvSpPr/>
          <p:nvPr>
            <p:ph idx="3" type="pic"/>
          </p:nvPr>
        </p:nvSpPr>
        <p:spPr>
          <a:xfrm>
            <a:off x="2618728" y="1988250"/>
            <a:ext cx="216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785" name="Google Shape;785;g12709bdffa8_0_3205"/>
          <p:cNvSpPr txBox="1"/>
          <p:nvPr>
            <p:ph idx="4" type="body"/>
          </p:nvPr>
        </p:nvSpPr>
        <p:spPr>
          <a:xfrm>
            <a:off x="2618728" y="3716250"/>
            <a:ext cx="2160000" cy="432000"/>
          </a:xfrm>
          <a:prstGeom prst="rect">
            <a:avLst/>
          </a:prstGeom>
          <a:solidFill>
            <a:schemeClr val="dk2">
              <a:alpha val="8902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6" name="Google Shape;786;g12709bdffa8_0_3205"/>
          <p:cNvSpPr/>
          <p:nvPr>
            <p:ph idx="5" type="pic"/>
          </p:nvPr>
        </p:nvSpPr>
        <p:spPr>
          <a:xfrm>
            <a:off x="7413272" y="1988250"/>
            <a:ext cx="216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787" name="Google Shape;787;g12709bdffa8_0_3205"/>
          <p:cNvSpPr txBox="1"/>
          <p:nvPr>
            <p:ph idx="6" type="body"/>
          </p:nvPr>
        </p:nvSpPr>
        <p:spPr>
          <a:xfrm>
            <a:off x="7413272" y="3716250"/>
            <a:ext cx="2160000" cy="432000"/>
          </a:xfrm>
          <a:prstGeom prst="rect">
            <a:avLst/>
          </a:prstGeom>
          <a:solidFill>
            <a:schemeClr val="dk2">
              <a:alpha val="8902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8" name="Google Shape;788;g12709bdffa8_0_3205"/>
          <p:cNvSpPr/>
          <p:nvPr>
            <p:ph idx="7" type="pic"/>
          </p:nvPr>
        </p:nvSpPr>
        <p:spPr>
          <a:xfrm>
            <a:off x="5021556" y="1988250"/>
            <a:ext cx="216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789" name="Google Shape;789;g12709bdffa8_0_3205"/>
          <p:cNvSpPr txBox="1"/>
          <p:nvPr>
            <p:ph idx="8" type="body"/>
          </p:nvPr>
        </p:nvSpPr>
        <p:spPr>
          <a:xfrm>
            <a:off x="5021556" y="3716250"/>
            <a:ext cx="2160000" cy="432000"/>
          </a:xfrm>
          <a:prstGeom prst="rect">
            <a:avLst/>
          </a:prstGeom>
          <a:solidFill>
            <a:schemeClr val="dk2">
              <a:alpha val="8902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0" name="Google Shape;790;g12709bdffa8_0_3205"/>
          <p:cNvSpPr/>
          <p:nvPr>
            <p:ph idx="9" type="pic"/>
          </p:nvPr>
        </p:nvSpPr>
        <p:spPr>
          <a:xfrm>
            <a:off x="9827213" y="1988250"/>
            <a:ext cx="216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791" name="Google Shape;791;g12709bdffa8_0_3205"/>
          <p:cNvSpPr txBox="1"/>
          <p:nvPr>
            <p:ph idx="13" type="body"/>
          </p:nvPr>
        </p:nvSpPr>
        <p:spPr>
          <a:xfrm>
            <a:off x="9827213" y="3716250"/>
            <a:ext cx="2160000" cy="432000"/>
          </a:xfrm>
          <a:prstGeom prst="rect">
            <a:avLst/>
          </a:prstGeom>
          <a:solidFill>
            <a:schemeClr val="dk2">
              <a:alpha val="8902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2" name="Google Shape;792;g12709bdffa8_0_3205"/>
          <p:cNvSpPr/>
          <p:nvPr>
            <p:ph idx="14" type="pic"/>
          </p:nvPr>
        </p:nvSpPr>
        <p:spPr>
          <a:xfrm>
            <a:off x="215900" y="4400250"/>
            <a:ext cx="216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793" name="Google Shape;793;g12709bdffa8_0_3205"/>
          <p:cNvSpPr txBox="1"/>
          <p:nvPr>
            <p:ph idx="15" type="body"/>
          </p:nvPr>
        </p:nvSpPr>
        <p:spPr>
          <a:xfrm>
            <a:off x="215900" y="6128250"/>
            <a:ext cx="2160000" cy="432000"/>
          </a:xfrm>
          <a:prstGeom prst="rect">
            <a:avLst/>
          </a:prstGeom>
          <a:solidFill>
            <a:schemeClr val="dk2">
              <a:alpha val="8902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4" name="Google Shape;794;g12709bdffa8_0_3205"/>
          <p:cNvSpPr/>
          <p:nvPr>
            <p:ph idx="16" type="pic"/>
          </p:nvPr>
        </p:nvSpPr>
        <p:spPr>
          <a:xfrm>
            <a:off x="2618728" y="4400250"/>
            <a:ext cx="216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795" name="Google Shape;795;g12709bdffa8_0_3205"/>
          <p:cNvSpPr txBox="1"/>
          <p:nvPr>
            <p:ph idx="17" type="body"/>
          </p:nvPr>
        </p:nvSpPr>
        <p:spPr>
          <a:xfrm>
            <a:off x="2618728" y="6128250"/>
            <a:ext cx="2160000" cy="432000"/>
          </a:xfrm>
          <a:prstGeom prst="rect">
            <a:avLst/>
          </a:prstGeom>
          <a:solidFill>
            <a:schemeClr val="dk2">
              <a:alpha val="8902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6" name="Google Shape;796;g12709bdffa8_0_3205"/>
          <p:cNvSpPr/>
          <p:nvPr>
            <p:ph idx="18" type="pic"/>
          </p:nvPr>
        </p:nvSpPr>
        <p:spPr>
          <a:xfrm>
            <a:off x="5021556" y="4400250"/>
            <a:ext cx="216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797" name="Google Shape;797;g12709bdffa8_0_3205"/>
          <p:cNvSpPr txBox="1"/>
          <p:nvPr>
            <p:ph idx="19" type="body"/>
          </p:nvPr>
        </p:nvSpPr>
        <p:spPr>
          <a:xfrm>
            <a:off x="5021556" y="6128250"/>
            <a:ext cx="2160000" cy="432000"/>
          </a:xfrm>
          <a:prstGeom prst="rect">
            <a:avLst/>
          </a:prstGeom>
          <a:solidFill>
            <a:schemeClr val="dk2">
              <a:alpha val="8902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8" name="Google Shape;798;g12709bdffa8_0_3205"/>
          <p:cNvSpPr/>
          <p:nvPr>
            <p:ph idx="20" type="pic"/>
          </p:nvPr>
        </p:nvSpPr>
        <p:spPr>
          <a:xfrm>
            <a:off x="7413272" y="4400250"/>
            <a:ext cx="216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799" name="Google Shape;799;g12709bdffa8_0_3205"/>
          <p:cNvSpPr txBox="1"/>
          <p:nvPr>
            <p:ph idx="21" type="body"/>
          </p:nvPr>
        </p:nvSpPr>
        <p:spPr>
          <a:xfrm>
            <a:off x="7413272" y="6128250"/>
            <a:ext cx="2160000" cy="432000"/>
          </a:xfrm>
          <a:prstGeom prst="rect">
            <a:avLst/>
          </a:prstGeom>
          <a:solidFill>
            <a:schemeClr val="dk2">
              <a:alpha val="8902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0" name="Google Shape;800;g12709bdffa8_0_3205"/>
          <p:cNvSpPr/>
          <p:nvPr>
            <p:ph idx="22" type="pic"/>
          </p:nvPr>
        </p:nvSpPr>
        <p:spPr>
          <a:xfrm>
            <a:off x="9827213" y="4400250"/>
            <a:ext cx="216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801" name="Google Shape;801;g12709bdffa8_0_3205"/>
          <p:cNvSpPr txBox="1"/>
          <p:nvPr>
            <p:ph idx="23" type="body"/>
          </p:nvPr>
        </p:nvSpPr>
        <p:spPr>
          <a:xfrm>
            <a:off x="9827213" y="6128250"/>
            <a:ext cx="2160000" cy="432000"/>
          </a:xfrm>
          <a:prstGeom prst="rect">
            <a:avLst/>
          </a:prstGeom>
          <a:solidFill>
            <a:schemeClr val="dk2">
              <a:alpha val="8902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2" name="Google Shape;802;g12709bdffa8_0_3205"/>
          <p:cNvSpPr txBox="1"/>
          <p:nvPr>
            <p:ph idx="24" type="body"/>
          </p:nvPr>
        </p:nvSpPr>
        <p:spPr>
          <a:xfrm>
            <a:off x="127907" y="1044934"/>
            <a:ext cx="11934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rgbClr val="3F3F3F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803" name="Google Shape;803;g12709bdffa8_0_32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40917" y="228127"/>
            <a:ext cx="466933" cy="6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 2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12709bdffa8_0_3229"/>
          <p:cNvSpPr txBox="1"/>
          <p:nvPr>
            <p:ph type="title"/>
          </p:nvPr>
        </p:nvSpPr>
        <p:spPr>
          <a:xfrm>
            <a:off x="119063" y="228602"/>
            <a:ext cx="1141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4B7D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6" name="Google Shape;806;g12709bdffa8_0_3229"/>
          <p:cNvSpPr/>
          <p:nvPr>
            <p:ph idx="2" type="pic"/>
          </p:nvPr>
        </p:nvSpPr>
        <p:spPr>
          <a:xfrm>
            <a:off x="615950" y="2485800"/>
            <a:ext cx="4968000" cy="3600000"/>
          </a:xfrm>
          <a:prstGeom prst="rect">
            <a:avLst/>
          </a:prstGeom>
          <a:noFill/>
          <a:ln>
            <a:noFill/>
          </a:ln>
        </p:spPr>
      </p:sp>
      <p:sp>
        <p:nvSpPr>
          <p:cNvPr id="807" name="Google Shape;807;g12709bdffa8_0_3229"/>
          <p:cNvSpPr txBox="1"/>
          <p:nvPr>
            <p:ph idx="1" type="body"/>
          </p:nvPr>
        </p:nvSpPr>
        <p:spPr>
          <a:xfrm>
            <a:off x="615950" y="5761800"/>
            <a:ext cx="4968000" cy="324000"/>
          </a:xfrm>
          <a:prstGeom prst="rect">
            <a:avLst/>
          </a:prstGeom>
          <a:solidFill>
            <a:schemeClr val="dk2">
              <a:alpha val="8863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8" name="Google Shape;808;g12709bdffa8_0_3229"/>
          <p:cNvSpPr/>
          <p:nvPr>
            <p:ph idx="3" type="pic"/>
          </p:nvPr>
        </p:nvSpPr>
        <p:spPr>
          <a:xfrm>
            <a:off x="6520050" y="2485800"/>
            <a:ext cx="4968000" cy="3600000"/>
          </a:xfrm>
          <a:prstGeom prst="rect">
            <a:avLst/>
          </a:prstGeom>
          <a:noFill/>
          <a:ln>
            <a:noFill/>
          </a:ln>
        </p:spPr>
      </p:sp>
      <p:sp>
        <p:nvSpPr>
          <p:cNvPr id="809" name="Google Shape;809;g12709bdffa8_0_3229"/>
          <p:cNvSpPr txBox="1"/>
          <p:nvPr>
            <p:ph idx="4" type="body"/>
          </p:nvPr>
        </p:nvSpPr>
        <p:spPr>
          <a:xfrm>
            <a:off x="6520050" y="5761800"/>
            <a:ext cx="4968000" cy="324000"/>
          </a:xfrm>
          <a:prstGeom prst="rect">
            <a:avLst/>
          </a:prstGeom>
          <a:solidFill>
            <a:schemeClr val="dk2">
              <a:alpha val="8863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0" name="Google Shape;810;g12709bdffa8_0_3229"/>
          <p:cNvSpPr txBox="1"/>
          <p:nvPr>
            <p:ph idx="5" type="body"/>
          </p:nvPr>
        </p:nvSpPr>
        <p:spPr>
          <a:xfrm>
            <a:off x="127907" y="1044934"/>
            <a:ext cx="11934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rgbClr val="3F3F3F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811" name="Google Shape;811;g12709bdffa8_0_32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40917" y="228127"/>
            <a:ext cx="466933" cy="6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 2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12709bdffa8_0_3237"/>
          <p:cNvSpPr txBox="1"/>
          <p:nvPr>
            <p:ph type="title"/>
          </p:nvPr>
        </p:nvSpPr>
        <p:spPr>
          <a:xfrm>
            <a:off x="119063" y="228602"/>
            <a:ext cx="1141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4B7D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4" name="Google Shape;814;g12709bdffa8_0_3237"/>
          <p:cNvSpPr/>
          <p:nvPr>
            <p:ph idx="2" type="pic"/>
          </p:nvPr>
        </p:nvSpPr>
        <p:spPr>
          <a:xfrm>
            <a:off x="1511300" y="1969200"/>
            <a:ext cx="432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815" name="Google Shape;815;g12709bdffa8_0_3237"/>
          <p:cNvSpPr txBox="1"/>
          <p:nvPr>
            <p:ph idx="1" type="body"/>
          </p:nvPr>
        </p:nvSpPr>
        <p:spPr>
          <a:xfrm>
            <a:off x="1511300" y="3805200"/>
            <a:ext cx="4320000" cy="324000"/>
          </a:xfrm>
          <a:prstGeom prst="rect">
            <a:avLst/>
          </a:prstGeom>
          <a:solidFill>
            <a:schemeClr val="dk2">
              <a:alpha val="8863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6" name="Google Shape;816;g12709bdffa8_0_3237"/>
          <p:cNvSpPr/>
          <p:nvPr>
            <p:ph idx="3" type="pic"/>
          </p:nvPr>
        </p:nvSpPr>
        <p:spPr>
          <a:xfrm>
            <a:off x="6335400" y="1969200"/>
            <a:ext cx="432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817" name="Google Shape;817;g12709bdffa8_0_3237"/>
          <p:cNvSpPr txBox="1"/>
          <p:nvPr>
            <p:ph idx="4" type="body"/>
          </p:nvPr>
        </p:nvSpPr>
        <p:spPr>
          <a:xfrm>
            <a:off x="6335400" y="3805200"/>
            <a:ext cx="4320000" cy="324000"/>
          </a:xfrm>
          <a:prstGeom prst="rect">
            <a:avLst/>
          </a:prstGeom>
          <a:solidFill>
            <a:schemeClr val="dk2">
              <a:alpha val="8863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8" name="Google Shape;818;g12709bdffa8_0_3237"/>
          <p:cNvSpPr/>
          <p:nvPr>
            <p:ph idx="5" type="pic"/>
          </p:nvPr>
        </p:nvSpPr>
        <p:spPr>
          <a:xfrm>
            <a:off x="1511300" y="4381200"/>
            <a:ext cx="432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819" name="Google Shape;819;g12709bdffa8_0_3237"/>
          <p:cNvSpPr txBox="1"/>
          <p:nvPr>
            <p:ph idx="6" type="body"/>
          </p:nvPr>
        </p:nvSpPr>
        <p:spPr>
          <a:xfrm>
            <a:off x="1511300" y="6217200"/>
            <a:ext cx="4320000" cy="324000"/>
          </a:xfrm>
          <a:prstGeom prst="rect">
            <a:avLst/>
          </a:prstGeom>
          <a:solidFill>
            <a:schemeClr val="dk2">
              <a:alpha val="8863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0" name="Google Shape;820;g12709bdffa8_0_3237"/>
          <p:cNvSpPr/>
          <p:nvPr>
            <p:ph idx="7" type="pic"/>
          </p:nvPr>
        </p:nvSpPr>
        <p:spPr>
          <a:xfrm>
            <a:off x="6335400" y="4381200"/>
            <a:ext cx="432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821" name="Google Shape;821;g12709bdffa8_0_3237"/>
          <p:cNvSpPr txBox="1"/>
          <p:nvPr>
            <p:ph idx="8" type="body"/>
          </p:nvPr>
        </p:nvSpPr>
        <p:spPr>
          <a:xfrm>
            <a:off x="6335400" y="6217200"/>
            <a:ext cx="4320000" cy="324000"/>
          </a:xfrm>
          <a:prstGeom prst="rect">
            <a:avLst/>
          </a:prstGeom>
          <a:solidFill>
            <a:schemeClr val="dk2">
              <a:alpha val="8863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2" name="Google Shape;822;g12709bdffa8_0_3237"/>
          <p:cNvSpPr txBox="1"/>
          <p:nvPr>
            <p:ph idx="9" type="body"/>
          </p:nvPr>
        </p:nvSpPr>
        <p:spPr>
          <a:xfrm>
            <a:off x="127907" y="1044934"/>
            <a:ext cx="11934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rgbClr val="3F3F3F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823" name="Google Shape;823;g12709bdffa8_0_32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40917" y="228127"/>
            <a:ext cx="466933" cy="6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 2"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12709bdffa8_0_3249"/>
          <p:cNvSpPr txBox="1"/>
          <p:nvPr>
            <p:ph type="title"/>
          </p:nvPr>
        </p:nvSpPr>
        <p:spPr>
          <a:xfrm>
            <a:off x="119063" y="228602"/>
            <a:ext cx="1141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4B7D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6" name="Google Shape;826;g12709bdffa8_0_3249"/>
          <p:cNvSpPr/>
          <p:nvPr>
            <p:ph idx="2" type="pic"/>
          </p:nvPr>
        </p:nvSpPr>
        <p:spPr>
          <a:xfrm>
            <a:off x="577850" y="1873950"/>
            <a:ext cx="342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827" name="Google Shape;827;g12709bdffa8_0_3249"/>
          <p:cNvSpPr txBox="1"/>
          <p:nvPr>
            <p:ph idx="1" type="body"/>
          </p:nvPr>
        </p:nvSpPr>
        <p:spPr>
          <a:xfrm>
            <a:off x="577850" y="3709950"/>
            <a:ext cx="3420000" cy="324000"/>
          </a:xfrm>
          <a:prstGeom prst="rect">
            <a:avLst/>
          </a:prstGeom>
          <a:solidFill>
            <a:schemeClr val="dk2">
              <a:alpha val="8863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8" name="Google Shape;828;g12709bdffa8_0_3249"/>
          <p:cNvSpPr/>
          <p:nvPr>
            <p:ph idx="3" type="pic"/>
          </p:nvPr>
        </p:nvSpPr>
        <p:spPr>
          <a:xfrm>
            <a:off x="4357950" y="1873950"/>
            <a:ext cx="342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829" name="Google Shape;829;g12709bdffa8_0_3249"/>
          <p:cNvSpPr txBox="1"/>
          <p:nvPr>
            <p:ph idx="4" type="body"/>
          </p:nvPr>
        </p:nvSpPr>
        <p:spPr>
          <a:xfrm>
            <a:off x="4357950" y="3709950"/>
            <a:ext cx="3420000" cy="324000"/>
          </a:xfrm>
          <a:prstGeom prst="rect">
            <a:avLst/>
          </a:prstGeom>
          <a:solidFill>
            <a:schemeClr val="dk2">
              <a:alpha val="8863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0" name="Google Shape;830;g12709bdffa8_0_3249"/>
          <p:cNvSpPr/>
          <p:nvPr>
            <p:ph idx="5" type="pic"/>
          </p:nvPr>
        </p:nvSpPr>
        <p:spPr>
          <a:xfrm>
            <a:off x="8138050" y="1860900"/>
            <a:ext cx="342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831" name="Google Shape;831;g12709bdffa8_0_3249"/>
          <p:cNvSpPr txBox="1"/>
          <p:nvPr>
            <p:ph idx="6" type="body"/>
          </p:nvPr>
        </p:nvSpPr>
        <p:spPr>
          <a:xfrm>
            <a:off x="8138050" y="3696900"/>
            <a:ext cx="3420000" cy="324000"/>
          </a:xfrm>
          <a:prstGeom prst="rect">
            <a:avLst/>
          </a:prstGeom>
          <a:solidFill>
            <a:schemeClr val="dk2">
              <a:alpha val="8863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2" name="Google Shape;832;g12709bdffa8_0_3249"/>
          <p:cNvSpPr/>
          <p:nvPr>
            <p:ph idx="7" type="pic"/>
          </p:nvPr>
        </p:nvSpPr>
        <p:spPr>
          <a:xfrm>
            <a:off x="577850" y="4285950"/>
            <a:ext cx="342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833" name="Google Shape;833;g12709bdffa8_0_3249"/>
          <p:cNvSpPr txBox="1"/>
          <p:nvPr>
            <p:ph idx="8" type="body"/>
          </p:nvPr>
        </p:nvSpPr>
        <p:spPr>
          <a:xfrm>
            <a:off x="577850" y="6121950"/>
            <a:ext cx="3420000" cy="324000"/>
          </a:xfrm>
          <a:prstGeom prst="rect">
            <a:avLst/>
          </a:prstGeom>
          <a:solidFill>
            <a:schemeClr val="dk2">
              <a:alpha val="8863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4" name="Google Shape;834;g12709bdffa8_0_3249"/>
          <p:cNvSpPr/>
          <p:nvPr>
            <p:ph idx="9" type="pic"/>
          </p:nvPr>
        </p:nvSpPr>
        <p:spPr>
          <a:xfrm>
            <a:off x="4357950" y="4285950"/>
            <a:ext cx="342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835" name="Google Shape;835;g12709bdffa8_0_3249"/>
          <p:cNvSpPr txBox="1"/>
          <p:nvPr>
            <p:ph idx="13" type="body"/>
          </p:nvPr>
        </p:nvSpPr>
        <p:spPr>
          <a:xfrm>
            <a:off x="4357950" y="6121950"/>
            <a:ext cx="3420000" cy="324000"/>
          </a:xfrm>
          <a:prstGeom prst="rect">
            <a:avLst/>
          </a:prstGeom>
          <a:solidFill>
            <a:schemeClr val="dk2">
              <a:alpha val="8863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6" name="Google Shape;836;g12709bdffa8_0_3249"/>
          <p:cNvSpPr/>
          <p:nvPr>
            <p:ph idx="14" type="pic"/>
          </p:nvPr>
        </p:nvSpPr>
        <p:spPr>
          <a:xfrm>
            <a:off x="8138050" y="4285950"/>
            <a:ext cx="342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837" name="Google Shape;837;g12709bdffa8_0_3249"/>
          <p:cNvSpPr txBox="1"/>
          <p:nvPr>
            <p:ph idx="15" type="body"/>
          </p:nvPr>
        </p:nvSpPr>
        <p:spPr>
          <a:xfrm>
            <a:off x="8138050" y="6121950"/>
            <a:ext cx="3420000" cy="324000"/>
          </a:xfrm>
          <a:prstGeom prst="rect">
            <a:avLst/>
          </a:prstGeom>
          <a:solidFill>
            <a:schemeClr val="dk2">
              <a:alpha val="8863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8" name="Google Shape;838;g12709bdffa8_0_3249"/>
          <p:cNvSpPr txBox="1"/>
          <p:nvPr>
            <p:ph idx="16" type="body"/>
          </p:nvPr>
        </p:nvSpPr>
        <p:spPr>
          <a:xfrm>
            <a:off x="127907" y="1044934"/>
            <a:ext cx="11934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rgbClr val="3F3F3F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839" name="Google Shape;839;g12709bdffa8_0_32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40917" y="228127"/>
            <a:ext cx="466933" cy="6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ustom Layout">
  <p:cSld name="14_Custom Layout 2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12709bdffa8_0_3265"/>
          <p:cNvSpPr txBox="1"/>
          <p:nvPr>
            <p:ph type="title"/>
          </p:nvPr>
        </p:nvSpPr>
        <p:spPr>
          <a:xfrm>
            <a:off x="119063" y="228602"/>
            <a:ext cx="1141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4B7D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2" name="Google Shape;842;g12709bdffa8_0_3265"/>
          <p:cNvSpPr/>
          <p:nvPr>
            <p:ph idx="2" type="pic"/>
          </p:nvPr>
        </p:nvSpPr>
        <p:spPr>
          <a:xfrm>
            <a:off x="203200" y="1988250"/>
            <a:ext cx="270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843" name="Google Shape;843;g12709bdffa8_0_3265"/>
          <p:cNvSpPr txBox="1"/>
          <p:nvPr>
            <p:ph idx="1" type="body"/>
          </p:nvPr>
        </p:nvSpPr>
        <p:spPr>
          <a:xfrm>
            <a:off x="203200" y="3824250"/>
            <a:ext cx="2700000" cy="324000"/>
          </a:xfrm>
          <a:prstGeom prst="rect">
            <a:avLst/>
          </a:prstGeom>
          <a:solidFill>
            <a:schemeClr val="dk2">
              <a:alpha val="8863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4" name="Google Shape;844;g12709bdffa8_0_3265"/>
          <p:cNvSpPr/>
          <p:nvPr>
            <p:ph idx="3" type="pic"/>
          </p:nvPr>
        </p:nvSpPr>
        <p:spPr>
          <a:xfrm>
            <a:off x="3226971" y="1988250"/>
            <a:ext cx="270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845" name="Google Shape;845;g12709bdffa8_0_3265"/>
          <p:cNvSpPr txBox="1"/>
          <p:nvPr>
            <p:ph idx="4" type="body"/>
          </p:nvPr>
        </p:nvSpPr>
        <p:spPr>
          <a:xfrm>
            <a:off x="3226971" y="3824250"/>
            <a:ext cx="2700000" cy="324000"/>
          </a:xfrm>
          <a:prstGeom prst="rect">
            <a:avLst/>
          </a:prstGeom>
          <a:solidFill>
            <a:schemeClr val="dk2">
              <a:alpha val="8863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6" name="Google Shape;846;g12709bdffa8_0_3265"/>
          <p:cNvSpPr/>
          <p:nvPr>
            <p:ph idx="5" type="pic"/>
          </p:nvPr>
        </p:nvSpPr>
        <p:spPr>
          <a:xfrm>
            <a:off x="9274513" y="1988250"/>
            <a:ext cx="270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847" name="Google Shape;847;g12709bdffa8_0_3265"/>
          <p:cNvSpPr txBox="1"/>
          <p:nvPr>
            <p:ph idx="6" type="body"/>
          </p:nvPr>
        </p:nvSpPr>
        <p:spPr>
          <a:xfrm>
            <a:off x="9274513" y="3824250"/>
            <a:ext cx="2700000" cy="324000"/>
          </a:xfrm>
          <a:prstGeom prst="rect">
            <a:avLst/>
          </a:prstGeom>
          <a:solidFill>
            <a:schemeClr val="dk2">
              <a:alpha val="8863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8" name="Google Shape;848;g12709bdffa8_0_3265"/>
          <p:cNvSpPr/>
          <p:nvPr>
            <p:ph idx="7" type="pic"/>
          </p:nvPr>
        </p:nvSpPr>
        <p:spPr>
          <a:xfrm>
            <a:off x="203200" y="4400250"/>
            <a:ext cx="270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849" name="Google Shape;849;g12709bdffa8_0_3265"/>
          <p:cNvSpPr txBox="1"/>
          <p:nvPr>
            <p:ph idx="8" type="body"/>
          </p:nvPr>
        </p:nvSpPr>
        <p:spPr>
          <a:xfrm>
            <a:off x="203200" y="6236250"/>
            <a:ext cx="2700000" cy="324000"/>
          </a:xfrm>
          <a:prstGeom prst="rect">
            <a:avLst/>
          </a:prstGeom>
          <a:solidFill>
            <a:schemeClr val="dk2">
              <a:alpha val="8863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0" name="Google Shape;850;g12709bdffa8_0_3265"/>
          <p:cNvSpPr/>
          <p:nvPr>
            <p:ph idx="9" type="pic"/>
          </p:nvPr>
        </p:nvSpPr>
        <p:spPr>
          <a:xfrm>
            <a:off x="3226971" y="4400250"/>
            <a:ext cx="270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851" name="Google Shape;851;g12709bdffa8_0_3265"/>
          <p:cNvSpPr txBox="1"/>
          <p:nvPr>
            <p:ph idx="13" type="body"/>
          </p:nvPr>
        </p:nvSpPr>
        <p:spPr>
          <a:xfrm>
            <a:off x="3226971" y="6236250"/>
            <a:ext cx="2700000" cy="324000"/>
          </a:xfrm>
          <a:prstGeom prst="rect">
            <a:avLst/>
          </a:prstGeom>
          <a:solidFill>
            <a:schemeClr val="dk2">
              <a:alpha val="8863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2" name="Google Shape;852;g12709bdffa8_0_3265"/>
          <p:cNvSpPr/>
          <p:nvPr>
            <p:ph idx="14" type="pic"/>
          </p:nvPr>
        </p:nvSpPr>
        <p:spPr>
          <a:xfrm>
            <a:off x="6279317" y="4400250"/>
            <a:ext cx="270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853" name="Google Shape;853;g12709bdffa8_0_3265"/>
          <p:cNvSpPr txBox="1"/>
          <p:nvPr>
            <p:ph idx="15" type="body"/>
          </p:nvPr>
        </p:nvSpPr>
        <p:spPr>
          <a:xfrm>
            <a:off x="6279317" y="6236250"/>
            <a:ext cx="2700000" cy="324000"/>
          </a:xfrm>
          <a:prstGeom prst="rect">
            <a:avLst/>
          </a:prstGeom>
          <a:solidFill>
            <a:schemeClr val="dk2">
              <a:alpha val="8863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4" name="Google Shape;854;g12709bdffa8_0_3265"/>
          <p:cNvSpPr/>
          <p:nvPr>
            <p:ph idx="16" type="pic"/>
          </p:nvPr>
        </p:nvSpPr>
        <p:spPr>
          <a:xfrm>
            <a:off x="9263400" y="4400250"/>
            <a:ext cx="270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g12709bdffa8_0_3265"/>
          <p:cNvSpPr txBox="1"/>
          <p:nvPr>
            <p:ph idx="17" type="body"/>
          </p:nvPr>
        </p:nvSpPr>
        <p:spPr>
          <a:xfrm>
            <a:off x="9263400" y="6236250"/>
            <a:ext cx="2700000" cy="324000"/>
          </a:xfrm>
          <a:prstGeom prst="rect">
            <a:avLst/>
          </a:prstGeom>
          <a:solidFill>
            <a:schemeClr val="dk2">
              <a:alpha val="8863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6" name="Google Shape;856;g12709bdffa8_0_3265"/>
          <p:cNvSpPr/>
          <p:nvPr>
            <p:ph idx="18" type="pic"/>
          </p:nvPr>
        </p:nvSpPr>
        <p:spPr>
          <a:xfrm>
            <a:off x="6250742" y="1988250"/>
            <a:ext cx="270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857" name="Google Shape;857;g12709bdffa8_0_3265"/>
          <p:cNvSpPr txBox="1"/>
          <p:nvPr>
            <p:ph idx="19" type="body"/>
          </p:nvPr>
        </p:nvSpPr>
        <p:spPr>
          <a:xfrm>
            <a:off x="6250742" y="3824250"/>
            <a:ext cx="2700000" cy="324000"/>
          </a:xfrm>
          <a:prstGeom prst="rect">
            <a:avLst/>
          </a:prstGeom>
          <a:solidFill>
            <a:schemeClr val="dk2">
              <a:alpha val="8863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8" name="Google Shape;858;g12709bdffa8_0_3265"/>
          <p:cNvSpPr txBox="1"/>
          <p:nvPr>
            <p:ph idx="20" type="body"/>
          </p:nvPr>
        </p:nvSpPr>
        <p:spPr>
          <a:xfrm>
            <a:off x="127907" y="1044934"/>
            <a:ext cx="11934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rgbClr val="3F3F3F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859" name="Google Shape;859;g12709bdffa8_0_32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40917" y="228127"/>
            <a:ext cx="466933" cy="6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ustom Layout">
  <p:cSld name="15_Custom Layout 2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12709bdffa8_0_3285"/>
          <p:cNvSpPr txBox="1"/>
          <p:nvPr>
            <p:ph type="title"/>
          </p:nvPr>
        </p:nvSpPr>
        <p:spPr>
          <a:xfrm>
            <a:off x="119063" y="228602"/>
            <a:ext cx="1141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4B7D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2" name="Google Shape;862;g12709bdffa8_0_3285"/>
          <p:cNvSpPr/>
          <p:nvPr>
            <p:ph idx="2" type="pic"/>
          </p:nvPr>
        </p:nvSpPr>
        <p:spPr>
          <a:xfrm>
            <a:off x="215900" y="1988250"/>
            <a:ext cx="216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g12709bdffa8_0_3285"/>
          <p:cNvSpPr txBox="1"/>
          <p:nvPr>
            <p:ph idx="1" type="body"/>
          </p:nvPr>
        </p:nvSpPr>
        <p:spPr>
          <a:xfrm>
            <a:off x="215900" y="3716250"/>
            <a:ext cx="2160000" cy="432000"/>
          </a:xfrm>
          <a:prstGeom prst="rect">
            <a:avLst/>
          </a:prstGeom>
          <a:solidFill>
            <a:schemeClr val="dk2">
              <a:alpha val="8863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4" name="Google Shape;864;g12709bdffa8_0_3285"/>
          <p:cNvSpPr/>
          <p:nvPr>
            <p:ph idx="3" type="pic"/>
          </p:nvPr>
        </p:nvSpPr>
        <p:spPr>
          <a:xfrm>
            <a:off x="2618728" y="1988250"/>
            <a:ext cx="216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865" name="Google Shape;865;g12709bdffa8_0_3285"/>
          <p:cNvSpPr txBox="1"/>
          <p:nvPr>
            <p:ph idx="4" type="body"/>
          </p:nvPr>
        </p:nvSpPr>
        <p:spPr>
          <a:xfrm>
            <a:off x="2618728" y="3716250"/>
            <a:ext cx="2160000" cy="432000"/>
          </a:xfrm>
          <a:prstGeom prst="rect">
            <a:avLst/>
          </a:prstGeom>
          <a:solidFill>
            <a:schemeClr val="dk2">
              <a:alpha val="8863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6" name="Google Shape;866;g12709bdffa8_0_3285"/>
          <p:cNvSpPr/>
          <p:nvPr>
            <p:ph idx="5" type="pic"/>
          </p:nvPr>
        </p:nvSpPr>
        <p:spPr>
          <a:xfrm>
            <a:off x="7413272" y="1988250"/>
            <a:ext cx="216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867" name="Google Shape;867;g12709bdffa8_0_3285"/>
          <p:cNvSpPr txBox="1"/>
          <p:nvPr>
            <p:ph idx="6" type="body"/>
          </p:nvPr>
        </p:nvSpPr>
        <p:spPr>
          <a:xfrm>
            <a:off x="7413272" y="3716250"/>
            <a:ext cx="2160000" cy="432000"/>
          </a:xfrm>
          <a:prstGeom prst="rect">
            <a:avLst/>
          </a:prstGeom>
          <a:solidFill>
            <a:schemeClr val="dk2">
              <a:alpha val="8863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8" name="Google Shape;868;g12709bdffa8_0_3285"/>
          <p:cNvSpPr/>
          <p:nvPr>
            <p:ph idx="7" type="pic"/>
          </p:nvPr>
        </p:nvSpPr>
        <p:spPr>
          <a:xfrm>
            <a:off x="5021556" y="1988250"/>
            <a:ext cx="216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869" name="Google Shape;869;g12709bdffa8_0_3285"/>
          <p:cNvSpPr txBox="1"/>
          <p:nvPr>
            <p:ph idx="8" type="body"/>
          </p:nvPr>
        </p:nvSpPr>
        <p:spPr>
          <a:xfrm>
            <a:off x="5021556" y="3716250"/>
            <a:ext cx="2160000" cy="432000"/>
          </a:xfrm>
          <a:prstGeom prst="rect">
            <a:avLst/>
          </a:prstGeom>
          <a:solidFill>
            <a:schemeClr val="dk2">
              <a:alpha val="8863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0" name="Google Shape;870;g12709bdffa8_0_3285"/>
          <p:cNvSpPr/>
          <p:nvPr>
            <p:ph idx="9" type="pic"/>
          </p:nvPr>
        </p:nvSpPr>
        <p:spPr>
          <a:xfrm>
            <a:off x="9827213" y="1988250"/>
            <a:ext cx="216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871" name="Google Shape;871;g12709bdffa8_0_3285"/>
          <p:cNvSpPr txBox="1"/>
          <p:nvPr>
            <p:ph idx="13" type="body"/>
          </p:nvPr>
        </p:nvSpPr>
        <p:spPr>
          <a:xfrm>
            <a:off x="9827213" y="3716250"/>
            <a:ext cx="2160000" cy="432000"/>
          </a:xfrm>
          <a:prstGeom prst="rect">
            <a:avLst/>
          </a:prstGeom>
          <a:solidFill>
            <a:schemeClr val="dk2">
              <a:alpha val="8863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2" name="Google Shape;872;g12709bdffa8_0_3285"/>
          <p:cNvSpPr/>
          <p:nvPr>
            <p:ph idx="14" type="pic"/>
          </p:nvPr>
        </p:nvSpPr>
        <p:spPr>
          <a:xfrm>
            <a:off x="215900" y="4400250"/>
            <a:ext cx="216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873" name="Google Shape;873;g12709bdffa8_0_3285"/>
          <p:cNvSpPr txBox="1"/>
          <p:nvPr>
            <p:ph idx="15" type="body"/>
          </p:nvPr>
        </p:nvSpPr>
        <p:spPr>
          <a:xfrm>
            <a:off x="215900" y="6128250"/>
            <a:ext cx="2160000" cy="432000"/>
          </a:xfrm>
          <a:prstGeom prst="rect">
            <a:avLst/>
          </a:prstGeom>
          <a:solidFill>
            <a:schemeClr val="dk2">
              <a:alpha val="8863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4" name="Google Shape;874;g12709bdffa8_0_3285"/>
          <p:cNvSpPr/>
          <p:nvPr>
            <p:ph idx="16" type="pic"/>
          </p:nvPr>
        </p:nvSpPr>
        <p:spPr>
          <a:xfrm>
            <a:off x="2618728" y="4400250"/>
            <a:ext cx="216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g12709bdffa8_0_3285"/>
          <p:cNvSpPr txBox="1"/>
          <p:nvPr>
            <p:ph idx="17" type="body"/>
          </p:nvPr>
        </p:nvSpPr>
        <p:spPr>
          <a:xfrm>
            <a:off x="2618728" y="6128250"/>
            <a:ext cx="2160000" cy="432000"/>
          </a:xfrm>
          <a:prstGeom prst="rect">
            <a:avLst/>
          </a:prstGeom>
          <a:solidFill>
            <a:schemeClr val="dk2">
              <a:alpha val="8863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6" name="Google Shape;876;g12709bdffa8_0_3285"/>
          <p:cNvSpPr/>
          <p:nvPr>
            <p:ph idx="18" type="pic"/>
          </p:nvPr>
        </p:nvSpPr>
        <p:spPr>
          <a:xfrm>
            <a:off x="5021556" y="4400250"/>
            <a:ext cx="216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g12709bdffa8_0_3285"/>
          <p:cNvSpPr txBox="1"/>
          <p:nvPr>
            <p:ph idx="19" type="body"/>
          </p:nvPr>
        </p:nvSpPr>
        <p:spPr>
          <a:xfrm>
            <a:off x="5021556" y="6128250"/>
            <a:ext cx="2160000" cy="432000"/>
          </a:xfrm>
          <a:prstGeom prst="rect">
            <a:avLst/>
          </a:prstGeom>
          <a:solidFill>
            <a:schemeClr val="dk2">
              <a:alpha val="8863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8" name="Google Shape;878;g12709bdffa8_0_3285"/>
          <p:cNvSpPr/>
          <p:nvPr>
            <p:ph idx="20" type="pic"/>
          </p:nvPr>
        </p:nvSpPr>
        <p:spPr>
          <a:xfrm>
            <a:off x="7413272" y="4400250"/>
            <a:ext cx="216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g12709bdffa8_0_3285"/>
          <p:cNvSpPr txBox="1"/>
          <p:nvPr>
            <p:ph idx="21" type="body"/>
          </p:nvPr>
        </p:nvSpPr>
        <p:spPr>
          <a:xfrm>
            <a:off x="7413272" y="6128250"/>
            <a:ext cx="2160000" cy="432000"/>
          </a:xfrm>
          <a:prstGeom prst="rect">
            <a:avLst/>
          </a:prstGeom>
          <a:solidFill>
            <a:schemeClr val="dk2">
              <a:alpha val="8863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0" name="Google Shape;880;g12709bdffa8_0_3285"/>
          <p:cNvSpPr/>
          <p:nvPr>
            <p:ph idx="22" type="pic"/>
          </p:nvPr>
        </p:nvSpPr>
        <p:spPr>
          <a:xfrm>
            <a:off x="9827213" y="4400250"/>
            <a:ext cx="216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881" name="Google Shape;881;g12709bdffa8_0_3285"/>
          <p:cNvSpPr txBox="1"/>
          <p:nvPr>
            <p:ph idx="23" type="body"/>
          </p:nvPr>
        </p:nvSpPr>
        <p:spPr>
          <a:xfrm>
            <a:off x="9827213" y="6128250"/>
            <a:ext cx="2160000" cy="432000"/>
          </a:xfrm>
          <a:prstGeom prst="rect">
            <a:avLst/>
          </a:prstGeom>
          <a:solidFill>
            <a:schemeClr val="dk2">
              <a:alpha val="88630"/>
            </a:schemeClr>
          </a:solidFill>
          <a:ln>
            <a:noFill/>
          </a:ln>
        </p:spPr>
        <p:txBody>
          <a:bodyPr anchorCtr="0" anchor="ctr" bIns="36000" lIns="72000" spcFirstLastPara="1" rIns="36000" wrap="square" tIns="360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2" name="Google Shape;882;g12709bdffa8_0_3285"/>
          <p:cNvSpPr txBox="1"/>
          <p:nvPr>
            <p:ph idx="24" type="body"/>
          </p:nvPr>
        </p:nvSpPr>
        <p:spPr>
          <a:xfrm>
            <a:off x="127907" y="1044934"/>
            <a:ext cx="11934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rgbClr val="3F3F3F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883" name="Google Shape;883;g12709bdffa8_0_32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40917" y="228127"/>
            <a:ext cx="466933" cy="6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ing--personal--eng">
  <p:cSld name="ending--personal--eng">
    <p:bg>
      <p:bgPr>
        <a:solidFill>
          <a:srgbClr val="1E4B7E"/>
        </a:solidFill>
      </p:bgPr>
    </p:bg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12709bdffa8_0_3309"/>
          <p:cNvSpPr txBox="1"/>
          <p:nvPr/>
        </p:nvSpPr>
        <p:spPr>
          <a:xfrm>
            <a:off x="153248" y="2976245"/>
            <a:ext cx="35589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Contact: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g12709bdffa8_0_3309"/>
          <p:cNvSpPr txBox="1"/>
          <p:nvPr>
            <p:ph idx="1" type="body"/>
          </p:nvPr>
        </p:nvSpPr>
        <p:spPr>
          <a:xfrm>
            <a:off x="155786" y="2241550"/>
            <a:ext cx="75078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solidFill>
                  <a:schemeClr val="dk2"/>
                </a:solidFill>
                <a:latin typeface="Rokkitt"/>
                <a:ea typeface="Rokkitt"/>
                <a:cs typeface="Rokkitt"/>
                <a:sym typeface="Rokkitt"/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887" name="Google Shape;887;g12709bdffa8_0_3309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3007268" y="-1"/>
            <a:ext cx="9184731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8" name="Google Shape;888;g12709bdffa8_0_3309"/>
          <p:cNvGrpSpPr/>
          <p:nvPr/>
        </p:nvGrpSpPr>
        <p:grpSpPr>
          <a:xfrm>
            <a:off x="300945" y="308243"/>
            <a:ext cx="2012792" cy="571765"/>
            <a:chOff x="338666" y="4303183"/>
            <a:chExt cx="7340599" cy="2085212"/>
          </a:xfrm>
        </p:grpSpPr>
        <p:sp>
          <p:nvSpPr>
            <p:cNvPr id="889" name="Google Shape;889;g12709bdffa8_0_3309"/>
            <p:cNvSpPr/>
            <p:nvPr/>
          </p:nvSpPr>
          <p:spPr>
            <a:xfrm>
              <a:off x="338666" y="4817769"/>
              <a:ext cx="931067" cy="1085156"/>
            </a:xfrm>
            <a:custGeom>
              <a:rect b="b" l="l" r="r" t="t"/>
              <a:pathLst>
                <a:path extrusionOk="0" h="1085156" w="931067">
                  <a:moveTo>
                    <a:pt x="266668" y="724502"/>
                  </a:moveTo>
                  <a:lnTo>
                    <a:pt x="0" y="724502"/>
                  </a:lnTo>
                  <a:cubicBezTo>
                    <a:pt x="0" y="847803"/>
                    <a:pt x="39462" y="937691"/>
                    <a:pt x="117749" y="995117"/>
                  </a:cubicBezTo>
                  <a:cubicBezTo>
                    <a:pt x="188382" y="1054534"/>
                    <a:pt x="298318" y="1085157"/>
                    <a:pt x="451383" y="1085157"/>
                  </a:cubicBezTo>
                  <a:cubicBezTo>
                    <a:pt x="735511" y="1085157"/>
                    <a:pt x="931068" y="993278"/>
                    <a:pt x="931068" y="736551"/>
                  </a:cubicBezTo>
                  <a:cubicBezTo>
                    <a:pt x="931068" y="663885"/>
                    <a:pt x="908108" y="599124"/>
                    <a:pt x="860036" y="546727"/>
                  </a:cubicBezTo>
                  <a:cubicBezTo>
                    <a:pt x="804550" y="492016"/>
                    <a:pt x="691505" y="445600"/>
                    <a:pt x="507268" y="409227"/>
                  </a:cubicBezTo>
                  <a:cubicBezTo>
                    <a:pt x="364487" y="382909"/>
                    <a:pt x="294252" y="340558"/>
                    <a:pt x="294252" y="285925"/>
                  </a:cubicBezTo>
                  <a:cubicBezTo>
                    <a:pt x="294252" y="231452"/>
                    <a:pt x="348064" y="203059"/>
                    <a:pt x="455529" y="203059"/>
                  </a:cubicBezTo>
                  <a:cubicBezTo>
                    <a:pt x="546571" y="203059"/>
                    <a:pt x="602376" y="229378"/>
                    <a:pt x="621111" y="275875"/>
                  </a:cubicBezTo>
                  <a:cubicBezTo>
                    <a:pt x="637534" y="318386"/>
                    <a:pt x="678032" y="340558"/>
                    <a:pt x="737424" y="342631"/>
                  </a:cubicBezTo>
                  <a:lnTo>
                    <a:pt x="898542" y="342631"/>
                  </a:lnTo>
                  <a:cubicBezTo>
                    <a:pt x="892802" y="231452"/>
                    <a:pt x="852463" y="146910"/>
                    <a:pt x="777764" y="86934"/>
                  </a:cubicBezTo>
                  <a:cubicBezTo>
                    <a:pt x="701151" y="28951"/>
                    <a:pt x="592251" y="0"/>
                    <a:pt x="451543" y="0"/>
                  </a:cubicBezTo>
                  <a:cubicBezTo>
                    <a:pt x="206080" y="3908"/>
                    <a:pt x="29577" y="108388"/>
                    <a:pt x="29577" y="334417"/>
                  </a:cubicBezTo>
                  <a:cubicBezTo>
                    <a:pt x="31649" y="502141"/>
                    <a:pt x="149159" y="607421"/>
                    <a:pt x="383141" y="649693"/>
                  </a:cubicBezTo>
                  <a:cubicBezTo>
                    <a:pt x="571284" y="682230"/>
                    <a:pt x="666472" y="726578"/>
                    <a:pt x="666472" y="781214"/>
                  </a:cubicBezTo>
                  <a:cubicBezTo>
                    <a:pt x="666472" y="849880"/>
                    <a:pt x="608515" y="882103"/>
                    <a:pt x="492679" y="882103"/>
                  </a:cubicBezTo>
                  <a:cubicBezTo>
                    <a:pt x="358348" y="882103"/>
                    <a:pt x="272648" y="841907"/>
                    <a:pt x="266668" y="7245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g12709bdffa8_0_3309"/>
            <p:cNvSpPr/>
            <p:nvPr/>
          </p:nvSpPr>
          <p:spPr>
            <a:xfrm>
              <a:off x="1374890" y="4819443"/>
              <a:ext cx="1517750" cy="1067689"/>
            </a:xfrm>
            <a:custGeom>
              <a:rect b="b" l="l" r="r" t="t"/>
              <a:pathLst>
                <a:path extrusionOk="0" h="1067689" w="1517750">
                  <a:moveTo>
                    <a:pt x="448672" y="223396"/>
                  </a:moveTo>
                  <a:cubicBezTo>
                    <a:pt x="569444" y="223396"/>
                    <a:pt x="630673" y="277471"/>
                    <a:pt x="636890" y="387375"/>
                  </a:cubicBezTo>
                  <a:lnTo>
                    <a:pt x="636890" y="1063784"/>
                  </a:lnTo>
                  <a:lnTo>
                    <a:pt x="880920" y="1063784"/>
                  </a:lnTo>
                  <a:lnTo>
                    <a:pt x="880920" y="391522"/>
                  </a:lnTo>
                  <a:cubicBezTo>
                    <a:pt x="882995" y="281379"/>
                    <a:pt x="944138" y="227305"/>
                    <a:pt x="1064996" y="227305"/>
                  </a:cubicBezTo>
                  <a:cubicBezTo>
                    <a:pt x="1185778" y="227305"/>
                    <a:pt x="1246998" y="281379"/>
                    <a:pt x="1253139" y="391522"/>
                  </a:cubicBezTo>
                  <a:lnTo>
                    <a:pt x="1253139" y="935778"/>
                  </a:lnTo>
                  <a:cubicBezTo>
                    <a:pt x="1253139" y="1019760"/>
                    <a:pt x="1296268" y="1061794"/>
                    <a:pt x="1382527" y="1067690"/>
                  </a:cubicBezTo>
                  <a:lnTo>
                    <a:pt x="1517733" y="1067690"/>
                  </a:lnTo>
                  <a:lnTo>
                    <a:pt x="1517733" y="445517"/>
                  </a:lnTo>
                  <a:cubicBezTo>
                    <a:pt x="1519571" y="146911"/>
                    <a:pt x="1372645" y="3669"/>
                    <a:pt x="1069062" y="3669"/>
                  </a:cubicBezTo>
                  <a:cubicBezTo>
                    <a:pt x="930028" y="3669"/>
                    <a:pt x="829973" y="30387"/>
                    <a:pt x="760699" y="85897"/>
                  </a:cubicBezTo>
                  <a:cubicBezTo>
                    <a:pt x="691502" y="28553"/>
                    <a:pt x="591847" y="0"/>
                    <a:pt x="452737" y="0"/>
                  </a:cubicBezTo>
                  <a:cubicBezTo>
                    <a:pt x="148992" y="0"/>
                    <a:pt x="0" y="143242"/>
                    <a:pt x="0" y="441449"/>
                  </a:cubicBezTo>
                  <a:lnTo>
                    <a:pt x="0" y="1063784"/>
                  </a:lnTo>
                  <a:lnTo>
                    <a:pt x="264509" y="1063784"/>
                  </a:lnTo>
                  <a:lnTo>
                    <a:pt x="264509" y="387375"/>
                  </a:lnTo>
                  <a:cubicBezTo>
                    <a:pt x="266747" y="277471"/>
                    <a:pt x="327890" y="223396"/>
                    <a:pt x="448672" y="2233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g12709bdffa8_0_3309"/>
            <p:cNvSpPr/>
            <p:nvPr/>
          </p:nvSpPr>
          <p:spPr>
            <a:xfrm>
              <a:off x="3018422" y="4817769"/>
              <a:ext cx="880929" cy="1069283"/>
            </a:xfrm>
            <a:custGeom>
              <a:rect b="b" l="l" r="r" t="t"/>
              <a:pathLst>
                <a:path extrusionOk="0" h="1069283" w="880929">
                  <a:moveTo>
                    <a:pt x="450909" y="203059"/>
                  </a:moveTo>
                  <a:cubicBezTo>
                    <a:pt x="567140" y="203059"/>
                    <a:pt x="626293" y="232648"/>
                    <a:pt x="632672" y="291907"/>
                  </a:cubicBezTo>
                  <a:cubicBezTo>
                    <a:pt x="632672" y="349012"/>
                    <a:pt x="571443" y="382510"/>
                    <a:pt x="450909" y="396308"/>
                  </a:cubicBezTo>
                  <a:cubicBezTo>
                    <a:pt x="176822" y="421989"/>
                    <a:pt x="5503" y="489301"/>
                    <a:pt x="0" y="739732"/>
                  </a:cubicBezTo>
                  <a:cubicBezTo>
                    <a:pt x="0" y="970552"/>
                    <a:pt x="163912" y="1086833"/>
                    <a:pt x="421566" y="1067135"/>
                  </a:cubicBezTo>
                  <a:cubicBezTo>
                    <a:pt x="714466" y="1047438"/>
                    <a:pt x="880929" y="919183"/>
                    <a:pt x="880929" y="631186"/>
                  </a:cubicBezTo>
                  <a:lnTo>
                    <a:pt x="880929" y="276035"/>
                  </a:lnTo>
                  <a:cubicBezTo>
                    <a:pt x="875188" y="89406"/>
                    <a:pt x="735279" y="0"/>
                    <a:pt x="438475" y="0"/>
                  </a:cubicBezTo>
                  <a:cubicBezTo>
                    <a:pt x="188228" y="0"/>
                    <a:pt x="59639" y="89406"/>
                    <a:pt x="29819" y="276035"/>
                  </a:cubicBezTo>
                  <a:lnTo>
                    <a:pt x="282056" y="276035"/>
                  </a:lnTo>
                  <a:cubicBezTo>
                    <a:pt x="296804" y="226746"/>
                    <a:pt x="351730" y="203059"/>
                    <a:pt x="450909" y="203059"/>
                  </a:cubicBezTo>
                  <a:close/>
                  <a:moveTo>
                    <a:pt x="385615" y="854023"/>
                  </a:moveTo>
                  <a:cubicBezTo>
                    <a:pt x="296804" y="854023"/>
                    <a:pt x="250409" y="814551"/>
                    <a:pt x="244030" y="731760"/>
                  </a:cubicBezTo>
                  <a:cubicBezTo>
                    <a:pt x="244030" y="654874"/>
                    <a:pt x="300955" y="605582"/>
                    <a:pt x="412959" y="585808"/>
                  </a:cubicBezTo>
                  <a:cubicBezTo>
                    <a:pt x="495314" y="570016"/>
                    <a:pt x="571529" y="548404"/>
                    <a:pt x="636899" y="522724"/>
                  </a:cubicBezTo>
                  <a:lnTo>
                    <a:pt x="636899" y="619308"/>
                  </a:lnTo>
                  <a:cubicBezTo>
                    <a:pt x="636814" y="767250"/>
                    <a:pt x="541872" y="854023"/>
                    <a:pt x="385615" y="8540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g12709bdffa8_0_3309"/>
            <p:cNvSpPr/>
            <p:nvPr/>
          </p:nvSpPr>
          <p:spPr>
            <a:xfrm>
              <a:off x="5216460" y="4303183"/>
              <a:ext cx="408455" cy="1583837"/>
            </a:xfrm>
            <a:custGeom>
              <a:rect b="b" l="l" r="r" t="t"/>
              <a:pathLst>
                <a:path extrusionOk="0" h="1583837" w="408455">
                  <a:moveTo>
                    <a:pt x="244078" y="292465"/>
                  </a:moveTo>
                  <a:lnTo>
                    <a:pt x="244078" y="129683"/>
                  </a:lnTo>
                  <a:cubicBezTo>
                    <a:pt x="244078" y="62050"/>
                    <a:pt x="190904" y="0"/>
                    <a:pt x="126647" y="0"/>
                  </a:cubicBezTo>
                  <a:lnTo>
                    <a:pt x="48" y="0"/>
                  </a:lnTo>
                  <a:lnTo>
                    <a:pt x="48" y="1388707"/>
                  </a:lnTo>
                  <a:cubicBezTo>
                    <a:pt x="-1704" y="1505236"/>
                    <a:pt x="44215" y="1566253"/>
                    <a:pt x="139958" y="1576140"/>
                  </a:cubicBezTo>
                  <a:cubicBezTo>
                    <a:pt x="235938" y="1586027"/>
                    <a:pt x="325872" y="1586027"/>
                    <a:pt x="408456" y="1578216"/>
                  </a:cubicBezTo>
                  <a:lnTo>
                    <a:pt x="408456" y="1378820"/>
                  </a:lnTo>
                  <a:lnTo>
                    <a:pt x="329776" y="1378820"/>
                  </a:lnTo>
                  <a:cubicBezTo>
                    <a:pt x="269747" y="1378820"/>
                    <a:pt x="244078" y="1354017"/>
                    <a:pt x="244078" y="1308402"/>
                  </a:cubicBezTo>
                  <a:lnTo>
                    <a:pt x="244078" y="700816"/>
                  </a:lnTo>
                  <a:lnTo>
                    <a:pt x="244078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g12709bdffa8_0_3309"/>
            <p:cNvSpPr/>
            <p:nvPr/>
          </p:nvSpPr>
          <p:spPr>
            <a:xfrm>
              <a:off x="5647957" y="4819443"/>
              <a:ext cx="942548" cy="1081815"/>
            </a:xfrm>
            <a:custGeom>
              <a:rect b="b" l="l" r="r" t="t"/>
              <a:pathLst>
                <a:path extrusionOk="0" h="1081815" w="942548">
                  <a:moveTo>
                    <a:pt x="474350" y="223396"/>
                  </a:moveTo>
                  <a:cubicBezTo>
                    <a:pt x="610108" y="223396"/>
                    <a:pt x="677954" y="326920"/>
                    <a:pt x="677954" y="535718"/>
                  </a:cubicBezTo>
                  <a:cubicBezTo>
                    <a:pt x="676040" y="748907"/>
                    <a:pt x="608042" y="858416"/>
                    <a:pt x="472274" y="858416"/>
                  </a:cubicBezTo>
                  <a:cubicBezTo>
                    <a:pt x="336507" y="858416"/>
                    <a:pt x="266432" y="752822"/>
                    <a:pt x="264595" y="544015"/>
                  </a:cubicBezTo>
                  <a:cubicBezTo>
                    <a:pt x="264681" y="330908"/>
                    <a:pt x="334431" y="223396"/>
                    <a:pt x="474350" y="223396"/>
                  </a:cubicBezTo>
                  <a:close/>
                  <a:moveTo>
                    <a:pt x="474350" y="0"/>
                  </a:moveTo>
                  <a:cubicBezTo>
                    <a:pt x="156733" y="0"/>
                    <a:pt x="0" y="173868"/>
                    <a:pt x="0" y="544015"/>
                  </a:cubicBezTo>
                  <a:cubicBezTo>
                    <a:pt x="0" y="908984"/>
                    <a:pt x="156733" y="1081815"/>
                    <a:pt x="474350" y="1081815"/>
                  </a:cubicBezTo>
                  <a:cubicBezTo>
                    <a:pt x="788206" y="1081815"/>
                    <a:pt x="942549" y="908898"/>
                    <a:pt x="942549" y="544015"/>
                  </a:cubicBezTo>
                  <a:cubicBezTo>
                    <a:pt x="942549" y="173947"/>
                    <a:pt x="788206" y="0"/>
                    <a:pt x="474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g12709bdffa8_0_3309"/>
            <p:cNvSpPr/>
            <p:nvPr/>
          </p:nvSpPr>
          <p:spPr>
            <a:xfrm>
              <a:off x="6716152" y="4817830"/>
              <a:ext cx="963113" cy="1497041"/>
            </a:xfrm>
            <a:custGeom>
              <a:rect b="b" l="l" r="r" t="t"/>
              <a:pathLst>
                <a:path extrusionOk="0" h="1497041" w="963113">
                  <a:moveTo>
                    <a:pt x="414073" y="1083504"/>
                  </a:moveTo>
                  <a:cubicBezTo>
                    <a:pt x="547365" y="1083504"/>
                    <a:pt x="650524" y="1033974"/>
                    <a:pt x="719084" y="934438"/>
                  </a:cubicBezTo>
                  <a:lnTo>
                    <a:pt x="719084" y="1037641"/>
                  </a:lnTo>
                  <a:cubicBezTo>
                    <a:pt x="719084" y="1206805"/>
                    <a:pt x="646382" y="1293978"/>
                    <a:pt x="505036" y="1293978"/>
                  </a:cubicBezTo>
                  <a:cubicBezTo>
                    <a:pt x="393898" y="1293978"/>
                    <a:pt x="331156" y="1255697"/>
                    <a:pt x="313142" y="1174983"/>
                  </a:cubicBezTo>
                  <a:lnTo>
                    <a:pt x="27183" y="1174983"/>
                  </a:lnTo>
                  <a:cubicBezTo>
                    <a:pt x="86973" y="1395505"/>
                    <a:pt x="233585" y="1497042"/>
                    <a:pt x="474578" y="1497042"/>
                  </a:cubicBezTo>
                  <a:cubicBezTo>
                    <a:pt x="807733" y="1491536"/>
                    <a:pt x="963114" y="1370226"/>
                    <a:pt x="963114" y="1100649"/>
                  </a:cubicBezTo>
                  <a:lnTo>
                    <a:pt x="963114" y="465398"/>
                  </a:lnTo>
                  <a:cubicBezTo>
                    <a:pt x="963114" y="140866"/>
                    <a:pt x="809732" y="-1817"/>
                    <a:pt x="484861" y="17"/>
                  </a:cubicBezTo>
                  <a:cubicBezTo>
                    <a:pt x="158485" y="5601"/>
                    <a:pt x="0" y="166548"/>
                    <a:pt x="0" y="530559"/>
                  </a:cubicBezTo>
                  <a:cubicBezTo>
                    <a:pt x="76" y="907720"/>
                    <a:pt x="135283" y="1083504"/>
                    <a:pt x="414073" y="1083504"/>
                  </a:cubicBezTo>
                  <a:close/>
                  <a:moveTo>
                    <a:pt x="488850" y="860105"/>
                  </a:moveTo>
                  <a:cubicBezTo>
                    <a:pt x="343437" y="860105"/>
                    <a:pt x="270650" y="753073"/>
                    <a:pt x="264671" y="538846"/>
                  </a:cubicBezTo>
                  <a:cubicBezTo>
                    <a:pt x="264671" y="314177"/>
                    <a:pt x="339448" y="202997"/>
                    <a:pt x="492915" y="202997"/>
                  </a:cubicBezTo>
                  <a:cubicBezTo>
                    <a:pt x="646382" y="202997"/>
                    <a:pt x="720922" y="314177"/>
                    <a:pt x="719084" y="538846"/>
                  </a:cubicBezTo>
                  <a:cubicBezTo>
                    <a:pt x="711115" y="753073"/>
                    <a:pt x="634263" y="860105"/>
                    <a:pt x="488850" y="8601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g12709bdffa8_0_3309"/>
            <p:cNvSpPr/>
            <p:nvPr/>
          </p:nvSpPr>
          <p:spPr>
            <a:xfrm>
              <a:off x="4661889" y="4843290"/>
              <a:ext cx="419889" cy="1039937"/>
            </a:xfrm>
            <a:custGeom>
              <a:rect b="b" l="l" r="r" t="t"/>
              <a:pathLst>
                <a:path extrusionOk="0" h="1039937" w="419889">
                  <a:moveTo>
                    <a:pt x="0" y="1039938"/>
                  </a:moveTo>
                  <a:lnTo>
                    <a:pt x="264595" y="1039938"/>
                  </a:lnTo>
                  <a:lnTo>
                    <a:pt x="264595" y="492412"/>
                  </a:lnTo>
                  <a:cubicBezTo>
                    <a:pt x="264595" y="363368"/>
                    <a:pt x="316331" y="20497"/>
                    <a:pt x="419890" y="0"/>
                  </a:cubicBezTo>
                  <a:cubicBezTo>
                    <a:pt x="146841" y="33737"/>
                    <a:pt x="6931" y="198992"/>
                    <a:pt x="0" y="496403"/>
                  </a:cubicBezTo>
                  <a:lnTo>
                    <a:pt x="0" y="10399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g12709bdffa8_0_3309"/>
            <p:cNvSpPr/>
            <p:nvPr/>
          </p:nvSpPr>
          <p:spPr>
            <a:xfrm>
              <a:off x="4661889" y="4488137"/>
              <a:ext cx="244020" cy="471437"/>
            </a:xfrm>
            <a:custGeom>
              <a:rect b="b" l="l" r="r" t="t"/>
              <a:pathLst>
                <a:path extrusionOk="0" h="471437" w="244020">
                  <a:moveTo>
                    <a:pt x="244020" y="292465"/>
                  </a:moveTo>
                  <a:lnTo>
                    <a:pt x="244020" y="129683"/>
                  </a:lnTo>
                  <a:cubicBezTo>
                    <a:pt x="244020" y="62050"/>
                    <a:pt x="190846" y="0"/>
                    <a:pt x="126513" y="0"/>
                  </a:cubicBezTo>
                  <a:lnTo>
                    <a:pt x="0" y="0"/>
                  </a:lnTo>
                  <a:lnTo>
                    <a:pt x="152" y="471438"/>
                  </a:lnTo>
                  <a:lnTo>
                    <a:pt x="244020" y="471438"/>
                  </a:lnTo>
                  <a:lnTo>
                    <a:pt x="244020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g12709bdffa8_0_3309"/>
            <p:cNvSpPr/>
            <p:nvPr/>
          </p:nvSpPr>
          <p:spPr>
            <a:xfrm>
              <a:off x="4025065" y="4842652"/>
              <a:ext cx="522658" cy="1040575"/>
            </a:xfrm>
            <a:custGeom>
              <a:rect b="b" l="l" r="r" t="t"/>
              <a:pathLst>
                <a:path extrusionOk="0" h="1040575" w="522658">
                  <a:moveTo>
                    <a:pt x="0" y="1040576"/>
                  </a:moveTo>
                  <a:lnTo>
                    <a:pt x="264604" y="1040576"/>
                  </a:lnTo>
                  <a:lnTo>
                    <a:pt x="264604" y="493050"/>
                  </a:lnTo>
                  <a:cubicBezTo>
                    <a:pt x="264604" y="339762"/>
                    <a:pt x="337544" y="262078"/>
                    <a:pt x="483356" y="262078"/>
                  </a:cubicBezTo>
                  <a:lnTo>
                    <a:pt x="522658" y="262078"/>
                  </a:lnTo>
                  <a:lnTo>
                    <a:pt x="522658" y="0"/>
                  </a:lnTo>
                  <a:cubicBezTo>
                    <a:pt x="214534" y="21774"/>
                    <a:pt x="7417" y="184795"/>
                    <a:pt x="86" y="496955"/>
                  </a:cubicBezTo>
                  <a:lnTo>
                    <a:pt x="86" y="1040576"/>
                  </a:lnTo>
                  <a:lnTo>
                    <a:pt x="0" y="10405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g12709bdffa8_0_3309"/>
            <p:cNvSpPr/>
            <p:nvPr/>
          </p:nvSpPr>
          <p:spPr>
            <a:xfrm>
              <a:off x="356946" y="6029112"/>
              <a:ext cx="1060969" cy="277368"/>
            </a:xfrm>
            <a:custGeom>
              <a:rect b="b" l="l" r="r" t="t"/>
              <a:pathLst>
                <a:path extrusionOk="0" h="277368" w="1060969">
                  <a:moveTo>
                    <a:pt x="101302" y="277368"/>
                  </a:moveTo>
                  <a:cubicBezTo>
                    <a:pt x="87338" y="277368"/>
                    <a:pt x="74263" y="276225"/>
                    <a:pt x="62076" y="273939"/>
                  </a:cubicBezTo>
                  <a:cubicBezTo>
                    <a:pt x="49889" y="271396"/>
                    <a:pt x="38591" y="267586"/>
                    <a:pt x="28182" y="262509"/>
                  </a:cubicBezTo>
                  <a:cubicBezTo>
                    <a:pt x="17772" y="257175"/>
                    <a:pt x="8378" y="250698"/>
                    <a:pt x="0" y="243078"/>
                  </a:cubicBezTo>
                  <a:lnTo>
                    <a:pt x="11806" y="219075"/>
                  </a:lnTo>
                  <a:cubicBezTo>
                    <a:pt x="25516" y="230505"/>
                    <a:pt x="39226" y="238630"/>
                    <a:pt x="52936" y="243459"/>
                  </a:cubicBezTo>
                  <a:cubicBezTo>
                    <a:pt x="66900" y="248288"/>
                    <a:pt x="83149" y="250698"/>
                    <a:pt x="101683" y="250698"/>
                  </a:cubicBezTo>
                  <a:cubicBezTo>
                    <a:pt x="123264" y="250698"/>
                    <a:pt x="140021" y="246507"/>
                    <a:pt x="151953" y="238125"/>
                  </a:cubicBezTo>
                  <a:cubicBezTo>
                    <a:pt x="163886" y="229486"/>
                    <a:pt x="169853" y="217427"/>
                    <a:pt x="169853" y="201930"/>
                  </a:cubicBezTo>
                  <a:cubicBezTo>
                    <a:pt x="169853" y="192529"/>
                    <a:pt x="166806" y="185042"/>
                    <a:pt x="160712" y="179451"/>
                  </a:cubicBezTo>
                  <a:cubicBezTo>
                    <a:pt x="154873" y="173612"/>
                    <a:pt x="146748" y="169040"/>
                    <a:pt x="136339" y="165735"/>
                  </a:cubicBezTo>
                  <a:cubicBezTo>
                    <a:pt x="126183" y="162182"/>
                    <a:pt x="114631" y="158877"/>
                    <a:pt x="101683" y="155829"/>
                  </a:cubicBezTo>
                  <a:cubicBezTo>
                    <a:pt x="88735" y="153038"/>
                    <a:pt x="76421" y="149857"/>
                    <a:pt x="64742" y="146304"/>
                  </a:cubicBezTo>
                  <a:cubicBezTo>
                    <a:pt x="53063" y="142494"/>
                    <a:pt x="42654" y="137798"/>
                    <a:pt x="33514" y="132207"/>
                  </a:cubicBezTo>
                  <a:cubicBezTo>
                    <a:pt x="24627" y="126616"/>
                    <a:pt x="17645" y="119510"/>
                    <a:pt x="12568" y="110871"/>
                  </a:cubicBezTo>
                  <a:cubicBezTo>
                    <a:pt x="7490" y="102232"/>
                    <a:pt x="4951" y="91440"/>
                    <a:pt x="4951" y="78486"/>
                  </a:cubicBezTo>
                  <a:cubicBezTo>
                    <a:pt x="4951" y="62989"/>
                    <a:pt x="9013" y="49406"/>
                    <a:pt x="17138" y="37719"/>
                  </a:cubicBezTo>
                  <a:cubicBezTo>
                    <a:pt x="25262" y="25784"/>
                    <a:pt x="36687" y="16507"/>
                    <a:pt x="51413" y="9906"/>
                  </a:cubicBezTo>
                  <a:cubicBezTo>
                    <a:pt x="66138" y="3305"/>
                    <a:pt x="83530" y="0"/>
                    <a:pt x="103587" y="0"/>
                  </a:cubicBezTo>
                  <a:cubicBezTo>
                    <a:pt x="116028" y="0"/>
                    <a:pt x="127961" y="1400"/>
                    <a:pt x="139386" y="4191"/>
                  </a:cubicBezTo>
                  <a:cubicBezTo>
                    <a:pt x="150811" y="6734"/>
                    <a:pt x="161348" y="10544"/>
                    <a:pt x="170995" y="15621"/>
                  </a:cubicBezTo>
                  <a:cubicBezTo>
                    <a:pt x="180897" y="20698"/>
                    <a:pt x="189656" y="26927"/>
                    <a:pt x="197273" y="34290"/>
                  </a:cubicBezTo>
                  <a:lnTo>
                    <a:pt x="185086" y="58293"/>
                  </a:lnTo>
                  <a:cubicBezTo>
                    <a:pt x="172645" y="47368"/>
                    <a:pt x="159824" y="39367"/>
                    <a:pt x="146622" y="34290"/>
                  </a:cubicBezTo>
                  <a:cubicBezTo>
                    <a:pt x="133419" y="29213"/>
                    <a:pt x="119075" y="26670"/>
                    <a:pt x="103587" y="26670"/>
                  </a:cubicBezTo>
                  <a:cubicBezTo>
                    <a:pt x="82515" y="26670"/>
                    <a:pt x="66011" y="31118"/>
                    <a:pt x="54079" y="40005"/>
                  </a:cubicBezTo>
                  <a:cubicBezTo>
                    <a:pt x="42146" y="48892"/>
                    <a:pt x="36179" y="61341"/>
                    <a:pt x="36179" y="77343"/>
                  </a:cubicBezTo>
                  <a:cubicBezTo>
                    <a:pt x="36179" y="87249"/>
                    <a:pt x="38845" y="95250"/>
                    <a:pt x="44177" y="101346"/>
                  </a:cubicBezTo>
                  <a:cubicBezTo>
                    <a:pt x="49509" y="107442"/>
                    <a:pt x="56998" y="112395"/>
                    <a:pt x="66646" y="116205"/>
                  </a:cubicBezTo>
                  <a:cubicBezTo>
                    <a:pt x="76294" y="119758"/>
                    <a:pt x="87338" y="123063"/>
                    <a:pt x="99779" y="126111"/>
                  </a:cubicBezTo>
                  <a:cubicBezTo>
                    <a:pt x="112981" y="129159"/>
                    <a:pt x="125676" y="132464"/>
                    <a:pt x="137862" y="136017"/>
                  </a:cubicBezTo>
                  <a:cubicBezTo>
                    <a:pt x="150049" y="139570"/>
                    <a:pt x="160839" y="144018"/>
                    <a:pt x="170233" y="149352"/>
                  </a:cubicBezTo>
                  <a:cubicBezTo>
                    <a:pt x="179881" y="154429"/>
                    <a:pt x="187498" y="161163"/>
                    <a:pt x="193084" y="169545"/>
                  </a:cubicBezTo>
                  <a:cubicBezTo>
                    <a:pt x="198669" y="177670"/>
                    <a:pt x="201462" y="188090"/>
                    <a:pt x="201462" y="200787"/>
                  </a:cubicBezTo>
                  <a:cubicBezTo>
                    <a:pt x="201462" y="216284"/>
                    <a:pt x="197399" y="229743"/>
                    <a:pt x="189275" y="241173"/>
                  </a:cubicBezTo>
                  <a:cubicBezTo>
                    <a:pt x="181151" y="252603"/>
                    <a:pt x="169598" y="261490"/>
                    <a:pt x="154619" y="267843"/>
                  </a:cubicBezTo>
                  <a:cubicBezTo>
                    <a:pt x="139640" y="274196"/>
                    <a:pt x="121867" y="277368"/>
                    <a:pt x="101302" y="277368"/>
                  </a:cubicBezTo>
                  <a:close/>
                  <a:moveTo>
                    <a:pt x="248704" y="274320"/>
                  </a:moveTo>
                  <a:lnTo>
                    <a:pt x="248704" y="136398"/>
                  </a:lnTo>
                  <a:cubicBezTo>
                    <a:pt x="248704" y="127511"/>
                    <a:pt x="248449" y="118615"/>
                    <a:pt x="247942" y="109728"/>
                  </a:cubicBezTo>
                  <a:cubicBezTo>
                    <a:pt x="247688" y="100584"/>
                    <a:pt x="246926" y="91564"/>
                    <a:pt x="245657" y="82677"/>
                  </a:cubicBezTo>
                  <a:lnTo>
                    <a:pt x="274981" y="82677"/>
                  </a:lnTo>
                  <a:lnTo>
                    <a:pt x="278409" y="122301"/>
                  </a:lnTo>
                  <a:lnTo>
                    <a:pt x="274600" y="124968"/>
                  </a:lnTo>
                  <a:cubicBezTo>
                    <a:pt x="279170" y="109985"/>
                    <a:pt x="287040" y="98422"/>
                    <a:pt x="298212" y="90297"/>
                  </a:cubicBezTo>
                  <a:cubicBezTo>
                    <a:pt x="309637" y="82172"/>
                    <a:pt x="323093" y="78105"/>
                    <a:pt x="338581" y="78105"/>
                  </a:cubicBezTo>
                  <a:cubicBezTo>
                    <a:pt x="357114" y="78105"/>
                    <a:pt x="371459" y="82677"/>
                    <a:pt x="381615" y="91821"/>
                  </a:cubicBezTo>
                  <a:cubicBezTo>
                    <a:pt x="392024" y="100965"/>
                    <a:pt x="398625" y="114938"/>
                    <a:pt x="401419" y="133731"/>
                  </a:cubicBezTo>
                  <a:lnTo>
                    <a:pt x="392278" y="128778"/>
                  </a:lnTo>
                  <a:cubicBezTo>
                    <a:pt x="396340" y="113281"/>
                    <a:pt x="404465" y="100965"/>
                    <a:pt x="416652" y="91821"/>
                  </a:cubicBezTo>
                  <a:cubicBezTo>
                    <a:pt x="429092" y="82677"/>
                    <a:pt x="443944" y="78105"/>
                    <a:pt x="461210" y="78105"/>
                  </a:cubicBezTo>
                  <a:cubicBezTo>
                    <a:pt x="482282" y="78105"/>
                    <a:pt x="498151" y="84458"/>
                    <a:pt x="508814" y="97155"/>
                  </a:cubicBezTo>
                  <a:cubicBezTo>
                    <a:pt x="519477" y="109604"/>
                    <a:pt x="524809" y="128521"/>
                    <a:pt x="524809" y="153924"/>
                  </a:cubicBezTo>
                  <a:lnTo>
                    <a:pt x="524809" y="274320"/>
                  </a:lnTo>
                  <a:lnTo>
                    <a:pt x="493961" y="274320"/>
                  </a:lnTo>
                  <a:lnTo>
                    <a:pt x="493961" y="155448"/>
                  </a:lnTo>
                  <a:cubicBezTo>
                    <a:pt x="493961" y="137665"/>
                    <a:pt x="490787" y="124711"/>
                    <a:pt x="484441" y="116586"/>
                  </a:cubicBezTo>
                  <a:cubicBezTo>
                    <a:pt x="478093" y="108204"/>
                    <a:pt x="468065" y="104013"/>
                    <a:pt x="454355" y="104013"/>
                  </a:cubicBezTo>
                  <a:cubicBezTo>
                    <a:pt x="438360" y="104013"/>
                    <a:pt x="425664" y="109471"/>
                    <a:pt x="416271" y="120396"/>
                  </a:cubicBezTo>
                  <a:cubicBezTo>
                    <a:pt x="407131" y="131321"/>
                    <a:pt x="402561" y="146180"/>
                    <a:pt x="402561" y="164973"/>
                  </a:cubicBezTo>
                  <a:lnTo>
                    <a:pt x="402561" y="274320"/>
                  </a:lnTo>
                  <a:lnTo>
                    <a:pt x="371713" y="274320"/>
                  </a:lnTo>
                  <a:lnTo>
                    <a:pt x="371713" y="155448"/>
                  </a:lnTo>
                  <a:cubicBezTo>
                    <a:pt x="371713" y="137665"/>
                    <a:pt x="368412" y="124711"/>
                    <a:pt x="361812" y="116586"/>
                  </a:cubicBezTo>
                  <a:cubicBezTo>
                    <a:pt x="355464" y="108204"/>
                    <a:pt x="345436" y="104013"/>
                    <a:pt x="331726" y="104013"/>
                  </a:cubicBezTo>
                  <a:cubicBezTo>
                    <a:pt x="315476" y="104013"/>
                    <a:pt x="302655" y="109471"/>
                    <a:pt x="293261" y="120396"/>
                  </a:cubicBezTo>
                  <a:cubicBezTo>
                    <a:pt x="284121" y="131321"/>
                    <a:pt x="279551" y="146180"/>
                    <a:pt x="279551" y="164973"/>
                  </a:cubicBezTo>
                  <a:lnTo>
                    <a:pt x="279551" y="274320"/>
                  </a:lnTo>
                  <a:lnTo>
                    <a:pt x="248704" y="274320"/>
                  </a:lnTo>
                  <a:close/>
                  <a:moveTo>
                    <a:pt x="656923" y="276987"/>
                  </a:moveTo>
                  <a:cubicBezTo>
                    <a:pt x="639913" y="276987"/>
                    <a:pt x="624933" y="273053"/>
                    <a:pt x="611984" y="265176"/>
                  </a:cubicBezTo>
                  <a:cubicBezTo>
                    <a:pt x="599290" y="257051"/>
                    <a:pt x="589388" y="245621"/>
                    <a:pt x="582279" y="230886"/>
                  </a:cubicBezTo>
                  <a:cubicBezTo>
                    <a:pt x="575424" y="215903"/>
                    <a:pt x="571997" y="198377"/>
                    <a:pt x="571997" y="178308"/>
                  </a:cubicBezTo>
                  <a:cubicBezTo>
                    <a:pt x="571997" y="158239"/>
                    <a:pt x="575552" y="140713"/>
                    <a:pt x="582660" y="125730"/>
                  </a:cubicBezTo>
                  <a:cubicBezTo>
                    <a:pt x="589769" y="110747"/>
                    <a:pt x="599671" y="99060"/>
                    <a:pt x="612365" y="90678"/>
                  </a:cubicBezTo>
                  <a:cubicBezTo>
                    <a:pt x="625313" y="82296"/>
                    <a:pt x="640166" y="78105"/>
                    <a:pt x="656923" y="78105"/>
                  </a:cubicBezTo>
                  <a:cubicBezTo>
                    <a:pt x="674441" y="78105"/>
                    <a:pt x="689294" y="82420"/>
                    <a:pt x="701481" y="91059"/>
                  </a:cubicBezTo>
                  <a:cubicBezTo>
                    <a:pt x="713667" y="99698"/>
                    <a:pt x="721919" y="112014"/>
                    <a:pt x="726235" y="128016"/>
                  </a:cubicBezTo>
                  <a:lnTo>
                    <a:pt x="721665" y="131064"/>
                  </a:lnTo>
                  <a:lnTo>
                    <a:pt x="721665" y="82677"/>
                  </a:lnTo>
                  <a:lnTo>
                    <a:pt x="752132" y="82677"/>
                  </a:lnTo>
                  <a:lnTo>
                    <a:pt x="752132" y="274320"/>
                  </a:lnTo>
                  <a:lnTo>
                    <a:pt x="721665" y="274320"/>
                  </a:lnTo>
                  <a:lnTo>
                    <a:pt x="721665" y="224790"/>
                  </a:lnTo>
                  <a:lnTo>
                    <a:pt x="726235" y="227076"/>
                  </a:lnTo>
                  <a:cubicBezTo>
                    <a:pt x="721919" y="243078"/>
                    <a:pt x="713667" y="255394"/>
                    <a:pt x="701481" y="264033"/>
                  </a:cubicBezTo>
                  <a:cubicBezTo>
                    <a:pt x="689294" y="272672"/>
                    <a:pt x="674441" y="276987"/>
                    <a:pt x="656923" y="276987"/>
                  </a:cubicBezTo>
                  <a:close/>
                  <a:moveTo>
                    <a:pt x="663016" y="251460"/>
                  </a:moveTo>
                  <a:cubicBezTo>
                    <a:pt x="681805" y="251460"/>
                    <a:pt x="696276" y="245107"/>
                    <a:pt x="706431" y="232410"/>
                  </a:cubicBezTo>
                  <a:cubicBezTo>
                    <a:pt x="716587" y="219456"/>
                    <a:pt x="721665" y="201168"/>
                    <a:pt x="721665" y="177546"/>
                  </a:cubicBezTo>
                  <a:cubicBezTo>
                    <a:pt x="721665" y="153924"/>
                    <a:pt x="716461" y="135760"/>
                    <a:pt x="706051" y="123063"/>
                  </a:cubicBezTo>
                  <a:cubicBezTo>
                    <a:pt x="695896" y="110366"/>
                    <a:pt x="681550" y="104013"/>
                    <a:pt x="663016" y="104013"/>
                  </a:cubicBezTo>
                  <a:cubicBezTo>
                    <a:pt x="644229" y="104013"/>
                    <a:pt x="629503" y="110614"/>
                    <a:pt x="618839" y="123825"/>
                  </a:cubicBezTo>
                  <a:cubicBezTo>
                    <a:pt x="608430" y="136779"/>
                    <a:pt x="603225" y="154943"/>
                    <a:pt x="603225" y="178308"/>
                  </a:cubicBezTo>
                  <a:cubicBezTo>
                    <a:pt x="603225" y="201673"/>
                    <a:pt x="608430" y="219713"/>
                    <a:pt x="618839" y="232410"/>
                  </a:cubicBezTo>
                  <a:cubicBezTo>
                    <a:pt x="629503" y="245107"/>
                    <a:pt x="644229" y="251460"/>
                    <a:pt x="663016" y="251460"/>
                  </a:cubicBezTo>
                  <a:close/>
                  <a:moveTo>
                    <a:pt x="811774" y="274320"/>
                  </a:moveTo>
                  <a:lnTo>
                    <a:pt x="811774" y="136398"/>
                  </a:lnTo>
                  <a:cubicBezTo>
                    <a:pt x="811774" y="127511"/>
                    <a:pt x="811520" y="118615"/>
                    <a:pt x="811013" y="109728"/>
                  </a:cubicBezTo>
                  <a:cubicBezTo>
                    <a:pt x="810758" y="100584"/>
                    <a:pt x="809997" y="91564"/>
                    <a:pt x="808728" y="82677"/>
                  </a:cubicBezTo>
                  <a:lnTo>
                    <a:pt x="838052" y="82677"/>
                  </a:lnTo>
                  <a:lnTo>
                    <a:pt x="842241" y="129921"/>
                  </a:lnTo>
                  <a:lnTo>
                    <a:pt x="838052" y="128778"/>
                  </a:lnTo>
                  <a:cubicBezTo>
                    <a:pt x="841606" y="112014"/>
                    <a:pt x="849223" y="99441"/>
                    <a:pt x="860902" y="91059"/>
                  </a:cubicBezTo>
                  <a:cubicBezTo>
                    <a:pt x="872835" y="82420"/>
                    <a:pt x="886164" y="78105"/>
                    <a:pt x="900890" y="78105"/>
                  </a:cubicBezTo>
                  <a:cubicBezTo>
                    <a:pt x="904191" y="78105"/>
                    <a:pt x="907237" y="78362"/>
                    <a:pt x="910030" y="78867"/>
                  </a:cubicBezTo>
                  <a:cubicBezTo>
                    <a:pt x="913076" y="79124"/>
                    <a:pt x="915869" y="79629"/>
                    <a:pt x="918408" y="80391"/>
                  </a:cubicBezTo>
                  <a:lnTo>
                    <a:pt x="917646" y="108585"/>
                  </a:lnTo>
                  <a:cubicBezTo>
                    <a:pt x="911807" y="106556"/>
                    <a:pt x="905079" y="105537"/>
                    <a:pt x="897462" y="105537"/>
                  </a:cubicBezTo>
                  <a:cubicBezTo>
                    <a:pt x="884260" y="105537"/>
                    <a:pt x="873596" y="108461"/>
                    <a:pt x="865472" y="114300"/>
                  </a:cubicBezTo>
                  <a:cubicBezTo>
                    <a:pt x="857601" y="120139"/>
                    <a:pt x="851762" y="127635"/>
                    <a:pt x="847954" y="136779"/>
                  </a:cubicBezTo>
                  <a:cubicBezTo>
                    <a:pt x="844399" y="145666"/>
                    <a:pt x="842622" y="155067"/>
                    <a:pt x="842622" y="164973"/>
                  </a:cubicBezTo>
                  <a:lnTo>
                    <a:pt x="842622" y="274320"/>
                  </a:lnTo>
                  <a:lnTo>
                    <a:pt x="811774" y="274320"/>
                  </a:lnTo>
                  <a:close/>
                  <a:moveTo>
                    <a:pt x="937959" y="107061"/>
                  </a:moveTo>
                  <a:lnTo>
                    <a:pt x="937959" y="82677"/>
                  </a:lnTo>
                  <a:lnTo>
                    <a:pt x="1060969" y="82677"/>
                  </a:lnTo>
                  <a:lnTo>
                    <a:pt x="1060969" y="107061"/>
                  </a:lnTo>
                  <a:lnTo>
                    <a:pt x="937959" y="107061"/>
                  </a:lnTo>
                  <a:close/>
                  <a:moveTo>
                    <a:pt x="1060207" y="246888"/>
                  </a:moveTo>
                  <a:lnTo>
                    <a:pt x="1060207" y="273177"/>
                  </a:lnTo>
                  <a:cubicBezTo>
                    <a:pt x="1055894" y="274444"/>
                    <a:pt x="1051582" y="275339"/>
                    <a:pt x="1047259" y="275844"/>
                  </a:cubicBezTo>
                  <a:cubicBezTo>
                    <a:pt x="1043203" y="276606"/>
                    <a:pt x="1038633" y="276987"/>
                    <a:pt x="1033549" y="276987"/>
                  </a:cubicBezTo>
                  <a:cubicBezTo>
                    <a:pt x="1015783" y="276987"/>
                    <a:pt x="1001559" y="271910"/>
                    <a:pt x="990895" y="261747"/>
                  </a:cubicBezTo>
                  <a:cubicBezTo>
                    <a:pt x="980489" y="251584"/>
                    <a:pt x="975281" y="236344"/>
                    <a:pt x="975281" y="216027"/>
                  </a:cubicBezTo>
                  <a:lnTo>
                    <a:pt x="975281" y="33528"/>
                  </a:lnTo>
                  <a:lnTo>
                    <a:pt x="1006129" y="22479"/>
                  </a:lnTo>
                  <a:lnTo>
                    <a:pt x="1006129" y="211836"/>
                  </a:lnTo>
                  <a:cubicBezTo>
                    <a:pt x="1006129" y="221999"/>
                    <a:pt x="1007528" y="229867"/>
                    <a:pt x="1010318" y="235458"/>
                  </a:cubicBezTo>
                  <a:cubicBezTo>
                    <a:pt x="1013365" y="241049"/>
                    <a:pt x="1017430" y="244983"/>
                    <a:pt x="1022505" y="247269"/>
                  </a:cubicBezTo>
                  <a:cubicBezTo>
                    <a:pt x="1027589" y="249298"/>
                    <a:pt x="1033301" y="250317"/>
                    <a:pt x="1039642" y="250317"/>
                  </a:cubicBezTo>
                  <a:cubicBezTo>
                    <a:pt x="1043451" y="250317"/>
                    <a:pt x="1046878" y="250060"/>
                    <a:pt x="1049925" y="249555"/>
                  </a:cubicBezTo>
                  <a:cubicBezTo>
                    <a:pt x="1052972" y="249050"/>
                    <a:pt x="1056399" y="248155"/>
                    <a:pt x="1060207" y="2468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g12709bdffa8_0_3309"/>
            <p:cNvSpPr/>
            <p:nvPr/>
          </p:nvSpPr>
          <p:spPr>
            <a:xfrm>
              <a:off x="2533419" y="6030637"/>
              <a:ext cx="1481153" cy="357758"/>
            </a:xfrm>
            <a:custGeom>
              <a:rect b="b" l="l" r="r" t="t"/>
              <a:pathLst>
                <a:path extrusionOk="0" h="357758" w="1481153">
                  <a:moveTo>
                    <a:pt x="0" y="272796"/>
                  </a:moveTo>
                  <a:lnTo>
                    <a:pt x="0" y="1524"/>
                  </a:lnTo>
                  <a:lnTo>
                    <a:pt x="31228" y="1524"/>
                  </a:lnTo>
                  <a:lnTo>
                    <a:pt x="31228" y="246126"/>
                  </a:lnTo>
                  <a:lnTo>
                    <a:pt x="167187" y="246126"/>
                  </a:lnTo>
                  <a:lnTo>
                    <a:pt x="167187" y="272796"/>
                  </a:lnTo>
                  <a:lnTo>
                    <a:pt x="0" y="272796"/>
                  </a:lnTo>
                  <a:close/>
                  <a:moveTo>
                    <a:pt x="282561" y="275463"/>
                  </a:moveTo>
                  <a:cubicBezTo>
                    <a:pt x="264281" y="275463"/>
                    <a:pt x="248285" y="271396"/>
                    <a:pt x="234576" y="263271"/>
                  </a:cubicBezTo>
                  <a:cubicBezTo>
                    <a:pt x="221113" y="255146"/>
                    <a:pt x="210583" y="243716"/>
                    <a:pt x="202966" y="228981"/>
                  </a:cubicBezTo>
                  <a:cubicBezTo>
                    <a:pt x="195597" y="213998"/>
                    <a:pt x="191922" y="196339"/>
                    <a:pt x="191922" y="176022"/>
                  </a:cubicBezTo>
                  <a:cubicBezTo>
                    <a:pt x="191922" y="155953"/>
                    <a:pt x="195597" y="138427"/>
                    <a:pt x="202966" y="123444"/>
                  </a:cubicBezTo>
                  <a:cubicBezTo>
                    <a:pt x="210583" y="108461"/>
                    <a:pt x="221113" y="96898"/>
                    <a:pt x="234576" y="88773"/>
                  </a:cubicBezTo>
                  <a:cubicBezTo>
                    <a:pt x="248285" y="80648"/>
                    <a:pt x="264281" y="76581"/>
                    <a:pt x="282561" y="76581"/>
                  </a:cubicBezTo>
                  <a:cubicBezTo>
                    <a:pt x="300841" y="76581"/>
                    <a:pt x="316703" y="80648"/>
                    <a:pt x="330165" y="88773"/>
                  </a:cubicBezTo>
                  <a:cubicBezTo>
                    <a:pt x="343875" y="96898"/>
                    <a:pt x="354405" y="108461"/>
                    <a:pt x="361774" y="123444"/>
                  </a:cubicBezTo>
                  <a:cubicBezTo>
                    <a:pt x="369391" y="138427"/>
                    <a:pt x="373199" y="155953"/>
                    <a:pt x="373199" y="176022"/>
                  </a:cubicBezTo>
                  <a:cubicBezTo>
                    <a:pt x="373199" y="196339"/>
                    <a:pt x="369391" y="213998"/>
                    <a:pt x="361774" y="228981"/>
                  </a:cubicBezTo>
                  <a:cubicBezTo>
                    <a:pt x="354405" y="243716"/>
                    <a:pt x="343875" y="255146"/>
                    <a:pt x="330165" y="263271"/>
                  </a:cubicBezTo>
                  <a:cubicBezTo>
                    <a:pt x="316703" y="271396"/>
                    <a:pt x="300841" y="275463"/>
                    <a:pt x="282561" y="275463"/>
                  </a:cubicBezTo>
                  <a:close/>
                  <a:moveTo>
                    <a:pt x="282561" y="249936"/>
                  </a:moveTo>
                  <a:cubicBezTo>
                    <a:pt x="301345" y="249936"/>
                    <a:pt x="315817" y="243716"/>
                    <a:pt x="325976" y="231267"/>
                  </a:cubicBezTo>
                  <a:cubicBezTo>
                    <a:pt x="336382" y="218570"/>
                    <a:pt x="341590" y="200149"/>
                    <a:pt x="341590" y="176022"/>
                  </a:cubicBezTo>
                  <a:cubicBezTo>
                    <a:pt x="341590" y="152400"/>
                    <a:pt x="336382" y="134236"/>
                    <a:pt x="325976" y="121539"/>
                  </a:cubicBezTo>
                  <a:cubicBezTo>
                    <a:pt x="315560" y="108842"/>
                    <a:pt x="301088" y="102489"/>
                    <a:pt x="282561" y="102489"/>
                  </a:cubicBezTo>
                  <a:cubicBezTo>
                    <a:pt x="264024" y="102489"/>
                    <a:pt x="249428" y="108842"/>
                    <a:pt x="238765" y="121539"/>
                  </a:cubicBezTo>
                  <a:cubicBezTo>
                    <a:pt x="228349" y="134236"/>
                    <a:pt x="223150" y="152400"/>
                    <a:pt x="223150" y="176022"/>
                  </a:cubicBezTo>
                  <a:cubicBezTo>
                    <a:pt x="223150" y="200149"/>
                    <a:pt x="228225" y="218570"/>
                    <a:pt x="238384" y="231267"/>
                  </a:cubicBezTo>
                  <a:cubicBezTo>
                    <a:pt x="248790" y="243716"/>
                    <a:pt x="263519" y="249936"/>
                    <a:pt x="282561" y="249936"/>
                  </a:cubicBezTo>
                  <a:close/>
                  <a:moveTo>
                    <a:pt x="505445" y="357759"/>
                  </a:moveTo>
                  <a:cubicBezTo>
                    <a:pt x="476501" y="357759"/>
                    <a:pt x="451366" y="351158"/>
                    <a:pt x="430039" y="337947"/>
                  </a:cubicBezTo>
                  <a:lnTo>
                    <a:pt x="435371" y="312801"/>
                  </a:lnTo>
                  <a:cubicBezTo>
                    <a:pt x="447310" y="319659"/>
                    <a:pt x="458602" y="324612"/>
                    <a:pt x="469265" y="327660"/>
                  </a:cubicBezTo>
                  <a:cubicBezTo>
                    <a:pt x="479929" y="330708"/>
                    <a:pt x="491992" y="332232"/>
                    <a:pt x="505445" y="332232"/>
                  </a:cubicBezTo>
                  <a:cubicBezTo>
                    <a:pt x="523725" y="332232"/>
                    <a:pt x="537568" y="327279"/>
                    <a:pt x="546955" y="317373"/>
                  </a:cubicBezTo>
                  <a:cubicBezTo>
                    <a:pt x="556610" y="307724"/>
                    <a:pt x="561427" y="293246"/>
                    <a:pt x="561427" y="273939"/>
                  </a:cubicBezTo>
                  <a:lnTo>
                    <a:pt x="561427" y="222123"/>
                  </a:lnTo>
                  <a:lnTo>
                    <a:pt x="565617" y="217170"/>
                  </a:lnTo>
                  <a:cubicBezTo>
                    <a:pt x="562570" y="227333"/>
                    <a:pt x="557752" y="236220"/>
                    <a:pt x="551145" y="243840"/>
                  </a:cubicBezTo>
                  <a:cubicBezTo>
                    <a:pt x="544804" y="251203"/>
                    <a:pt x="536930" y="256918"/>
                    <a:pt x="527533" y="260985"/>
                  </a:cubicBezTo>
                  <a:cubicBezTo>
                    <a:pt x="518145" y="265052"/>
                    <a:pt x="507482" y="267081"/>
                    <a:pt x="495543" y="267081"/>
                  </a:cubicBezTo>
                  <a:cubicBezTo>
                    <a:pt x="478539" y="267081"/>
                    <a:pt x="463553" y="263147"/>
                    <a:pt x="450604" y="255270"/>
                  </a:cubicBezTo>
                  <a:cubicBezTo>
                    <a:pt x="437913" y="247145"/>
                    <a:pt x="427888" y="235963"/>
                    <a:pt x="420518" y="221742"/>
                  </a:cubicBezTo>
                  <a:cubicBezTo>
                    <a:pt x="413416" y="207521"/>
                    <a:pt x="409855" y="190881"/>
                    <a:pt x="409855" y="171831"/>
                  </a:cubicBezTo>
                  <a:cubicBezTo>
                    <a:pt x="409855" y="152781"/>
                    <a:pt x="413416" y="136141"/>
                    <a:pt x="420518" y="121920"/>
                  </a:cubicBezTo>
                  <a:cubicBezTo>
                    <a:pt x="427888" y="107699"/>
                    <a:pt x="437913" y="96650"/>
                    <a:pt x="450604" y="88773"/>
                  </a:cubicBezTo>
                  <a:cubicBezTo>
                    <a:pt x="463553" y="80648"/>
                    <a:pt x="478539" y="76581"/>
                    <a:pt x="495543" y="76581"/>
                  </a:cubicBezTo>
                  <a:cubicBezTo>
                    <a:pt x="513318" y="76581"/>
                    <a:pt x="528295" y="81029"/>
                    <a:pt x="540481" y="89916"/>
                  </a:cubicBezTo>
                  <a:cubicBezTo>
                    <a:pt x="552925" y="98555"/>
                    <a:pt x="561304" y="110747"/>
                    <a:pt x="565617" y="126492"/>
                  </a:cubicBezTo>
                  <a:lnTo>
                    <a:pt x="561047" y="122301"/>
                  </a:lnTo>
                  <a:lnTo>
                    <a:pt x="561047" y="81153"/>
                  </a:lnTo>
                  <a:lnTo>
                    <a:pt x="591894" y="81153"/>
                  </a:lnTo>
                  <a:lnTo>
                    <a:pt x="591894" y="271272"/>
                  </a:lnTo>
                  <a:cubicBezTo>
                    <a:pt x="591894" y="299971"/>
                    <a:pt x="584535" y="321564"/>
                    <a:pt x="569806" y="336042"/>
                  </a:cubicBezTo>
                  <a:cubicBezTo>
                    <a:pt x="555334" y="350520"/>
                    <a:pt x="533883" y="357759"/>
                    <a:pt x="505445" y="357759"/>
                  </a:cubicBezTo>
                  <a:close/>
                  <a:moveTo>
                    <a:pt x="501636" y="241173"/>
                  </a:moveTo>
                  <a:cubicBezTo>
                    <a:pt x="520173" y="241173"/>
                    <a:pt x="534645" y="235077"/>
                    <a:pt x="545051" y="222885"/>
                  </a:cubicBezTo>
                  <a:cubicBezTo>
                    <a:pt x="555715" y="210436"/>
                    <a:pt x="561047" y="193424"/>
                    <a:pt x="561047" y="171831"/>
                  </a:cubicBezTo>
                  <a:cubicBezTo>
                    <a:pt x="561047" y="150238"/>
                    <a:pt x="555715" y="133350"/>
                    <a:pt x="545051" y="121158"/>
                  </a:cubicBezTo>
                  <a:cubicBezTo>
                    <a:pt x="534645" y="108709"/>
                    <a:pt x="520173" y="102489"/>
                    <a:pt x="501636" y="102489"/>
                  </a:cubicBezTo>
                  <a:cubicBezTo>
                    <a:pt x="482851" y="102489"/>
                    <a:pt x="467999" y="108709"/>
                    <a:pt x="457079" y="121158"/>
                  </a:cubicBezTo>
                  <a:cubicBezTo>
                    <a:pt x="446415" y="133350"/>
                    <a:pt x="441083" y="150238"/>
                    <a:pt x="441083" y="171831"/>
                  </a:cubicBezTo>
                  <a:cubicBezTo>
                    <a:pt x="441083" y="193672"/>
                    <a:pt x="446415" y="210693"/>
                    <a:pt x="457079" y="222885"/>
                  </a:cubicBezTo>
                  <a:cubicBezTo>
                    <a:pt x="467999" y="235077"/>
                    <a:pt x="482851" y="241173"/>
                    <a:pt x="501636" y="241173"/>
                  </a:cubicBezTo>
                  <a:close/>
                  <a:moveTo>
                    <a:pt x="651124" y="272796"/>
                  </a:moveTo>
                  <a:lnTo>
                    <a:pt x="651124" y="81153"/>
                  </a:lnTo>
                  <a:lnTo>
                    <a:pt x="681971" y="81153"/>
                  </a:lnTo>
                  <a:lnTo>
                    <a:pt x="681971" y="272796"/>
                  </a:lnTo>
                  <a:lnTo>
                    <a:pt x="651124" y="272796"/>
                  </a:lnTo>
                  <a:close/>
                  <a:moveTo>
                    <a:pt x="648077" y="0"/>
                  </a:moveTo>
                  <a:lnTo>
                    <a:pt x="685780" y="0"/>
                  </a:lnTo>
                  <a:lnTo>
                    <a:pt x="685780" y="35052"/>
                  </a:lnTo>
                  <a:lnTo>
                    <a:pt x="648077" y="35052"/>
                  </a:lnTo>
                  <a:lnTo>
                    <a:pt x="648077" y="0"/>
                  </a:lnTo>
                  <a:close/>
                  <a:moveTo>
                    <a:pt x="806609" y="275463"/>
                  </a:moveTo>
                  <a:cubicBezTo>
                    <a:pt x="774371" y="275463"/>
                    <a:pt x="748856" y="267205"/>
                    <a:pt x="730061" y="250698"/>
                  </a:cubicBezTo>
                  <a:lnTo>
                    <a:pt x="740344" y="227838"/>
                  </a:lnTo>
                  <a:cubicBezTo>
                    <a:pt x="750502" y="235715"/>
                    <a:pt x="760909" y="241554"/>
                    <a:pt x="771572" y="245364"/>
                  </a:cubicBezTo>
                  <a:cubicBezTo>
                    <a:pt x="782493" y="248917"/>
                    <a:pt x="794556" y="250698"/>
                    <a:pt x="807751" y="250698"/>
                  </a:cubicBezTo>
                  <a:cubicBezTo>
                    <a:pt x="822223" y="250698"/>
                    <a:pt x="833144" y="248288"/>
                    <a:pt x="840503" y="243459"/>
                  </a:cubicBezTo>
                  <a:cubicBezTo>
                    <a:pt x="848120" y="238382"/>
                    <a:pt x="851929" y="231143"/>
                    <a:pt x="851929" y="221742"/>
                  </a:cubicBezTo>
                  <a:cubicBezTo>
                    <a:pt x="851929" y="214122"/>
                    <a:pt x="849396" y="208150"/>
                    <a:pt x="844312" y="203835"/>
                  </a:cubicBezTo>
                  <a:cubicBezTo>
                    <a:pt x="839237" y="199263"/>
                    <a:pt x="830859" y="195577"/>
                    <a:pt x="819177" y="192786"/>
                  </a:cubicBezTo>
                  <a:lnTo>
                    <a:pt x="786806" y="185166"/>
                  </a:lnTo>
                  <a:cubicBezTo>
                    <a:pt x="770811" y="181613"/>
                    <a:pt x="758376" y="175260"/>
                    <a:pt x="749484" y="166116"/>
                  </a:cubicBezTo>
                  <a:cubicBezTo>
                    <a:pt x="740858" y="156972"/>
                    <a:pt x="736535" y="146047"/>
                    <a:pt x="736535" y="133350"/>
                  </a:cubicBezTo>
                  <a:cubicBezTo>
                    <a:pt x="736535" y="122177"/>
                    <a:pt x="739582" y="112395"/>
                    <a:pt x="745675" y="104013"/>
                  </a:cubicBezTo>
                  <a:cubicBezTo>
                    <a:pt x="751769" y="95374"/>
                    <a:pt x="760280" y="88649"/>
                    <a:pt x="771191" y="83820"/>
                  </a:cubicBezTo>
                  <a:cubicBezTo>
                    <a:pt x="782112" y="78991"/>
                    <a:pt x="795060" y="76581"/>
                    <a:pt x="810037" y="76581"/>
                  </a:cubicBezTo>
                  <a:cubicBezTo>
                    <a:pt x="823499" y="76581"/>
                    <a:pt x="836190" y="78743"/>
                    <a:pt x="848120" y="83058"/>
                  </a:cubicBezTo>
                  <a:cubicBezTo>
                    <a:pt x="860059" y="87373"/>
                    <a:pt x="870085" y="93602"/>
                    <a:pt x="878206" y="101727"/>
                  </a:cubicBezTo>
                  <a:lnTo>
                    <a:pt x="867924" y="124206"/>
                  </a:lnTo>
                  <a:cubicBezTo>
                    <a:pt x="858784" y="116586"/>
                    <a:pt x="849396" y="110995"/>
                    <a:pt x="839742" y="107442"/>
                  </a:cubicBezTo>
                  <a:cubicBezTo>
                    <a:pt x="830354" y="103632"/>
                    <a:pt x="820452" y="101727"/>
                    <a:pt x="810037" y="101727"/>
                  </a:cubicBezTo>
                  <a:cubicBezTo>
                    <a:pt x="796327" y="101727"/>
                    <a:pt x="785663" y="104394"/>
                    <a:pt x="778046" y="109728"/>
                  </a:cubicBezTo>
                  <a:cubicBezTo>
                    <a:pt x="770687" y="115062"/>
                    <a:pt x="767002" y="122301"/>
                    <a:pt x="767002" y="131445"/>
                  </a:cubicBezTo>
                  <a:cubicBezTo>
                    <a:pt x="767002" y="139322"/>
                    <a:pt x="769287" y="145542"/>
                    <a:pt x="773857" y="150114"/>
                  </a:cubicBezTo>
                  <a:cubicBezTo>
                    <a:pt x="778684" y="154686"/>
                    <a:pt x="786301" y="158239"/>
                    <a:pt x="796708" y="160782"/>
                  </a:cubicBezTo>
                  <a:lnTo>
                    <a:pt x="829078" y="168783"/>
                  </a:lnTo>
                  <a:cubicBezTo>
                    <a:pt x="847111" y="172593"/>
                    <a:pt x="860307" y="178946"/>
                    <a:pt x="868685" y="187833"/>
                  </a:cubicBezTo>
                  <a:cubicBezTo>
                    <a:pt x="877321" y="196472"/>
                    <a:pt x="881634" y="207521"/>
                    <a:pt x="881634" y="220980"/>
                  </a:cubicBezTo>
                  <a:cubicBezTo>
                    <a:pt x="881634" y="237487"/>
                    <a:pt x="874912" y="250698"/>
                    <a:pt x="861449" y="260604"/>
                  </a:cubicBezTo>
                  <a:cubicBezTo>
                    <a:pt x="847996" y="270510"/>
                    <a:pt x="829716" y="275463"/>
                    <a:pt x="806609" y="275463"/>
                  </a:cubicBezTo>
                  <a:close/>
                  <a:moveTo>
                    <a:pt x="901904" y="105537"/>
                  </a:moveTo>
                  <a:lnTo>
                    <a:pt x="901904" y="81153"/>
                  </a:lnTo>
                  <a:lnTo>
                    <a:pt x="1024913" y="81153"/>
                  </a:lnTo>
                  <a:lnTo>
                    <a:pt x="1024913" y="105537"/>
                  </a:lnTo>
                  <a:lnTo>
                    <a:pt x="901904" y="105537"/>
                  </a:lnTo>
                  <a:close/>
                  <a:moveTo>
                    <a:pt x="1024152" y="245364"/>
                  </a:moveTo>
                  <a:lnTo>
                    <a:pt x="1024152" y="271653"/>
                  </a:lnTo>
                  <a:cubicBezTo>
                    <a:pt x="1019829" y="272920"/>
                    <a:pt x="1015516" y="273815"/>
                    <a:pt x="1011203" y="274320"/>
                  </a:cubicBezTo>
                  <a:cubicBezTo>
                    <a:pt x="1007138" y="275082"/>
                    <a:pt x="1002568" y="275463"/>
                    <a:pt x="997493" y="275463"/>
                  </a:cubicBezTo>
                  <a:cubicBezTo>
                    <a:pt x="979718" y="275463"/>
                    <a:pt x="965503" y="270386"/>
                    <a:pt x="954840" y="260223"/>
                  </a:cubicBezTo>
                  <a:cubicBezTo>
                    <a:pt x="944424" y="250060"/>
                    <a:pt x="939226" y="234820"/>
                    <a:pt x="939226" y="214503"/>
                  </a:cubicBezTo>
                  <a:lnTo>
                    <a:pt x="939226" y="32004"/>
                  </a:lnTo>
                  <a:lnTo>
                    <a:pt x="970073" y="20955"/>
                  </a:lnTo>
                  <a:lnTo>
                    <a:pt x="970073" y="210312"/>
                  </a:lnTo>
                  <a:cubicBezTo>
                    <a:pt x="970073" y="220475"/>
                    <a:pt x="971463" y="228343"/>
                    <a:pt x="974262" y="233934"/>
                  </a:cubicBezTo>
                  <a:cubicBezTo>
                    <a:pt x="977309" y="239525"/>
                    <a:pt x="981365" y="243459"/>
                    <a:pt x="986449" y="245745"/>
                  </a:cubicBezTo>
                  <a:cubicBezTo>
                    <a:pt x="991524" y="247774"/>
                    <a:pt x="997236" y="248793"/>
                    <a:pt x="1003587" y="248793"/>
                  </a:cubicBezTo>
                  <a:cubicBezTo>
                    <a:pt x="1007395" y="248793"/>
                    <a:pt x="1010822" y="248536"/>
                    <a:pt x="1013869" y="248031"/>
                  </a:cubicBezTo>
                  <a:cubicBezTo>
                    <a:pt x="1016916" y="247526"/>
                    <a:pt x="1020343" y="246631"/>
                    <a:pt x="1024152" y="245364"/>
                  </a:cubicBezTo>
                  <a:close/>
                  <a:moveTo>
                    <a:pt x="1062083" y="272796"/>
                  </a:moveTo>
                  <a:lnTo>
                    <a:pt x="1062083" y="81153"/>
                  </a:lnTo>
                  <a:lnTo>
                    <a:pt x="1092931" y="81153"/>
                  </a:lnTo>
                  <a:lnTo>
                    <a:pt x="1092931" y="272796"/>
                  </a:lnTo>
                  <a:lnTo>
                    <a:pt x="1062083" y="272796"/>
                  </a:lnTo>
                  <a:close/>
                  <a:moveTo>
                    <a:pt x="1059036" y="0"/>
                  </a:moveTo>
                  <a:lnTo>
                    <a:pt x="1096739" y="0"/>
                  </a:lnTo>
                  <a:lnTo>
                    <a:pt x="1096739" y="35052"/>
                  </a:lnTo>
                  <a:lnTo>
                    <a:pt x="1059036" y="35052"/>
                  </a:lnTo>
                  <a:lnTo>
                    <a:pt x="1059036" y="0"/>
                  </a:lnTo>
                  <a:close/>
                  <a:moveTo>
                    <a:pt x="1233183" y="275463"/>
                  </a:moveTo>
                  <a:cubicBezTo>
                    <a:pt x="1214398" y="275463"/>
                    <a:pt x="1198146" y="271396"/>
                    <a:pt x="1184436" y="263271"/>
                  </a:cubicBezTo>
                  <a:cubicBezTo>
                    <a:pt x="1170726" y="255146"/>
                    <a:pt x="1160062" y="243716"/>
                    <a:pt x="1152446" y="228981"/>
                  </a:cubicBezTo>
                  <a:cubicBezTo>
                    <a:pt x="1145086" y="214246"/>
                    <a:pt x="1141401" y="196853"/>
                    <a:pt x="1141401" y="176784"/>
                  </a:cubicBezTo>
                  <a:cubicBezTo>
                    <a:pt x="1141401" y="156972"/>
                    <a:pt x="1145210" y="139570"/>
                    <a:pt x="1152827" y="124587"/>
                  </a:cubicBezTo>
                  <a:cubicBezTo>
                    <a:pt x="1160443" y="109347"/>
                    <a:pt x="1171240" y="97536"/>
                    <a:pt x="1185197" y="89154"/>
                  </a:cubicBezTo>
                  <a:cubicBezTo>
                    <a:pt x="1199165" y="80772"/>
                    <a:pt x="1215664" y="76581"/>
                    <a:pt x="1234706" y="76581"/>
                  </a:cubicBezTo>
                  <a:cubicBezTo>
                    <a:pt x="1247654" y="76581"/>
                    <a:pt x="1260098" y="78867"/>
                    <a:pt x="1272028" y="83439"/>
                  </a:cubicBezTo>
                  <a:cubicBezTo>
                    <a:pt x="1284215" y="87754"/>
                    <a:pt x="1294250" y="93850"/>
                    <a:pt x="1302114" y="101727"/>
                  </a:cubicBezTo>
                  <a:lnTo>
                    <a:pt x="1291831" y="124587"/>
                  </a:lnTo>
                  <a:cubicBezTo>
                    <a:pt x="1282444" y="117224"/>
                    <a:pt x="1273170" y="111757"/>
                    <a:pt x="1264030" y="108204"/>
                  </a:cubicBezTo>
                  <a:cubicBezTo>
                    <a:pt x="1255148" y="104394"/>
                    <a:pt x="1245884" y="102489"/>
                    <a:pt x="1236230" y="102489"/>
                  </a:cubicBezTo>
                  <a:cubicBezTo>
                    <a:pt x="1216940" y="102489"/>
                    <a:pt x="1201573" y="108966"/>
                    <a:pt x="1190148" y="121920"/>
                  </a:cubicBezTo>
                  <a:cubicBezTo>
                    <a:pt x="1178980" y="134874"/>
                    <a:pt x="1173392" y="153162"/>
                    <a:pt x="1173392" y="176784"/>
                  </a:cubicBezTo>
                  <a:cubicBezTo>
                    <a:pt x="1173392" y="200149"/>
                    <a:pt x="1178980" y="218189"/>
                    <a:pt x="1190148" y="230886"/>
                  </a:cubicBezTo>
                  <a:cubicBezTo>
                    <a:pt x="1201326" y="243583"/>
                    <a:pt x="1216683" y="249936"/>
                    <a:pt x="1236230" y="249936"/>
                  </a:cubicBezTo>
                  <a:cubicBezTo>
                    <a:pt x="1245627" y="249936"/>
                    <a:pt x="1254890" y="248155"/>
                    <a:pt x="1264030" y="244602"/>
                  </a:cubicBezTo>
                  <a:cubicBezTo>
                    <a:pt x="1273170" y="240792"/>
                    <a:pt x="1282444" y="235201"/>
                    <a:pt x="1291831" y="227838"/>
                  </a:cubicBezTo>
                  <a:lnTo>
                    <a:pt x="1302114" y="250698"/>
                  </a:lnTo>
                  <a:cubicBezTo>
                    <a:pt x="1293993" y="258318"/>
                    <a:pt x="1283710" y="264414"/>
                    <a:pt x="1271266" y="268986"/>
                  </a:cubicBezTo>
                  <a:cubicBezTo>
                    <a:pt x="1259080" y="273301"/>
                    <a:pt x="1246388" y="275463"/>
                    <a:pt x="1233183" y="275463"/>
                  </a:cubicBezTo>
                  <a:close/>
                  <a:moveTo>
                    <a:pt x="1406130" y="275463"/>
                  </a:moveTo>
                  <a:cubicBezTo>
                    <a:pt x="1373882" y="275463"/>
                    <a:pt x="1348366" y="267205"/>
                    <a:pt x="1329582" y="250698"/>
                  </a:cubicBezTo>
                  <a:lnTo>
                    <a:pt x="1339864" y="227838"/>
                  </a:lnTo>
                  <a:cubicBezTo>
                    <a:pt x="1350023" y="235715"/>
                    <a:pt x="1360429" y="241554"/>
                    <a:pt x="1371093" y="245364"/>
                  </a:cubicBezTo>
                  <a:cubicBezTo>
                    <a:pt x="1382013" y="248917"/>
                    <a:pt x="1394066" y="250698"/>
                    <a:pt x="1407272" y="250698"/>
                  </a:cubicBezTo>
                  <a:cubicBezTo>
                    <a:pt x="1421744" y="250698"/>
                    <a:pt x="1432664" y="248288"/>
                    <a:pt x="1440024" y="243459"/>
                  </a:cubicBezTo>
                  <a:cubicBezTo>
                    <a:pt x="1447641" y="238382"/>
                    <a:pt x="1451449" y="231143"/>
                    <a:pt x="1451449" y="221742"/>
                  </a:cubicBezTo>
                  <a:cubicBezTo>
                    <a:pt x="1451449" y="214122"/>
                    <a:pt x="1448907" y="208150"/>
                    <a:pt x="1443832" y="203835"/>
                  </a:cubicBezTo>
                  <a:cubicBezTo>
                    <a:pt x="1438757" y="199263"/>
                    <a:pt x="1430379" y="195577"/>
                    <a:pt x="1418697" y="192786"/>
                  </a:cubicBezTo>
                  <a:lnTo>
                    <a:pt x="1386326" y="185166"/>
                  </a:lnTo>
                  <a:cubicBezTo>
                    <a:pt x="1370331" y="181613"/>
                    <a:pt x="1357887" y="175260"/>
                    <a:pt x="1349004" y="166116"/>
                  </a:cubicBezTo>
                  <a:cubicBezTo>
                    <a:pt x="1340369" y="156972"/>
                    <a:pt x="1336056" y="146047"/>
                    <a:pt x="1336056" y="133350"/>
                  </a:cubicBezTo>
                  <a:cubicBezTo>
                    <a:pt x="1336056" y="122177"/>
                    <a:pt x="1339103" y="112395"/>
                    <a:pt x="1345196" y="104013"/>
                  </a:cubicBezTo>
                  <a:cubicBezTo>
                    <a:pt x="1351289" y="95374"/>
                    <a:pt x="1359792" y="88649"/>
                    <a:pt x="1370712" y="83820"/>
                  </a:cubicBezTo>
                  <a:cubicBezTo>
                    <a:pt x="1381632" y="78991"/>
                    <a:pt x="1394581" y="76581"/>
                    <a:pt x="1409557" y="76581"/>
                  </a:cubicBezTo>
                  <a:cubicBezTo>
                    <a:pt x="1423010" y="76581"/>
                    <a:pt x="1435711" y="78743"/>
                    <a:pt x="1447641" y="83058"/>
                  </a:cubicBezTo>
                  <a:cubicBezTo>
                    <a:pt x="1459570" y="87373"/>
                    <a:pt x="1469605" y="93602"/>
                    <a:pt x="1477727" y="101727"/>
                  </a:cubicBezTo>
                  <a:lnTo>
                    <a:pt x="1467444" y="124206"/>
                  </a:lnTo>
                  <a:cubicBezTo>
                    <a:pt x="1458304" y="116586"/>
                    <a:pt x="1448907" y="110995"/>
                    <a:pt x="1439262" y="107442"/>
                  </a:cubicBezTo>
                  <a:cubicBezTo>
                    <a:pt x="1429865" y="103632"/>
                    <a:pt x="1419963" y="101727"/>
                    <a:pt x="1409557" y="101727"/>
                  </a:cubicBezTo>
                  <a:cubicBezTo>
                    <a:pt x="1395847" y="101727"/>
                    <a:pt x="1385184" y="104394"/>
                    <a:pt x="1377567" y="109728"/>
                  </a:cubicBezTo>
                  <a:cubicBezTo>
                    <a:pt x="1370207" y="115062"/>
                    <a:pt x="1366523" y="122301"/>
                    <a:pt x="1366523" y="131445"/>
                  </a:cubicBezTo>
                  <a:cubicBezTo>
                    <a:pt x="1366523" y="139322"/>
                    <a:pt x="1368808" y="145542"/>
                    <a:pt x="1373378" y="150114"/>
                  </a:cubicBezTo>
                  <a:cubicBezTo>
                    <a:pt x="1378205" y="154686"/>
                    <a:pt x="1385821" y="158239"/>
                    <a:pt x="1396228" y="160782"/>
                  </a:cubicBezTo>
                  <a:lnTo>
                    <a:pt x="1428599" y="168783"/>
                  </a:lnTo>
                  <a:cubicBezTo>
                    <a:pt x="1446622" y="172593"/>
                    <a:pt x="1459827" y="178946"/>
                    <a:pt x="1468206" y="187833"/>
                  </a:cubicBezTo>
                  <a:cubicBezTo>
                    <a:pt x="1476841" y="196472"/>
                    <a:pt x="1481154" y="207521"/>
                    <a:pt x="1481154" y="220980"/>
                  </a:cubicBezTo>
                  <a:cubicBezTo>
                    <a:pt x="1481154" y="237487"/>
                    <a:pt x="1474423" y="250698"/>
                    <a:pt x="1460970" y="260604"/>
                  </a:cubicBezTo>
                  <a:cubicBezTo>
                    <a:pt x="1447517" y="270510"/>
                    <a:pt x="1429237" y="275463"/>
                    <a:pt x="1406130" y="2754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g12709bdffa8_0_3309"/>
            <p:cNvSpPr/>
            <p:nvPr/>
          </p:nvSpPr>
          <p:spPr>
            <a:xfrm>
              <a:off x="5142141" y="6021492"/>
              <a:ext cx="1459056" cy="284607"/>
            </a:xfrm>
            <a:custGeom>
              <a:rect b="b" l="l" r="r" t="t"/>
              <a:pathLst>
                <a:path extrusionOk="0" h="284607" w="1459056">
                  <a:moveTo>
                    <a:pt x="0" y="281940"/>
                  </a:moveTo>
                  <a:lnTo>
                    <a:pt x="0" y="10668"/>
                  </a:lnTo>
                  <a:lnTo>
                    <a:pt x="108157" y="10668"/>
                  </a:lnTo>
                  <a:cubicBezTo>
                    <a:pt x="136082" y="10668"/>
                    <a:pt x="157790" y="17402"/>
                    <a:pt x="173280" y="30861"/>
                  </a:cubicBezTo>
                  <a:cubicBezTo>
                    <a:pt x="189018" y="44320"/>
                    <a:pt x="196892" y="62865"/>
                    <a:pt x="196892" y="86487"/>
                  </a:cubicBezTo>
                  <a:cubicBezTo>
                    <a:pt x="196892" y="109852"/>
                    <a:pt x="189018" y="128397"/>
                    <a:pt x="173280" y="142113"/>
                  </a:cubicBezTo>
                  <a:cubicBezTo>
                    <a:pt x="157542" y="155829"/>
                    <a:pt x="135834" y="162687"/>
                    <a:pt x="108157" y="162687"/>
                  </a:cubicBezTo>
                  <a:lnTo>
                    <a:pt x="31228" y="162687"/>
                  </a:lnTo>
                  <a:lnTo>
                    <a:pt x="31228" y="281940"/>
                  </a:lnTo>
                  <a:lnTo>
                    <a:pt x="0" y="281940"/>
                  </a:lnTo>
                  <a:close/>
                  <a:moveTo>
                    <a:pt x="31228" y="136779"/>
                  </a:moveTo>
                  <a:lnTo>
                    <a:pt x="105491" y="136779"/>
                  </a:lnTo>
                  <a:cubicBezTo>
                    <a:pt x="125552" y="136779"/>
                    <a:pt x="140652" y="132464"/>
                    <a:pt x="150811" y="123825"/>
                  </a:cubicBezTo>
                  <a:cubicBezTo>
                    <a:pt x="160970" y="114938"/>
                    <a:pt x="166045" y="102489"/>
                    <a:pt x="166045" y="86487"/>
                  </a:cubicBezTo>
                  <a:cubicBezTo>
                    <a:pt x="166045" y="70485"/>
                    <a:pt x="160970" y="58169"/>
                    <a:pt x="150811" y="49530"/>
                  </a:cubicBezTo>
                  <a:cubicBezTo>
                    <a:pt x="140652" y="40891"/>
                    <a:pt x="125552" y="36576"/>
                    <a:pt x="105491" y="36576"/>
                  </a:cubicBezTo>
                  <a:lnTo>
                    <a:pt x="31228" y="36576"/>
                  </a:lnTo>
                  <a:lnTo>
                    <a:pt x="31228" y="136779"/>
                  </a:lnTo>
                  <a:close/>
                  <a:moveTo>
                    <a:pt x="244258" y="281940"/>
                  </a:moveTo>
                  <a:lnTo>
                    <a:pt x="244258" y="1524"/>
                  </a:lnTo>
                  <a:lnTo>
                    <a:pt x="275106" y="1524"/>
                  </a:lnTo>
                  <a:lnTo>
                    <a:pt x="275106" y="281940"/>
                  </a:lnTo>
                  <a:lnTo>
                    <a:pt x="244258" y="281940"/>
                  </a:lnTo>
                  <a:close/>
                  <a:moveTo>
                    <a:pt x="408503" y="284607"/>
                  </a:moveTo>
                  <a:cubicBezTo>
                    <a:pt x="391489" y="284607"/>
                    <a:pt x="376513" y="280673"/>
                    <a:pt x="363564" y="272796"/>
                  </a:cubicBezTo>
                  <a:cubicBezTo>
                    <a:pt x="350873" y="264671"/>
                    <a:pt x="340972" y="253241"/>
                    <a:pt x="333859" y="238506"/>
                  </a:cubicBezTo>
                  <a:cubicBezTo>
                    <a:pt x="327005" y="223523"/>
                    <a:pt x="323577" y="205997"/>
                    <a:pt x="323577" y="185928"/>
                  </a:cubicBezTo>
                  <a:cubicBezTo>
                    <a:pt x="323577" y="165859"/>
                    <a:pt x="327128" y="148333"/>
                    <a:pt x="334240" y="133350"/>
                  </a:cubicBezTo>
                  <a:cubicBezTo>
                    <a:pt x="341352" y="118367"/>
                    <a:pt x="351254" y="106680"/>
                    <a:pt x="363945" y="98298"/>
                  </a:cubicBezTo>
                  <a:cubicBezTo>
                    <a:pt x="376894" y="89916"/>
                    <a:pt x="391746" y="85725"/>
                    <a:pt x="408503" y="85725"/>
                  </a:cubicBezTo>
                  <a:cubicBezTo>
                    <a:pt x="426021" y="85725"/>
                    <a:pt x="440874" y="90040"/>
                    <a:pt x="453061" y="98679"/>
                  </a:cubicBezTo>
                  <a:cubicBezTo>
                    <a:pt x="465247" y="107318"/>
                    <a:pt x="473502" y="119634"/>
                    <a:pt x="477815" y="135636"/>
                  </a:cubicBezTo>
                  <a:lnTo>
                    <a:pt x="473245" y="138684"/>
                  </a:lnTo>
                  <a:lnTo>
                    <a:pt x="473245" y="90297"/>
                  </a:lnTo>
                  <a:lnTo>
                    <a:pt x="503712" y="90297"/>
                  </a:lnTo>
                  <a:lnTo>
                    <a:pt x="503712" y="281940"/>
                  </a:lnTo>
                  <a:lnTo>
                    <a:pt x="473245" y="281940"/>
                  </a:lnTo>
                  <a:lnTo>
                    <a:pt x="473245" y="232410"/>
                  </a:lnTo>
                  <a:lnTo>
                    <a:pt x="477815" y="234696"/>
                  </a:lnTo>
                  <a:cubicBezTo>
                    <a:pt x="473502" y="250698"/>
                    <a:pt x="465247" y="263014"/>
                    <a:pt x="453061" y="271653"/>
                  </a:cubicBezTo>
                  <a:cubicBezTo>
                    <a:pt x="440874" y="280292"/>
                    <a:pt x="426021" y="284607"/>
                    <a:pt x="408503" y="284607"/>
                  </a:cubicBezTo>
                  <a:close/>
                  <a:moveTo>
                    <a:pt x="414596" y="259080"/>
                  </a:moveTo>
                  <a:cubicBezTo>
                    <a:pt x="433381" y="259080"/>
                    <a:pt x="447853" y="252727"/>
                    <a:pt x="458011" y="240030"/>
                  </a:cubicBezTo>
                  <a:cubicBezTo>
                    <a:pt x="468170" y="227076"/>
                    <a:pt x="473245" y="208788"/>
                    <a:pt x="473245" y="185166"/>
                  </a:cubicBezTo>
                  <a:cubicBezTo>
                    <a:pt x="473245" y="161544"/>
                    <a:pt x="468037" y="143380"/>
                    <a:pt x="457631" y="130683"/>
                  </a:cubicBezTo>
                  <a:cubicBezTo>
                    <a:pt x="447472" y="117986"/>
                    <a:pt x="433134" y="111633"/>
                    <a:pt x="414596" y="111633"/>
                  </a:cubicBezTo>
                  <a:cubicBezTo>
                    <a:pt x="395812" y="111633"/>
                    <a:pt x="381083" y="118234"/>
                    <a:pt x="370420" y="131445"/>
                  </a:cubicBezTo>
                  <a:cubicBezTo>
                    <a:pt x="360013" y="144399"/>
                    <a:pt x="354805" y="162563"/>
                    <a:pt x="354805" y="185928"/>
                  </a:cubicBezTo>
                  <a:cubicBezTo>
                    <a:pt x="354805" y="209293"/>
                    <a:pt x="360013" y="227333"/>
                    <a:pt x="370420" y="240030"/>
                  </a:cubicBezTo>
                  <a:cubicBezTo>
                    <a:pt x="381083" y="252727"/>
                    <a:pt x="395812" y="259080"/>
                    <a:pt x="414596" y="259080"/>
                  </a:cubicBezTo>
                  <a:close/>
                  <a:moveTo>
                    <a:pt x="536311" y="114681"/>
                  </a:moveTo>
                  <a:lnTo>
                    <a:pt x="536311" y="90297"/>
                  </a:lnTo>
                  <a:lnTo>
                    <a:pt x="659321" y="90297"/>
                  </a:lnTo>
                  <a:lnTo>
                    <a:pt x="659321" y="114681"/>
                  </a:lnTo>
                  <a:lnTo>
                    <a:pt x="536311" y="114681"/>
                  </a:lnTo>
                  <a:close/>
                  <a:moveTo>
                    <a:pt x="658560" y="254508"/>
                  </a:moveTo>
                  <a:lnTo>
                    <a:pt x="658560" y="280797"/>
                  </a:lnTo>
                  <a:cubicBezTo>
                    <a:pt x="654247" y="282064"/>
                    <a:pt x="649934" y="282959"/>
                    <a:pt x="645611" y="283464"/>
                  </a:cubicBezTo>
                  <a:cubicBezTo>
                    <a:pt x="641555" y="284226"/>
                    <a:pt x="636985" y="284607"/>
                    <a:pt x="631901" y="284607"/>
                  </a:cubicBezTo>
                  <a:cubicBezTo>
                    <a:pt x="614135" y="284607"/>
                    <a:pt x="599911" y="279530"/>
                    <a:pt x="589247" y="269367"/>
                  </a:cubicBezTo>
                  <a:cubicBezTo>
                    <a:pt x="578841" y="259204"/>
                    <a:pt x="573633" y="243964"/>
                    <a:pt x="573633" y="223647"/>
                  </a:cubicBezTo>
                  <a:lnTo>
                    <a:pt x="573633" y="41148"/>
                  </a:lnTo>
                  <a:lnTo>
                    <a:pt x="604481" y="30099"/>
                  </a:lnTo>
                  <a:lnTo>
                    <a:pt x="604481" y="219456"/>
                  </a:lnTo>
                  <a:cubicBezTo>
                    <a:pt x="604481" y="229619"/>
                    <a:pt x="605880" y="237487"/>
                    <a:pt x="608670" y="243078"/>
                  </a:cubicBezTo>
                  <a:cubicBezTo>
                    <a:pt x="611717" y="248669"/>
                    <a:pt x="615782" y="252603"/>
                    <a:pt x="620857" y="254889"/>
                  </a:cubicBezTo>
                  <a:cubicBezTo>
                    <a:pt x="625941" y="256918"/>
                    <a:pt x="631654" y="257937"/>
                    <a:pt x="637995" y="257937"/>
                  </a:cubicBezTo>
                  <a:cubicBezTo>
                    <a:pt x="641803" y="257937"/>
                    <a:pt x="645230" y="257680"/>
                    <a:pt x="648277" y="257175"/>
                  </a:cubicBezTo>
                  <a:cubicBezTo>
                    <a:pt x="651324" y="256670"/>
                    <a:pt x="654751" y="255775"/>
                    <a:pt x="658560" y="254508"/>
                  </a:cubicBezTo>
                  <a:close/>
                  <a:moveTo>
                    <a:pt x="673545" y="114681"/>
                  </a:moveTo>
                  <a:lnTo>
                    <a:pt x="673545" y="90297"/>
                  </a:lnTo>
                  <a:lnTo>
                    <a:pt x="788558" y="90297"/>
                  </a:lnTo>
                  <a:lnTo>
                    <a:pt x="788558" y="114681"/>
                  </a:lnTo>
                  <a:lnTo>
                    <a:pt x="673545" y="114681"/>
                  </a:lnTo>
                  <a:close/>
                  <a:moveTo>
                    <a:pt x="793889" y="29718"/>
                  </a:moveTo>
                  <a:cubicBezTo>
                    <a:pt x="786787" y="27689"/>
                    <a:pt x="780179" y="26670"/>
                    <a:pt x="774086" y="26670"/>
                  </a:cubicBezTo>
                  <a:cubicBezTo>
                    <a:pt x="767993" y="26670"/>
                    <a:pt x="762414" y="27813"/>
                    <a:pt x="757329" y="30099"/>
                  </a:cubicBezTo>
                  <a:cubicBezTo>
                    <a:pt x="752511" y="32128"/>
                    <a:pt x="748703" y="35938"/>
                    <a:pt x="745904" y="41529"/>
                  </a:cubicBezTo>
                  <a:cubicBezTo>
                    <a:pt x="743114" y="47120"/>
                    <a:pt x="741715" y="54864"/>
                    <a:pt x="741715" y="64770"/>
                  </a:cubicBezTo>
                  <a:lnTo>
                    <a:pt x="741715" y="281940"/>
                  </a:lnTo>
                  <a:lnTo>
                    <a:pt x="710867" y="281940"/>
                  </a:lnTo>
                  <a:lnTo>
                    <a:pt x="710867" y="60960"/>
                  </a:lnTo>
                  <a:cubicBezTo>
                    <a:pt x="710867" y="40386"/>
                    <a:pt x="715952" y="25146"/>
                    <a:pt x="726101" y="15240"/>
                  </a:cubicBezTo>
                  <a:cubicBezTo>
                    <a:pt x="736260" y="5077"/>
                    <a:pt x="750227" y="0"/>
                    <a:pt x="767993" y="0"/>
                  </a:cubicBezTo>
                  <a:cubicBezTo>
                    <a:pt x="772315" y="0"/>
                    <a:pt x="776628" y="257"/>
                    <a:pt x="780941" y="762"/>
                  </a:cubicBezTo>
                  <a:cubicBezTo>
                    <a:pt x="785263" y="1267"/>
                    <a:pt x="789576" y="2162"/>
                    <a:pt x="793889" y="3429"/>
                  </a:cubicBezTo>
                  <a:lnTo>
                    <a:pt x="793889" y="29718"/>
                  </a:lnTo>
                  <a:close/>
                  <a:moveTo>
                    <a:pt x="906255" y="284607"/>
                  </a:moveTo>
                  <a:cubicBezTo>
                    <a:pt x="887975" y="284607"/>
                    <a:pt x="871980" y="280540"/>
                    <a:pt x="858270" y="272415"/>
                  </a:cubicBezTo>
                  <a:cubicBezTo>
                    <a:pt x="844807" y="264290"/>
                    <a:pt x="834277" y="252860"/>
                    <a:pt x="826660" y="238125"/>
                  </a:cubicBezTo>
                  <a:cubicBezTo>
                    <a:pt x="819291" y="223142"/>
                    <a:pt x="815616" y="205483"/>
                    <a:pt x="815616" y="185166"/>
                  </a:cubicBezTo>
                  <a:cubicBezTo>
                    <a:pt x="815616" y="165097"/>
                    <a:pt x="819291" y="147571"/>
                    <a:pt x="826660" y="132588"/>
                  </a:cubicBezTo>
                  <a:cubicBezTo>
                    <a:pt x="834277" y="117605"/>
                    <a:pt x="844807" y="106042"/>
                    <a:pt x="858270" y="97917"/>
                  </a:cubicBezTo>
                  <a:cubicBezTo>
                    <a:pt x="871980" y="89792"/>
                    <a:pt x="887975" y="85725"/>
                    <a:pt x="906255" y="85725"/>
                  </a:cubicBezTo>
                  <a:cubicBezTo>
                    <a:pt x="924535" y="85725"/>
                    <a:pt x="940397" y="89792"/>
                    <a:pt x="953859" y="97917"/>
                  </a:cubicBezTo>
                  <a:cubicBezTo>
                    <a:pt x="967569" y="106042"/>
                    <a:pt x="978100" y="117605"/>
                    <a:pt x="985469" y="132588"/>
                  </a:cubicBezTo>
                  <a:cubicBezTo>
                    <a:pt x="993085" y="147571"/>
                    <a:pt x="996894" y="165097"/>
                    <a:pt x="996894" y="185166"/>
                  </a:cubicBezTo>
                  <a:cubicBezTo>
                    <a:pt x="996894" y="205483"/>
                    <a:pt x="993085" y="223142"/>
                    <a:pt x="985469" y="238125"/>
                  </a:cubicBezTo>
                  <a:cubicBezTo>
                    <a:pt x="978100" y="252860"/>
                    <a:pt x="967569" y="264290"/>
                    <a:pt x="953859" y="272415"/>
                  </a:cubicBezTo>
                  <a:cubicBezTo>
                    <a:pt x="940397" y="280540"/>
                    <a:pt x="924535" y="284607"/>
                    <a:pt x="906255" y="284607"/>
                  </a:cubicBezTo>
                  <a:close/>
                  <a:moveTo>
                    <a:pt x="906255" y="259080"/>
                  </a:moveTo>
                  <a:cubicBezTo>
                    <a:pt x="925040" y="259080"/>
                    <a:pt x="939511" y="252860"/>
                    <a:pt x="949670" y="240411"/>
                  </a:cubicBezTo>
                  <a:cubicBezTo>
                    <a:pt x="960076" y="227714"/>
                    <a:pt x="965284" y="209293"/>
                    <a:pt x="965284" y="185166"/>
                  </a:cubicBezTo>
                  <a:cubicBezTo>
                    <a:pt x="965284" y="161544"/>
                    <a:pt x="960076" y="143380"/>
                    <a:pt x="949670" y="130683"/>
                  </a:cubicBezTo>
                  <a:cubicBezTo>
                    <a:pt x="939254" y="117986"/>
                    <a:pt x="924782" y="111633"/>
                    <a:pt x="906255" y="111633"/>
                  </a:cubicBezTo>
                  <a:cubicBezTo>
                    <a:pt x="887717" y="111633"/>
                    <a:pt x="873122" y="117986"/>
                    <a:pt x="862459" y="130683"/>
                  </a:cubicBezTo>
                  <a:cubicBezTo>
                    <a:pt x="852043" y="143380"/>
                    <a:pt x="846845" y="161544"/>
                    <a:pt x="846845" y="185166"/>
                  </a:cubicBezTo>
                  <a:cubicBezTo>
                    <a:pt x="846845" y="209293"/>
                    <a:pt x="851919" y="227714"/>
                    <a:pt x="862078" y="240411"/>
                  </a:cubicBezTo>
                  <a:cubicBezTo>
                    <a:pt x="872484" y="252860"/>
                    <a:pt x="887213" y="259080"/>
                    <a:pt x="906255" y="259080"/>
                  </a:cubicBezTo>
                  <a:close/>
                  <a:moveTo>
                    <a:pt x="1044974" y="281940"/>
                  </a:moveTo>
                  <a:lnTo>
                    <a:pt x="1044974" y="144018"/>
                  </a:lnTo>
                  <a:cubicBezTo>
                    <a:pt x="1044974" y="135131"/>
                    <a:pt x="1044727" y="126235"/>
                    <a:pt x="1044212" y="117348"/>
                  </a:cubicBezTo>
                  <a:cubicBezTo>
                    <a:pt x="1043965" y="108204"/>
                    <a:pt x="1043203" y="99184"/>
                    <a:pt x="1041927" y="90297"/>
                  </a:cubicBezTo>
                  <a:lnTo>
                    <a:pt x="1071252" y="90297"/>
                  </a:lnTo>
                  <a:lnTo>
                    <a:pt x="1075441" y="137541"/>
                  </a:lnTo>
                  <a:lnTo>
                    <a:pt x="1071252" y="136398"/>
                  </a:lnTo>
                  <a:cubicBezTo>
                    <a:pt x="1074812" y="119634"/>
                    <a:pt x="1082429" y="107061"/>
                    <a:pt x="1094102" y="98679"/>
                  </a:cubicBezTo>
                  <a:cubicBezTo>
                    <a:pt x="1106041" y="90040"/>
                    <a:pt x="1119371" y="85725"/>
                    <a:pt x="1134089" y="85725"/>
                  </a:cubicBezTo>
                  <a:cubicBezTo>
                    <a:pt x="1137393" y="85725"/>
                    <a:pt x="1140440" y="85982"/>
                    <a:pt x="1143230" y="86487"/>
                  </a:cubicBezTo>
                  <a:cubicBezTo>
                    <a:pt x="1146276" y="86744"/>
                    <a:pt x="1149076" y="87249"/>
                    <a:pt x="1151608" y="88011"/>
                  </a:cubicBezTo>
                  <a:lnTo>
                    <a:pt x="1150846" y="116205"/>
                  </a:lnTo>
                  <a:cubicBezTo>
                    <a:pt x="1145010" y="114176"/>
                    <a:pt x="1138279" y="113157"/>
                    <a:pt x="1130662" y="113157"/>
                  </a:cubicBezTo>
                  <a:cubicBezTo>
                    <a:pt x="1117466" y="113157"/>
                    <a:pt x="1106803" y="116081"/>
                    <a:pt x="1098672" y="121920"/>
                  </a:cubicBezTo>
                  <a:cubicBezTo>
                    <a:pt x="1090808" y="127759"/>
                    <a:pt x="1084962" y="135255"/>
                    <a:pt x="1081153" y="144399"/>
                  </a:cubicBezTo>
                  <a:cubicBezTo>
                    <a:pt x="1077602" y="153286"/>
                    <a:pt x="1075822" y="162687"/>
                    <a:pt x="1075822" y="172593"/>
                  </a:cubicBezTo>
                  <a:lnTo>
                    <a:pt x="1075822" y="281940"/>
                  </a:lnTo>
                  <a:lnTo>
                    <a:pt x="1044974" y="281940"/>
                  </a:lnTo>
                  <a:close/>
                  <a:moveTo>
                    <a:pt x="1182951" y="281940"/>
                  </a:moveTo>
                  <a:lnTo>
                    <a:pt x="1182951" y="144018"/>
                  </a:lnTo>
                  <a:cubicBezTo>
                    <a:pt x="1182951" y="135131"/>
                    <a:pt x="1182703" y="126235"/>
                    <a:pt x="1182189" y="117348"/>
                  </a:cubicBezTo>
                  <a:cubicBezTo>
                    <a:pt x="1181941" y="108204"/>
                    <a:pt x="1181180" y="99184"/>
                    <a:pt x="1179904" y="90297"/>
                  </a:cubicBezTo>
                  <a:lnTo>
                    <a:pt x="1209228" y="90297"/>
                  </a:lnTo>
                  <a:lnTo>
                    <a:pt x="1212656" y="129921"/>
                  </a:lnTo>
                  <a:lnTo>
                    <a:pt x="1208847" y="132588"/>
                  </a:lnTo>
                  <a:cubicBezTo>
                    <a:pt x="1213418" y="117605"/>
                    <a:pt x="1221291" y="106042"/>
                    <a:pt x="1232459" y="97917"/>
                  </a:cubicBezTo>
                  <a:cubicBezTo>
                    <a:pt x="1243885" y="89792"/>
                    <a:pt x="1257347" y="85725"/>
                    <a:pt x="1272828" y="85725"/>
                  </a:cubicBezTo>
                  <a:cubicBezTo>
                    <a:pt x="1291365" y="85725"/>
                    <a:pt x="1305713" y="90297"/>
                    <a:pt x="1315862" y="99441"/>
                  </a:cubicBezTo>
                  <a:cubicBezTo>
                    <a:pt x="1326278" y="108585"/>
                    <a:pt x="1332876" y="122558"/>
                    <a:pt x="1335665" y="141351"/>
                  </a:cubicBezTo>
                  <a:lnTo>
                    <a:pt x="1326526" y="136398"/>
                  </a:lnTo>
                  <a:cubicBezTo>
                    <a:pt x="1330591" y="120901"/>
                    <a:pt x="1338712" y="108585"/>
                    <a:pt x="1350899" y="99441"/>
                  </a:cubicBezTo>
                  <a:cubicBezTo>
                    <a:pt x="1363343" y="90297"/>
                    <a:pt x="1378196" y="85725"/>
                    <a:pt x="1395457" y="85725"/>
                  </a:cubicBezTo>
                  <a:cubicBezTo>
                    <a:pt x="1416536" y="85725"/>
                    <a:pt x="1432398" y="92078"/>
                    <a:pt x="1443061" y="104775"/>
                  </a:cubicBezTo>
                  <a:cubicBezTo>
                    <a:pt x="1453725" y="117224"/>
                    <a:pt x="1459056" y="136141"/>
                    <a:pt x="1459056" y="161544"/>
                  </a:cubicBezTo>
                  <a:lnTo>
                    <a:pt x="1459056" y="281940"/>
                  </a:lnTo>
                  <a:lnTo>
                    <a:pt x="1428209" y="281940"/>
                  </a:lnTo>
                  <a:lnTo>
                    <a:pt x="1428209" y="163068"/>
                  </a:lnTo>
                  <a:cubicBezTo>
                    <a:pt x="1428209" y="145285"/>
                    <a:pt x="1425038" y="132331"/>
                    <a:pt x="1418688" y="124206"/>
                  </a:cubicBezTo>
                  <a:cubicBezTo>
                    <a:pt x="1412347" y="115824"/>
                    <a:pt x="1402312" y="111633"/>
                    <a:pt x="1388602" y="111633"/>
                  </a:cubicBezTo>
                  <a:cubicBezTo>
                    <a:pt x="1372607" y="111633"/>
                    <a:pt x="1359915" y="117091"/>
                    <a:pt x="1350518" y="128016"/>
                  </a:cubicBezTo>
                  <a:cubicBezTo>
                    <a:pt x="1341378" y="138941"/>
                    <a:pt x="1336808" y="153800"/>
                    <a:pt x="1336808" y="172593"/>
                  </a:cubicBezTo>
                  <a:lnTo>
                    <a:pt x="1336808" y="281940"/>
                  </a:lnTo>
                  <a:lnTo>
                    <a:pt x="1305960" y="281940"/>
                  </a:lnTo>
                  <a:lnTo>
                    <a:pt x="1305960" y="163068"/>
                  </a:lnTo>
                  <a:cubicBezTo>
                    <a:pt x="1305960" y="145285"/>
                    <a:pt x="1302666" y="132331"/>
                    <a:pt x="1296059" y="124206"/>
                  </a:cubicBezTo>
                  <a:cubicBezTo>
                    <a:pt x="1289718" y="115824"/>
                    <a:pt x="1279683" y="111633"/>
                    <a:pt x="1265973" y="111633"/>
                  </a:cubicBezTo>
                  <a:cubicBezTo>
                    <a:pt x="1249730" y="111633"/>
                    <a:pt x="1236906" y="117091"/>
                    <a:pt x="1227508" y="128016"/>
                  </a:cubicBezTo>
                  <a:cubicBezTo>
                    <a:pt x="1218368" y="138941"/>
                    <a:pt x="1213798" y="153800"/>
                    <a:pt x="1213798" y="172593"/>
                  </a:cubicBezTo>
                  <a:lnTo>
                    <a:pt x="1213798" y="281940"/>
                  </a:lnTo>
                  <a:lnTo>
                    <a:pt x="1182951" y="2819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g12709bdffa8_0_3309"/>
            <p:cNvSpPr/>
            <p:nvPr/>
          </p:nvSpPr>
          <p:spPr>
            <a:xfrm>
              <a:off x="4527854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g12709bdffa8_0_3309"/>
            <p:cNvSpPr/>
            <p:nvPr/>
          </p:nvSpPr>
          <p:spPr>
            <a:xfrm>
              <a:off x="1919132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03" name="Google Shape;903;g12709bdffa8_0_33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3593" y="1156890"/>
            <a:ext cx="5857289" cy="4922178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g12709bdffa8_0_3309"/>
          <p:cNvSpPr txBox="1"/>
          <p:nvPr>
            <p:ph idx="2" type="body"/>
          </p:nvPr>
        </p:nvSpPr>
        <p:spPr>
          <a:xfrm>
            <a:off x="155786" y="6472155"/>
            <a:ext cx="5940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905" name="Google Shape;905;g12709bdffa8_0_3309"/>
          <p:cNvGrpSpPr/>
          <p:nvPr/>
        </p:nvGrpSpPr>
        <p:grpSpPr>
          <a:xfrm>
            <a:off x="270086" y="4540251"/>
            <a:ext cx="4771751" cy="1733400"/>
            <a:chOff x="155786" y="4540251"/>
            <a:chExt cx="4771751" cy="1733400"/>
          </a:xfrm>
        </p:grpSpPr>
        <p:sp>
          <p:nvSpPr>
            <p:cNvPr id="906" name="Google Shape;906;g12709bdffa8_0_3309"/>
            <p:cNvSpPr txBox="1"/>
            <p:nvPr/>
          </p:nvSpPr>
          <p:spPr>
            <a:xfrm>
              <a:off x="1368637" y="4540251"/>
              <a:ext cx="3558900" cy="17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Rokkitt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Rokkitt"/>
                  <a:ea typeface="Rokkitt"/>
                  <a:cs typeface="Rokkitt"/>
                  <a:sym typeface="Rokkitt"/>
                </a:rPr>
                <a:t>SMARTLOG SUPPLY CHAIN SOLUTIONS CORPORATION</a:t>
              </a:r>
              <a:endParaRPr b="1" i="0" sz="800" u="none" cap="none" strike="noStrike">
                <a:solidFill>
                  <a:srgbClr val="FFFFFF"/>
                </a:solidFill>
                <a:latin typeface="Rokkitt"/>
                <a:ea typeface="Rokkitt"/>
                <a:cs typeface="Rokkitt"/>
                <a:sym typeface="Rokkit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215B37 Nguyen Van Huong Street, Thao Dien Ward, Thu Duc City, Ho Chi Minh City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6BB24"/>
                </a:buClr>
                <a:buSzPts val="800"/>
                <a:buFont typeface="Rokkitt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en-US" sz="1400" u="sng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www.gosmartlog.com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07" name="Google Shape;907;g12709bdffa8_0_330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55786" y="5026167"/>
              <a:ext cx="1111200" cy="1107000"/>
            </a:xfrm>
            <a:prstGeom prst="roundRect">
              <a:avLst>
                <a:gd fmla="val 3122" name="adj"/>
              </a:avLst>
            </a:prstGeom>
            <a:noFill/>
            <a:ln>
              <a:noFill/>
            </a:ln>
          </p:spPr>
        </p:pic>
      </p:grpSp>
      <p:sp>
        <p:nvSpPr>
          <p:cNvPr id="908" name="Google Shape;908;g12709bdffa8_0_3309"/>
          <p:cNvSpPr txBox="1"/>
          <p:nvPr>
            <p:ph idx="3" type="body"/>
          </p:nvPr>
        </p:nvSpPr>
        <p:spPr>
          <a:xfrm>
            <a:off x="155786" y="3397250"/>
            <a:ext cx="3901800" cy="15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ing--personal--vie">
  <p:cSld name="ending--personal--vie">
    <p:bg>
      <p:bgPr>
        <a:solidFill>
          <a:srgbClr val="1E4B7E"/>
        </a:solidFill>
      </p:bgPr>
    </p:bg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12709bdffa8_0_3334"/>
          <p:cNvSpPr txBox="1"/>
          <p:nvPr>
            <p:ph idx="1" type="body"/>
          </p:nvPr>
        </p:nvSpPr>
        <p:spPr>
          <a:xfrm>
            <a:off x="155786" y="2241550"/>
            <a:ext cx="75078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solidFill>
                  <a:schemeClr val="dk2"/>
                </a:solidFill>
                <a:latin typeface="Rokkitt"/>
                <a:ea typeface="Rokkitt"/>
                <a:cs typeface="Rokkitt"/>
                <a:sym typeface="Rokkitt"/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911" name="Google Shape;911;g12709bdffa8_0_3334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3007268" y="-1"/>
            <a:ext cx="9184731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2" name="Google Shape;912;g12709bdffa8_0_3334"/>
          <p:cNvGrpSpPr/>
          <p:nvPr/>
        </p:nvGrpSpPr>
        <p:grpSpPr>
          <a:xfrm>
            <a:off x="300945" y="308243"/>
            <a:ext cx="2012792" cy="571765"/>
            <a:chOff x="338666" y="4303183"/>
            <a:chExt cx="7340599" cy="2085212"/>
          </a:xfrm>
        </p:grpSpPr>
        <p:sp>
          <p:nvSpPr>
            <p:cNvPr id="913" name="Google Shape;913;g12709bdffa8_0_3334"/>
            <p:cNvSpPr/>
            <p:nvPr/>
          </p:nvSpPr>
          <p:spPr>
            <a:xfrm>
              <a:off x="338666" y="4817769"/>
              <a:ext cx="931067" cy="1085156"/>
            </a:xfrm>
            <a:custGeom>
              <a:rect b="b" l="l" r="r" t="t"/>
              <a:pathLst>
                <a:path extrusionOk="0" h="1085156" w="931067">
                  <a:moveTo>
                    <a:pt x="266668" y="724502"/>
                  </a:moveTo>
                  <a:lnTo>
                    <a:pt x="0" y="724502"/>
                  </a:lnTo>
                  <a:cubicBezTo>
                    <a:pt x="0" y="847803"/>
                    <a:pt x="39462" y="937691"/>
                    <a:pt x="117749" y="995117"/>
                  </a:cubicBezTo>
                  <a:cubicBezTo>
                    <a:pt x="188382" y="1054534"/>
                    <a:pt x="298318" y="1085157"/>
                    <a:pt x="451383" y="1085157"/>
                  </a:cubicBezTo>
                  <a:cubicBezTo>
                    <a:pt x="735511" y="1085157"/>
                    <a:pt x="931068" y="993278"/>
                    <a:pt x="931068" y="736551"/>
                  </a:cubicBezTo>
                  <a:cubicBezTo>
                    <a:pt x="931068" y="663885"/>
                    <a:pt x="908108" y="599124"/>
                    <a:pt x="860036" y="546727"/>
                  </a:cubicBezTo>
                  <a:cubicBezTo>
                    <a:pt x="804550" y="492016"/>
                    <a:pt x="691505" y="445600"/>
                    <a:pt x="507268" y="409227"/>
                  </a:cubicBezTo>
                  <a:cubicBezTo>
                    <a:pt x="364487" y="382909"/>
                    <a:pt x="294252" y="340558"/>
                    <a:pt x="294252" y="285925"/>
                  </a:cubicBezTo>
                  <a:cubicBezTo>
                    <a:pt x="294252" y="231452"/>
                    <a:pt x="348064" y="203059"/>
                    <a:pt x="455529" y="203059"/>
                  </a:cubicBezTo>
                  <a:cubicBezTo>
                    <a:pt x="546571" y="203059"/>
                    <a:pt x="602376" y="229378"/>
                    <a:pt x="621111" y="275875"/>
                  </a:cubicBezTo>
                  <a:cubicBezTo>
                    <a:pt x="637534" y="318386"/>
                    <a:pt x="678032" y="340558"/>
                    <a:pt x="737424" y="342631"/>
                  </a:cubicBezTo>
                  <a:lnTo>
                    <a:pt x="898542" y="342631"/>
                  </a:lnTo>
                  <a:cubicBezTo>
                    <a:pt x="892802" y="231452"/>
                    <a:pt x="852463" y="146910"/>
                    <a:pt x="777764" y="86934"/>
                  </a:cubicBezTo>
                  <a:cubicBezTo>
                    <a:pt x="701151" y="28951"/>
                    <a:pt x="592251" y="0"/>
                    <a:pt x="451543" y="0"/>
                  </a:cubicBezTo>
                  <a:cubicBezTo>
                    <a:pt x="206080" y="3908"/>
                    <a:pt x="29577" y="108388"/>
                    <a:pt x="29577" y="334417"/>
                  </a:cubicBezTo>
                  <a:cubicBezTo>
                    <a:pt x="31649" y="502141"/>
                    <a:pt x="149159" y="607421"/>
                    <a:pt x="383141" y="649693"/>
                  </a:cubicBezTo>
                  <a:cubicBezTo>
                    <a:pt x="571284" y="682230"/>
                    <a:pt x="666472" y="726578"/>
                    <a:pt x="666472" y="781214"/>
                  </a:cubicBezTo>
                  <a:cubicBezTo>
                    <a:pt x="666472" y="849880"/>
                    <a:pt x="608515" y="882103"/>
                    <a:pt x="492679" y="882103"/>
                  </a:cubicBezTo>
                  <a:cubicBezTo>
                    <a:pt x="358348" y="882103"/>
                    <a:pt x="272648" y="841907"/>
                    <a:pt x="266668" y="7245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g12709bdffa8_0_3334"/>
            <p:cNvSpPr/>
            <p:nvPr/>
          </p:nvSpPr>
          <p:spPr>
            <a:xfrm>
              <a:off x="1374890" y="4819443"/>
              <a:ext cx="1517750" cy="1067689"/>
            </a:xfrm>
            <a:custGeom>
              <a:rect b="b" l="l" r="r" t="t"/>
              <a:pathLst>
                <a:path extrusionOk="0" h="1067689" w="1517750">
                  <a:moveTo>
                    <a:pt x="448672" y="223396"/>
                  </a:moveTo>
                  <a:cubicBezTo>
                    <a:pt x="569444" y="223396"/>
                    <a:pt x="630673" y="277471"/>
                    <a:pt x="636890" y="387375"/>
                  </a:cubicBezTo>
                  <a:lnTo>
                    <a:pt x="636890" y="1063784"/>
                  </a:lnTo>
                  <a:lnTo>
                    <a:pt x="880920" y="1063784"/>
                  </a:lnTo>
                  <a:lnTo>
                    <a:pt x="880920" y="391522"/>
                  </a:lnTo>
                  <a:cubicBezTo>
                    <a:pt x="882995" y="281379"/>
                    <a:pt x="944138" y="227305"/>
                    <a:pt x="1064996" y="227305"/>
                  </a:cubicBezTo>
                  <a:cubicBezTo>
                    <a:pt x="1185778" y="227305"/>
                    <a:pt x="1246998" y="281379"/>
                    <a:pt x="1253139" y="391522"/>
                  </a:cubicBezTo>
                  <a:lnTo>
                    <a:pt x="1253139" y="935778"/>
                  </a:lnTo>
                  <a:cubicBezTo>
                    <a:pt x="1253139" y="1019760"/>
                    <a:pt x="1296268" y="1061794"/>
                    <a:pt x="1382527" y="1067690"/>
                  </a:cubicBezTo>
                  <a:lnTo>
                    <a:pt x="1517733" y="1067690"/>
                  </a:lnTo>
                  <a:lnTo>
                    <a:pt x="1517733" y="445517"/>
                  </a:lnTo>
                  <a:cubicBezTo>
                    <a:pt x="1519571" y="146911"/>
                    <a:pt x="1372645" y="3669"/>
                    <a:pt x="1069062" y="3669"/>
                  </a:cubicBezTo>
                  <a:cubicBezTo>
                    <a:pt x="930028" y="3669"/>
                    <a:pt x="829973" y="30387"/>
                    <a:pt x="760699" y="85897"/>
                  </a:cubicBezTo>
                  <a:cubicBezTo>
                    <a:pt x="691502" y="28553"/>
                    <a:pt x="591847" y="0"/>
                    <a:pt x="452737" y="0"/>
                  </a:cubicBezTo>
                  <a:cubicBezTo>
                    <a:pt x="148992" y="0"/>
                    <a:pt x="0" y="143242"/>
                    <a:pt x="0" y="441449"/>
                  </a:cubicBezTo>
                  <a:lnTo>
                    <a:pt x="0" y="1063784"/>
                  </a:lnTo>
                  <a:lnTo>
                    <a:pt x="264509" y="1063784"/>
                  </a:lnTo>
                  <a:lnTo>
                    <a:pt x="264509" y="387375"/>
                  </a:lnTo>
                  <a:cubicBezTo>
                    <a:pt x="266747" y="277471"/>
                    <a:pt x="327890" y="223396"/>
                    <a:pt x="448672" y="2233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g12709bdffa8_0_3334"/>
            <p:cNvSpPr/>
            <p:nvPr/>
          </p:nvSpPr>
          <p:spPr>
            <a:xfrm>
              <a:off x="3018422" y="4817769"/>
              <a:ext cx="880929" cy="1069283"/>
            </a:xfrm>
            <a:custGeom>
              <a:rect b="b" l="l" r="r" t="t"/>
              <a:pathLst>
                <a:path extrusionOk="0" h="1069283" w="880929">
                  <a:moveTo>
                    <a:pt x="450909" y="203059"/>
                  </a:moveTo>
                  <a:cubicBezTo>
                    <a:pt x="567140" y="203059"/>
                    <a:pt x="626293" y="232648"/>
                    <a:pt x="632672" y="291907"/>
                  </a:cubicBezTo>
                  <a:cubicBezTo>
                    <a:pt x="632672" y="349012"/>
                    <a:pt x="571443" y="382510"/>
                    <a:pt x="450909" y="396308"/>
                  </a:cubicBezTo>
                  <a:cubicBezTo>
                    <a:pt x="176822" y="421989"/>
                    <a:pt x="5503" y="489301"/>
                    <a:pt x="0" y="739732"/>
                  </a:cubicBezTo>
                  <a:cubicBezTo>
                    <a:pt x="0" y="970552"/>
                    <a:pt x="163912" y="1086833"/>
                    <a:pt x="421566" y="1067135"/>
                  </a:cubicBezTo>
                  <a:cubicBezTo>
                    <a:pt x="714466" y="1047438"/>
                    <a:pt x="880929" y="919183"/>
                    <a:pt x="880929" y="631186"/>
                  </a:cubicBezTo>
                  <a:lnTo>
                    <a:pt x="880929" y="276035"/>
                  </a:lnTo>
                  <a:cubicBezTo>
                    <a:pt x="875188" y="89406"/>
                    <a:pt x="735279" y="0"/>
                    <a:pt x="438475" y="0"/>
                  </a:cubicBezTo>
                  <a:cubicBezTo>
                    <a:pt x="188228" y="0"/>
                    <a:pt x="59639" y="89406"/>
                    <a:pt x="29819" y="276035"/>
                  </a:cubicBezTo>
                  <a:lnTo>
                    <a:pt x="282056" y="276035"/>
                  </a:lnTo>
                  <a:cubicBezTo>
                    <a:pt x="296804" y="226746"/>
                    <a:pt x="351730" y="203059"/>
                    <a:pt x="450909" y="203059"/>
                  </a:cubicBezTo>
                  <a:close/>
                  <a:moveTo>
                    <a:pt x="385615" y="854023"/>
                  </a:moveTo>
                  <a:cubicBezTo>
                    <a:pt x="296804" y="854023"/>
                    <a:pt x="250409" y="814551"/>
                    <a:pt x="244030" y="731760"/>
                  </a:cubicBezTo>
                  <a:cubicBezTo>
                    <a:pt x="244030" y="654874"/>
                    <a:pt x="300955" y="605582"/>
                    <a:pt x="412959" y="585808"/>
                  </a:cubicBezTo>
                  <a:cubicBezTo>
                    <a:pt x="495314" y="570016"/>
                    <a:pt x="571529" y="548404"/>
                    <a:pt x="636899" y="522724"/>
                  </a:cubicBezTo>
                  <a:lnTo>
                    <a:pt x="636899" y="619308"/>
                  </a:lnTo>
                  <a:cubicBezTo>
                    <a:pt x="636814" y="767250"/>
                    <a:pt x="541872" y="854023"/>
                    <a:pt x="385615" y="8540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g12709bdffa8_0_3334"/>
            <p:cNvSpPr/>
            <p:nvPr/>
          </p:nvSpPr>
          <p:spPr>
            <a:xfrm>
              <a:off x="5216460" y="4303183"/>
              <a:ext cx="408455" cy="1583837"/>
            </a:xfrm>
            <a:custGeom>
              <a:rect b="b" l="l" r="r" t="t"/>
              <a:pathLst>
                <a:path extrusionOk="0" h="1583837" w="408455">
                  <a:moveTo>
                    <a:pt x="244078" y="292465"/>
                  </a:moveTo>
                  <a:lnTo>
                    <a:pt x="244078" y="129683"/>
                  </a:lnTo>
                  <a:cubicBezTo>
                    <a:pt x="244078" y="62050"/>
                    <a:pt x="190904" y="0"/>
                    <a:pt x="126647" y="0"/>
                  </a:cubicBezTo>
                  <a:lnTo>
                    <a:pt x="48" y="0"/>
                  </a:lnTo>
                  <a:lnTo>
                    <a:pt x="48" y="1388707"/>
                  </a:lnTo>
                  <a:cubicBezTo>
                    <a:pt x="-1704" y="1505236"/>
                    <a:pt x="44215" y="1566253"/>
                    <a:pt x="139958" y="1576140"/>
                  </a:cubicBezTo>
                  <a:cubicBezTo>
                    <a:pt x="235938" y="1586027"/>
                    <a:pt x="325872" y="1586027"/>
                    <a:pt x="408456" y="1578216"/>
                  </a:cubicBezTo>
                  <a:lnTo>
                    <a:pt x="408456" y="1378820"/>
                  </a:lnTo>
                  <a:lnTo>
                    <a:pt x="329776" y="1378820"/>
                  </a:lnTo>
                  <a:cubicBezTo>
                    <a:pt x="269747" y="1378820"/>
                    <a:pt x="244078" y="1354017"/>
                    <a:pt x="244078" y="1308402"/>
                  </a:cubicBezTo>
                  <a:lnTo>
                    <a:pt x="244078" y="700816"/>
                  </a:lnTo>
                  <a:lnTo>
                    <a:pt x="244078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g12709bdffa8_0_3334"/>
            <p:cNvSpPr/>
            <p:nvPr/>
          </p:nvSpPr>
          <p:spPr>
            <a:xfrm>
              <a:off x="5647957" y="4819443"/>
              <a:ext cx="942548" cy="1081815"/>
            </a:xfrm>
            <a:custGeom>
              <a:rect b="b" l="l" r="r" t="t"/>
              <a:pathLst>
                <a:path extrusionOk="0" h="1081815" w="942548">
                  <a:moveTo>
                    <a:pt x="474350" y="223396"/>
                  </a:moveTo>
                  <a:cubicBezTo>
                    <a:pt x="610108" y="223396"/>
                    <a:pt x="677954" y="326920"/>
                    <a:pt x="677954" y="535718"/>
                  </a:cubicBezTo>
                  <a:cubicBezTo>
                    <a:pt x="676040" y="748907"/>
                    <a:pt x="608042" y="858416"/>
                    <a:pt x="472274" y="858416"/>
                  </a:cubicBezTo>
                  <a:cubicBezTo>
                    <a:pt x="336507" y="858416"/>
                    <a:pt x="266432" y="752822"/>
                    <a:pt x="264595" y="544015"/>
                  </a:cubicBezTo>
                  <a:cubicBezTo>
                    <a:pt x="264681" y="330908"/>
                    <a:pt x="334431" y="223396"/>
                    <a:pt x="474350" y="223396"/>
                  </a:cubicBezTo>
                  <a:close/>
                  <a:moveTo>
                    <a:pt x="474350" y="0"/>
                  </a:moveTo>
                  <a:cubicBezTo>
                    <a:pt x="156733" y="0"/>
                    <a:pt x="0" y="173868"/>
                    <a:pt x="0" y="544015"/>
                  </a:cubicBezTo>
                  <a:cubicBezTo>
                    <a:pt x="0" y="908984"/>
                    <a:pt x="156733" y="1081815"/>
                    <a:pt x="474350" y="1081815"/>
                  </a:cubicBezTo>
                  <a:cubicBezTo>
                    <a:pt x="788206" y="1081815"/>
                    <a:pt x="942549" y="908898"/>
                    <a:pt x="942549" y="544015"/>
                  </a:cubicBezTo>
                  <a:cubicBezTo>
                    <a:pt x="942549" y="173947"/>
                    <a:pt x="788206" y="0"/>
                    <a:pt x="474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g12709bdffa8_0_3334"/>
            <p:cNvSpPr/>
            <p:nvPr/>
          </p:nvSpPr>
          <p:spPr>
            <a:xfrm>
              <a:off x="6716152" y="4817830"/>
              <a:ext cx="963113" cy="1497041"/>
            </a:xfrm>
            <a:custGeom>
              <a:rect b="b" l="l" r="r" t="t"/>
              <a:pathLst>
                <a:path extrusionOk="0" h="1497041" w="963113">
                  <a:moveTo>
                    <a:pt x="414073" y="1083504"/>
                  </a:moveTo>
                  <a:cubicBezTo>
                    <a:pt x="547365" y="1083504"/>
                    <a:pt x="650524" y="1033974"/>
                    <a:pt x="719084" y="934438"/>
                  </a:cubicBezTo>
                  <a:lnTo>
                    <a:pt x="719084" y="1037641"/>
                  </a:lnTo>
                  <a:cubicBezTo>
                    <a:pt x="719084" y="1206805"/>
                    <a:pt x="646382" y="1293978"/>
                    <a:pt x="505036" y="1293978"/>
                  </a:cubicBezTo>
                  <a:cubicBezTo>
                    <a:pt x="393898" y="1293978"/>
                    <a:pt x="331156" y="1255697"/>
                    <a:pt x="313142" y="1174983"/>
                  </a:cubicBezTo>
                  <a:lnTo>
                    <a:pt x="27183" y="1174983"/>
                  </a:lnTo>
                  <a:cubicBezTo>
                    <a:pt x="86973" y="1395505"/>
                    <a:pt x="233585" y="1497042"/>
                    <a:pt x="474578" y="1497042"/>
                  </a:cubicBezTo>
                  <a:cubicBezTo>
                    <a:pt x="807733" y="1491536"/>
                    <a:pt x="963114" y="1370226"/>
                    <a:pt x="963114" y="1100649"/>
                  </a:cubicBezTo>
                  <a:lnTo>
                    <a:pt x="963114" y="465398"/>
                  </a:lnTo>
                  <a:cubicBezTo>
                    <a:pt x="963114" y="140866"/>
                    <a:pt x="809732" y="-1817"/>
                    <a:pt x="484861" y="17"/>
                  </a:cubicBezTo>
                  <a:cubicBezTo>
                    <a:pt x="158485" y="5601"/>
                    <a:pt x="0" y="166548"/>
                    <a:pt x="0" y="530559"/>
                  </a:cubicBezTo>
                  <a:cubicBezTo>
                    <a:pt x="76" y="907720"/>
                    <a:pt x="135283" y="1083504"/>
                    <a:pt x="414073" y="1083504"/>
                  </a:cubicBezTo>
                  <a:close/>
                  <a:moveTo>
                    <a:pt x="488850" y="860105"/>
                  </a:moveTo>
                  <a:cubicBezTo>
                    <a:pt x="343437" y="860105"/>
                    <a:pt x="270650" y="753073"/>
                    <a:pt x="264671" y="538846"/>
                  </a:cubicBezTo>
                  <a:cubicBezTo>
                    <a:pt x="264671" y="314177"/>
                    <a:pt x="339448" y="202997"/>
                    <a:pt x="492915" y="202997"/>
                  </a:cubicBezTo>
                  <a:cubicBezTo>
                    <a:pt x="646382" y="202997"/>
                    <a:pt x="720922" y="314177"/>
                    <a:pt x="719084" y="538846"/>
                  </a:cubicBezTo>
                  <a:cubicBezTo>
                    <a:pt x="711115" y="753073"/>
                    <a:pt x="634263" y="860105"/>
                    <a:pt x="488850" y="8601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g12709bdffa8_0_3334"/>
            <p:cNvSpPr/>
            <p:nvPr/>
          </p:nvSpPr>
          <p:spPr>
            <a:xfrm>
              <a:off x="4661889" y="4843290"/>
              <a:ext cx="419889" cy="1039937"/>
            </a:xfrm>
            <a:custGeom>
              <a:rect b="b" l="l" r="r" t="t"/>
              <a:pathLst>
                <a:path extrusionOk="0" h="1039937" w="419889">
                  <a:moveTo>
                    <a:pt x="0" y="1039938"/>
                  </a:moveTo>
                  <a:lnTo>
                    <a:pt x="264595" y="1039938"/>
                  </a:lnTo>
                  <a:lnTo>
                    <a:pt x="264595" y="492412"/>
                  </a:lnTo>
                  <a:cubicBezTo>
                    <a:pt x="264595" y="363368"/>
                    <a:pt x="316331" y="20497"/>
                    <a:pt x="419890" y="0"/>
                  </a:cubicBezTo>
                  <a:cubicBezTo>
                    <a:pt x="146841" y="33737"/>
                    <a:pt x="6931" y="198992"/>
                    <a:pt x="0" y="496403"/>
                  </a:cubicBezTo>
                  <a:lnTo>
                    <a:pt x="0" y="10399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g12709bdffa8_0_3334"/>
            <p:cNvSpPr/>
            <p:nvPr/>
          </p:nvSpPr>
          <p:spPr>
            <a:xfrm>
              <a:off x="4661889" y="4488137"/>
              <a:ext cx="244020" cy="471437"/>
            </a:xfrm>
            <a:custGeom>
              <a:rect b="b" l="l" r="r" t="t"/>
              <a:pathLst>
                <a:path extrusionOk="0" h="471437" w="244020">
                  <a:moveTo>
                    <a:pt x="244020" y="292465"/>
                  </a:moveTo>
                  <a:lnTo>
                    <a:pt x="244020" y="129683"/>
                  </a:lnTo>
                  <a:cubicBezTo>
                    <a:pt x="244020" y="62050"/>
                    <a:pt x="190846" y="0"/>
                    <a:pt x="126513" y="0"/>
                  </a:cubicBezTo>
                  <a:lnTo>
                    <a:pt x="0" y="0"/>
                  </a:lnTo>
                  <a:lnTo>
                    <a:pt x="152" y="471438"/>
                  </a:lnTo>
                  <a:lnTo>
                    <a:pt x="244020" y="471438"/>
                  </a:lnTo>
                  <a:lnTo>
                    <a:pt x="244020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g12709bdffa8_0_3334"/>
            <p:cNvSpPr/>
            <p:nvPr/>
          </p:nvSpPr>
          <p:spPr>
            <a:xfrm>
              <a:off x="4025065" y="4842652"/>
              <a:ext cx="522658" cy="1040575"/>
            </a:xfrm>
            <a:custGeom>
              <a:rect b="b" l="l" r="r" t="t"/>
              <a:pathLst>
                <a:path extrusionOk="0" h="1040575" w="522658">
                  <a:moveTo>
                    <a:pt x="0" y="1040576"/>
                  </a:moveTo>
                  <a:lnTo>
                    <a:pt x="264604" y="1040576"/>
                  </a:lnTo>
                  <a:lnTo>
                    <a:pt x="264604" y="493050"/>
                  </a:lnTo>
                  <a:cubicBezTo>
                    <a:pt x="264604" y="339762"/>
                    <a:pt x="337544" y="262078"/>
                    <a:pt x="483356" y="262078"/>
                  </a:cubicBezTo>
                  <a:lnTo>
                    <a:pt x="522658" y="262078"/>
                  </a:lnTo>
                  <a:lnTo>
                    <a:pt x="522658" y="0"/>
                  </a:lnTo>
                  <a:cubicBezTo>
                    <a:pt x="214534" y="21774"/>
                    <a:pt x="7417" y="184795"/>
                    <a:pt x="86" y="496955"/>
                  </a:cubicBezTo>
                  <a:lnTo>
                    <a:pt x="86" y="1040576"/>
                  </a:lnTo>
                  <a:lnTo>
                    <a:pt x="0" y="10405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g12709bdffa8_0_3334"/>
            <p:cNvSpPr/>
            <p:nvPr/>
          </p:nvSpPr>
          <p:spPr>
            <a:xfrm>
              <a:off x="356946" y="6029112"/>
              <a:ext cx="1060969" cy="277368"/>
            </a:xfrm>
            <a:custGeom>
              <a:rect b="b" l="l" r="r" t="t"/>
              <a:pathLst>
                <a:path extrusionOk="0" h="277368" w="1060969">
                  <a:moveTo>
                    <a:pt x="101302" y="277368"/>
                  </a:moveTo>
                  <a:cubicBezTo>
                    <a:pt x="87338" y="277368"/>
                    <a:pt x="74263" y="276225"/>
                    <a:pt x="62076" y="273939"/>
                  </a:cubicBezTo>
                  <a:cubicBezTo>
                    <a:pt x="49889" y="271396"/>
                    <a:pt x="38591" y="267586"/>
                    <a:pt x="28182" y="262509"/>
                  </a:cubicBezTo>
                  <a:cubicBezTo>
                    <a:pt x="17772" y="257175"/>
                    <a:pt x="8378" y="250698"/>
                    <a:pt x="0" y="243078"/>
                  </a:cubicBezTo>
                  <a:lnTo>
                    <a:pt x="11806" y="219075"/>
                  </a:lnTo>
                  <a:cubicBezTo>
                    <a:pt x="25516" y="230505"/>
                    <a:pt x="39226" y="238630"/>
                    <a:pt x="52936" y="243459"/>
                  </a:cubicBezTo>
                  <a:cubicBezTo>
                    <a:pt x="66900" y="248288"/>
                    <a:pt x="83149" y="250698"/>
                    <a:pt x="101683" y="250698"/>
                  </a:cubicBezTo>
                  <a:cubicBezTo>
                    <a:pt x="123264" y="250698"/>
                    <a:pt x="140021" y="246507"/>
                    <a:pt x="151953" y="238125"/>
                  </a:cubicBezTo>
                  <a:cubicBezTo>
                    <a:pt x="163886" y="229486"/>
                    <a:pt x="169853" y="217427"/>
                    <a:pt x="169853" y="201930"/>
                  </a:cubicBezTo>
                  <a:cubicBezTo>
                    <a:pt x="169853" y="192529"/>
                    <a:pt x="166806" y="185042"/>
                    <a:pt x="160712" y="179451"/>
                  </a:cubicBezTo>
                  <a:cubicBezTo>
                    <a:pt x="154873" y="173612"/>
                    <a:pt x="146748" y="169040"/>
                    <a:pt x="136339" y="165735"/>
                  </a:cubicBezTo>
                  <a:cubicBezTo>
                    <a:pt x="126183" y="162182"/>
                    <a:pt x="114631" y="158877"/>
                    <a:pt x="101683" y="155829"/>
                  </a:cubicBezTo>
                  <a:cubicBezTo>
                    <a:pt x="88735" y="153038"/>
                    <a:pt x="76421" y="149857"/>
                    <a:pt x="64742" y="146304"/>
                  </a:cubicBezTo>
                  <a:cubicBezTo>
                    <a:pt x="53063" y="142494"/>
                    <a:pt x="42654" y="137798"/>
                    <a:pt x="33514" y="132207"/>
                  </a:cubicBezTo>
                  <a:cubicBezTo>
                    <a:pt x="24627" y="126616"/>
                    <a:pt x="17645" y="119510"/>
                    <a:pt x="12568" y="110871"/>
                  </a:cubicBezTo>
                  <a:cubicBezTo>
                    <a:pt x="7490" y="102232"/>
                    <a:pt x="4951" y="91440"/>
                    <a:pt x="4951" y="78486"/>
                  </a:cubicBezTo>
                  <a:cubicBezTo>
                    <a:pt x="4951" y="62989"/>
                    <a:pt x="9013" y="49406"/>
                    <a:pt x="17138" y="37719"/>
                  </a:cubicBezTo>
                  <a:cubicBezTo>
                    <a:pt x="25262" y="25784"/>
                    <a:pt x="36687" y="16507"/>
                    <a:pt x="51413" y="9906"/>
                  </a:cubicBezTo>
                  <a:cubicBezTo>
                    <a:pt x="66138" y="3305"/>
                    <a:pt x="83530" y="0"/>
                    <a:pt x="103587" y="0"/>
                  </a:cubicBezTo>
                  <a:cubicBezTo>
                    <a:pt x="116028" y="0"/>
                    <a:pt x="127961" y="1400"/>
                    <a:pt x="139386" y="4191"/>
                  </a:cubicBezTo>
                  <a:cubicBezTo>
                    <a:pt x="150811" y="6734"/>
                    <a:pt x="161348" y="10544"/>
                    <a:pt x="170995" y="15621"/>
                  </a:cubicBezTo>
                  <a:cubicBezTo>
                    <a:pt x="180897" y="20698"/>
                    <a:pt x="189656" y="26927"/>
                    <a:pt x="197273" y="34290"/>
                  </a:cubicBezTo>
                  <a:lnTo>
                    <a:pt x="185086" y="58293"/>
                  </a:lnTo>
                  <a:cubicBezTo>
                    <a:pt x="172645" y="47368"/>
                    <a:pt x="159824" y="39367"/>
                    <a:pt x="146622" y="34290"/>
                  </a:cubicBezTo>
                  <a:cubicBezTo>
                    <a:pt x="133419" y="29213"/>
                    <a:pt x="119075" y="26670"/>
                    <a:pt x="103587" y="26670"/>
                  </a:cubicBezTo>
                  <a:cubicBezTo>
                    <a:pt x="82515" y="26670"/>
                    <a:pt x="66011" y="31118"/>
                    <a:pt x="54079" y="40005"/>
                  </a:cubicBezTo>
                  <a:cubicBezTo>
                    <a:pt x="42146" y="48892"/>
                    <a:pt x="36179" y="61341"/>
                    <a:pt x="36179" y="77343"/>
                  </a:cubicBezTo>
                  <a:cubicBezTo>
                    <a:pt x="36179" y="87249"/>
                    <a:pt x="38845" y="95250"/>
                    <a:pt x="44177" y="101346"/>
                  </a:cubicBezTo>
                  <a:cubicBezTo>
                    <a:pt x="49509" y="107442"/>
                    <a:pt x="56998" y="112395"/>
                    <a:pt x="66646" y="116205"/>
                  </a:cubicBezTo>
                  <a:cubicBezTo>
                    <a:pt x="76294" y="119758"/>
                    <a:pt x="87338" y="123063"/>
                    <a:pt x="99779" y="126111"/>
                  </a:cubicBezTo>
                  <a:cubicBezTo>
                    <a:pt x="112981" y="129159"/>
                    <a:pt x="125676" y="132464"/>
                    <a:pt x="137862" y="136017"/>
                  </a:cubicBezTo>
                  <a:cubicBezTo>
                    <a:pt x="150049" y="139570"/>
                    <a:pt x="160839" y="144018"/>
                    <a:pt x="170233" y="149352"/>
                  </a:cubicBezTo>
                  <a:cubicBezTo>
                    <a:pt x="179881" y="154429"/>
                    <a:pt x="187498" y="161163"/>
                    <a:pt x="193084" y="169545"/>
                  </a:cubicBezTo>
                  <a:cubicBezTo>
                    <a:pt x="198669" y="177670"/>
                    <a:pt x="201462" y="188090"/>
                    <a:pt x="201462" y="200787"/>
                  </a:cubicBezTo>
                  <a:cubicBezTo>
                    <a:pt x="201462" y="216284"/>
                    <a:pt x="197399" y="229743"/>
                    <a:pt x="189275" y="241173"/>
                  </a:cubicBezTo>
                  <a:cubicBezTo>
                    <a:pt x="181151" y="252603"/>
                    <a:pt x="169598" y="261490"/>
                    <a:pt x="154619" y="267843"/>
                  </a:cubicBezTo>
                  <a:cubicBezTo>
                    <a:pt x="139640" y="274196"/>
                    <a:pt x="121867" y="277368"/>
                    <a:pt x="101302" y="277368"/>
                  </a:cubicBezTo>
                  <a:close/>
                  <a:moveTo>
                    <a:pt x="248704" y="274320"/>
                  </a:moveTo>
                  <a:lnTo>
                    <a:pt x="248704" y="136398"/>
                  </a:lnTo>
                  <a:cubicBezTo>
                    <a:pt x="248704" y="127511"/>
                    <a:pt x="248449" y="118615"/>
                    <a:pt x="247942" y="109728"/>
                  </a:cubicBezTo>
                  <a:cubicBezTo>
                    <a:pt x="247688" y="100584"/>
                    <a:pt x="246926" y="91564"/>
                    <a:pt x="245657" y="82677"/>
                  </a:cubicBezTo>
                  <a:lnTo>
                    <a:pt x="274981" y="82677"/>
                  </a:lnTo>
                  <a:lnTo>
                    <a:pt x="278409" y="122301"/>
                  </a:lnTo>
                  <a:lnTo>
                    <a:pt x="274600" y="124968"/>
                  </a:lnTo>
                  <a:cubicBezTo>
                    <a:pt x="279170" y="109985"/>
                    <a:pt x="287040" y="98422"/>
                    <a:pt x="298212" y="90297"/>
                  </a:cubicBezTo>
                  <a:cubicBezTo>
                    <a:pt x="309637" y="82172"/>
                    <a:pt x="323093" y="78105"/>
                    <a:pt x="338581" y="78105"/>
                  </a:cubicBezTo>
                  <a:cubicBezTo>
                    <a:pt x="357114" y="78105"/>
                    <a:pt x="371459" y="82677"/>
                    <a:pt x="381615" y="91821"/>
                  </a:cubicBezTo>
                  <a:cubicBezTo>
                    <a:pt x="392024" y="100965"/>
                    <a:pt x="398625" y="114938"/>
                    <a:pt x="401419" y="133731"/>
                  </a:cubicBezTo>
                  <a:lnTo>
                    <a:pt x="392278" y="128778"/>
                  </a:lnTo>
                  <a:cubicBezTo>
                    <a:pt x="396340" y="113281"/>
                    <a:pt x="404465" y="100965"/>
                    <a:pt x="416652" y="91821"/>
                  </a:cubicBezTo>
                  <a:cubicBezTo>
                    <a:pt x="429092" y="82677"/>
                    <a:pt x="443944" y="78105"/>
                    <a:pt x="461210" y="78105"/>
                  </a:cubicBezTo>
                  <a:cubicBezTo>
                    <a:pt x="482282" y="78105"/>
                    <a:pt x="498151" y="84458"/>
                    <a:pt x="508814" y="97155"/>
                  </a:cubicBezTo>
                  <a:cubicBezTo>
                    <a:pt x="519477" y="109604"/>
                    <a:pt x="524809" y="128521"/>
                    <a:pt x="524809" y="153924"/>
                  </a:cubicBezTo>
                  <a:lnTo>
                    <a:pt x="524809" y="274320"/>
                  </a:lnTo>
                  <a:lnTo>
                    <a:pt x="493961" y="274320"/>
                  </a:lnTo>
                  <a:lnTo>
                    <a:pt x="493961" y="155448"/>
                  </a:lnTo>
                  <a:cubicBezTo>
                    <a:pt x="493961" y="137665"/>
                    <a:pt x="490787" y="124711"/>
                    <a:pt x="484441" y="116586"/>
                  </a:cubicBezTo>
                  <a:cubicBezTo>
                    <a:pt x="478093" y="108204"/>
                    <a:pt x="468065" y="104013"/>
                    <a:pt x="454355" y="104013"/>
                  </a:cubicBezTo>
                  <a:cubicBezTo>
                    <a:pt x="438360" y="104013"/>
                    <a:pt x="425664" y="109471"/>
                    <a:pt x="416271" y="120396"/>
                  </a:cubicBezTo>
                  <a:cubicBezTo>
                    <a:pt x="407131" y="131321"/>
                    <a:pt x="402561" y="146180"/>
                    <a:pt x="402561" y="164973"/>
                  </a:cubicBezTo>
                  <a:lnTo>
                    <a:pt x="402561" y="274320"/>
                  </a:lnTo>
                  <a:lnTo>
                    <a:pt x="371713" y="274320"/>
                  </a:lnTo>
                  <a:lnTo>
                    <a:pt x="371713" y="155448"/>
                  </a:lnTo>
                  <a:cubicBezTo>
                    <a:pt x="371713" y="137665"/>
                    <a:pt x="368412" y="124711"/>
                    <a:pt x="361812" y="116586"/>
                  </a:cubicBezTo>
                  <a:cubicBezTo>
                    <a:pt x="355464" y="108204"/>
                    <a:pt x="345436" y="104013"/>
                    <a:pt x="331726" y="104013"/>
                  </a:cubicBezTo>
                  <a:cubicBezTo>
                    <a:pt x="315476" y="104013"/>
                    <a:pt x="302655" y="109471"/>
                    <a:pt x="293261" y="120396"/>
                  </a:cubicBezTo>
                  <a:cubicBezTo>
                    <a:pt x="284121" y="131321"/>
                    <a:pt x="279551" y="146180"/>
                    <a:pt x="279551" y="164973"/>
                  </a:cubicBezTo>
                  <a:lnTo>
                    <a:pt x="279551" y="274320"/>
                  </a:lnTo>
                  <a:lnTo>
                    <a:pt x="248704" y="274320"/>
                  </a:lnTo>
                  <a:close/>
                  <a:moveTo>
                    <a:pt x="656923" y="276987"/>
                  </a:moveTo>
                  <a:cubicBezTo>
                    <a:pt x="639913" y="276987"/>
                    <a:pt x="624933" y="273053"/>
                    <a:pt x="611984" y="265176"/>
                  </a:cubicBezTo>
                  <a:cubicBezTo>
                    <a:pt x="599290" y="257051"/>
                    <a:pt x="589388" y="245621"/>
                    <a:pt x="582279" y="230886"/>
                  </a:cubicBezTo>
                  <a:cubicBezTo>
                    <a:pt x="575424" y="215903"/>
                    <a:pt x="571997" y="198377"/>
                    <a:pt x="571997" y="178308"/>
                  </a:cubicBezTo>
                  <a:cubicBezTo>
                    <a:pt x="571997" y="158239"/>
                    <a:pt x="575552" y="140713"/>
                    <a:pt x="582660" y="125730"/>
                  </a:cubicBezTo>
                  <a:cubicBezTo>
                    <a:pt x="589769" y="110747"/>
                    <a:pt x="599671" y="99060"/>
                    <a:pt x="612365" y="90678"/>
                  </a:cubicBezTo>
                  <a:cubicBezTo>
                    <a:pt x="625313" y="82296"/>
                    <a:pt x="640166" y="78105"/>
                    <a:pt x="656923" y="78105"/>
                  </a:cubicBezTo>
                  <a:cubicBezTo>
                    <a:pt x="674441" y="78105"/>
                    <a:pt x="689294" y="82420"/>
                    <a:pt x="701481" y="91059"/>
                  </a:cubicBezTo>
                  <a:cubicBezTo>
                    <a:pt x="713667" y="99698"/>
                    <a:pt x="721919" y="112014"/>
                    <a:pt x="726235" y="128016"/>
                  </a:cubicBezTo>
                  <a:lnTo>
                    <a:pt x="721665" y="131064"/>
                  </a:lnTo>
                  <a:lnTo>
                    <a:pt x="721665" y="82677"/>
                  </a:lnTo>
                  <a:lnTo>
                    <a:pt x="752132" y="82677"/>
                  </a:lnTo>
                  <a:lnTo>
                    <a:pt x="752132" y="274320"/>
                  </a:lnTo>
                  <a:lnTo>
                    <a:pt x="721665" y="274320"/>
                  </a:lnTo>
                  <a:lnTo>
                    <a:pt x="721665" y="224790"/>
                  </a:lnTo>
                  <a:lnTo>
                    <a:pt x="726235" y="227076"/>
                  </a:lnTo>
                  <a:cubicBezTo>
                    <a:pt x="721919" y="243078"/>
                    <a:pt x="713667" y="255394"/>
                    <a:pt x="701481" y="264033"/>
                  </a:cubicBezTo>
                  <a:cubicBezTo>
                    <a:pt x="689294" y="272672"/>
                    <a:pt x="674441" y="276987"/>
                    <a:pt x="656923" y="276987"/>
                  </a:cubicBezTo>
                  <a:close/>
                  <a:moveTo>
                    <a:pt x="663016" y="251460"/>
                  </a:moveTo>
                  <a:cubicBezTo>
                    <a:pt x="681805" y="251460"/>
                    <a:pt x="696276" y="245107"/>
                    <a:pt x="706431" y="232410"/>
                  </a:cubicBezTo>
                  <a:cubicBezTo>
                    <a:pt x="716587" y="219456"/>
                    <a:pt x="721665" y="201168"/>
                    <a:pt x="721665" y="177546"/>
                  </a:cubicBezTo>
                  <a:cubicBezTo>
                    <a:pt x="721665" y="153924"/>
                    <a:pt x="716461" y="135760"/>
                    <a:pt x="706051" y="123063"/>
                  </a:cubicBezTo>
                  <a:cubicBezTo>
                    <a:pt x="695896" y="110366"/>
                    <a:pt x="681550" y="104013"/>
                    <a:pt x="663016" y="104013"/>
                  </a:cubicBezTo>
                  <a:cubicBezTo>
                    <a:pt x="644229" y="104013"/>
                    <a:pt x="629503" y="110614"/>
                    <a:pt x="618839" y="123825"/>
                  </a:cubicBezTo>
                  <a:cubicBezTo>
                    <a:pt x="608430" y="136779"/>
                    <a:pt x="603225" y="154943"/>
                    <a:pt x="603225" y="178308"/>
                  </a:cubicBezTo>
                  <a:cubicBezTo>
                    <a:pt x="603225" y="201673"/>
                    <a:pt x="608430" y="219713"/>
                    <a:pt x="618839" y="232410"/>
                  </a:cubicBezTo>
                  <a:cubicBezTo>
                    <a:pt x="629503" y="245107"/>
                    <a:pt x="644229" y="251460"/>
                    <a:pt x="663016" y="251460"/>
                  </a:cubicBezTo>
                  <a:close/>
                  <a:moveTo>
                    <a:pt x="811774" y="274320"/>
                  </a:moveTo>
                  <a:lnTo>
                    <a:pt x="811774" y="136398"/>
                  </a:lnTo>
                  <a:cubicBezTo>
                    <a:pt x="811774" y="127511"/>
                    <a:pt x="811520" y="118615"/>
                    <a:pt x="811013" y="109728"/>
                  </a:cubicBezTo>
                  <a:cubicBezTo>
                    <a:pt x="810758" y="100584"/>
                    <a:pt x="809997" y="91564"/>
                    <a:pt x="808728" y="82677"/>
                  </a:cubicBezTo>
                  <a:lnTo>
                    <a:pt x="838052" y="82677"/>
                  </a:lnTo>
                  <a:lnTo>
                    <a:pt x="842241" y="129921"/>
                  </a:lnTo>
                  <a:lnTo>
                    <a:pt x="838052" y="128778"/>
                  </a:lnTo>
                  <a:cubicBezTo>
                    <a:pt x="841606" y="112014"/>
                    <a:pt x="849223" y="99441"/>
                    <a:pt x="860902" y="91059"/>
                  </a:cubicBezTo>
                  <a:cubicBezTo>
                    <a:pt x="872835" y="82420"/>
                    <a:pt x="886164" y="78105"/>
                    <a:pt x="900890" y="78105"/>
                  </a:cubicBezTo>
                  <a:cubicBezTo>
                    <a:pt x="904191" y="78105"/>
                    <a:pt x="907237" y="78362"/>
                    <a:pt x="910030" y="78867"/>
                  </a:cubicBezTo>
                  <a:cubicBezTo>
                    <a:pt x="913076" y="79124"/>
                    <a:pt x="915869" y="79629"/>
                    <a:pt x="918408" y="80391"/>
                  </a:cubicBezTo>
                  <a:lnTo>
                    <a:pt x="917646" y="108585"/>
                  </a:lnTo>
                  <a:cubicBezTo>
                    <a:pt x="911807" y="106556"/>
                    <a:pt x="905079" y="105537"/>
                    <a:pt x="897462" y="105537"/>
                  </a:cubicBezTo>
                  <a:cubicBezTo>
                    <a:pt x="884260" y="105537"/>
                    <a:pt x="873596" y="108461"/>
                    <a:pt x="865472" y="114300"/>
                  </a:cubicBezTo>
                  <a:cubicBezTo>
                    <a:pt x="857601" y="120139"/>
                    <a:pt x="851762" y="127635"/>
                    <a:pt x="847954" y="136779"/>
                  </a:cubicBezTo>
                  <a:cubicBezTo>
                    <a:pt x="844399" y="145666"/>
                    <a:pt x="842622" y="155067"/>
                    <a:pt x="842622" y="164973"/>
                  </a:cubicBezTo>
                  <a:lnTo>
                    <a:pt x="842622" y="274320"/>
                  </a:lnTo>
                  <a:lnTo>
                    <a:pt x="811774" y="274320"/>
                  </a:lnTo>
                  <a:close/>
                  <a:moveTo>
                    <a:pt x="937959" y="107061"/>
                  </a:moveTo>
                  <a:lnTo>
                    <a:pt x="937959" y="82677"/>
                  </a:lnTo>
                  <a:lnTo>
                    <a:pt x="1060969" y="82677"/>
                  </a:lnTo>
                  <a:lnTo>
                    <a:pt x="1060969" y="107061"/>
                  </a:lnTo>
                  <a:lnTo>
                    <a:pt x="937959" y="107061"/>
                  </a:lnTo>
                  <a:close/>
                  <a:moveTo>
                    <a:pt x="1060207" y="246888"/>
                  </a:moveTo>
                  <a:lnTo>
                    <a:pt x="1060207" y="273177"/>
                  </a:lnTo>
                  <a:cubicBezTo>
                    <a:pt x="1055894" y="274444"/>
                    <a:pt x="1051582" y="275339"/>
                    <a:pt x="1047259" y="275844"/>
                  </a:cubicBezTo>
                  <a:cubicBezTo>
                    <a:pt x="1043203" y="276606"/>
                    <a:pt x="1038633" y="276987"/>
                    <a:pt x="1033549" y="276987"/>
                  </a:cubicBezTo>
                  <a:cubicBezTo>
                    <a:pt x="1015783" y="276987"/>
                    <a:pt x="1001559" y="271910"/>
                    <a:pt x="990895" y="261747"/>
                  </a:cubicBezTo>
                  <a:cubicBezTo>
                    <a:pt x="980489" y="251584"/>
                    <a:pt x="975281" y="236344"/>
                    <a:pt x="975281" y="216027"/>
                  </a:cubicBezTo>
                  <a:lnTo>
                    <a:pt x="975281" y="33528"/>
                  </a:lnTo>
                  <a:lnTo>
                    <a:pt x="1006129" y="22479"/>
                  </a:lnTo>
                  <a:lnTo>
                    <a:pt x="1006129" y="211836"/>
                  </a:lnTo>
                  <a:cubicBezTo>
                    <a:pt x="1006129" y="221999"/>
                    <a:pt x="1007528" y="229867"/>
                    <a:pt x="1010318" y="235458"/>
                  </a:cubicBezTo>
                  <a:cubicBezTo>
                    <a:pt x="1013365" y="241049"/>
                    <a:pt x="1017430" y="244983"/>
                    <a:pt x="1022505" y="247269"/>
                  </a:cubicBezTo>
                  <a:cubicBezTo>
                    <a:pt x="1027589" y="249298"/>
                    <a:pt x="1033301" y="250317"/>
                    <a:pt x="1039642" y="250317"/>
                  </a:cubicBezTo>
                  <a:cubicBezTo>
                    <a:pt x="1043451" y="250317"/>
                    <a:pt x="1046878" y="250060"/>
                    <a:pt x="1049925" y="249555"/>
                  </a:cubicBezTo>
                  <a:cubicBezTo>
                    <a:pt x="1052972" y="249050"/>
                    <a:pt x="1056399" y="248155"/>
                    <a:pt x="1060207" y="2468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g12709bdffa8_0_3334"/>
            <p:cNvSpPr/>
            <p:nvPr/>
          </p:nvSpPr>
          <p:spPr>
            <a:xfrm>
              <a:off x="2533419" y="6030637"/>
              <a:ext cx="1481153" cy="357758"/>
            </a:xfrm>
            <a:custGeom>
              <a:rect b="b" l="l" r="r" t="t"/>
              <a:pathLst>
                <a:path extrusionOk="0" h="357758" w="1481153">
                  <a:moveTo>
                    <a:pt x="0" y="272796"/>
                  </a:moveTo>
                  <a:lnTo>
                    <a:pt x="0" y="1524"/>
                  </a:lnTo>
                  <a:lnTo>
                    <a:pt x="31228" y="1524"/>
                  </a:lnTo>
                  <a:lnTo>
                    <a:pt x="31228" y="246126"/>
                  </a:lnTo>
                  <a:lnTo>
                    <a:pt x="167187" y="246126"/>
                  </a:lnTo>
                  <a:lnTo>
                    <a:pt x="167187" y="272796"/>
                  </a:lnTo>
                  <a:lnTo>
                    <a:pt x="0" y="272796"/>
                  </a:lnTo>
                  <a:close/>
                  <a:moveTo>
                    <a:pt x="282561" y="275463"/>
                  </a:moveTo>
                  <a:cubicBezTo>
                    <a:pt x="264281" y="275463"/>
                    <a:pt x="248285" y="271396"/>
                    <a:pt x="234576" y="263271"/>
                  </a:cubicBezTo>
                  <a:cubicBezTo>
                    <a:pt x="221113" y="255146"/>
                    <a:pt x="210583" y="243716"/>
                    <a:pt x="202966" y="228981"/>
                  </a:cubicBezTo>
                  <a:cubicBezTo>
                    <a:pt x="195597" y="213998"/>
                    <a:pt x="191922" y="196339"/>
                    <a:pt x="191922" y="176022"/>
                  </a:cubicBezTo>
                  <a:cubicBezTo>
                    <a:pt x="191922" y="155953"/>
                    <a:pt x="195597" y="138427"/>
                    <a:pt x="202966" y="123444"/>
                  </a:cubicBezTo>
                  <a:cubicBezTo>
                    <a:pt x="210583" y="108461"/>
                    <a:pt x="221113" y="96898"/>
                    <a:pt x="234576" y="88773"/>
                  </a:cubicBezTo>
                  <a:cubicBezTo>
                    <a:pt x="248285" y="80648"/>
                    <a:pt x="264281" y="76581"/>
                    <a:pt x="282561" y="76581"/>
                  </a:cubicBezTo>
                  <a:cubicBezTo>
                    <a:pt x="300841" y="76581"/>
                    <a:pt x="316703" y="80648"/>
                    <a:pt x="330165" y="88773"/>
                  </a:cubicBezTo>
                  <a:cubicBezTo>
                    <a:pt x="343875" y="96898"/>
                    <a:pt x="354405" y="108461"/>
                    <a:pt x="361774" y="123444"/>
                  </a:cubicBezTo>
                  <a:cubicBezTo>
                    <a:pt x="369391" y="138427"/>
                    <a:pt x="373199" y="155953"/>
                    <a:pt x="373199" y="176022"/>
                  </a:cubicBezTo>
                  <a:cubicBezTo>
                    <a:pt x="373199" y="196339"/>
                    <a:pt x="369391" y="213998"/>
                    <a:pt x="361774" y="228981"/>
                  </a:cubicBezTo>
                  <a:cubicBezTo>
                    <a:pt x="354405" y="243716"/>
                    <a:pt x="343875" y="255146"/>
                    <a:pt x="330165" y="263271"/>
                  </a:cubicBezTo>
                  <a:cubicBezTo>
                    <a:pt x="316703" y="271396"/>
                    <a:pt x="300841" y="275463"/>
                    <a:pt x="282561" y="275463"/>
                  </a:cubicBezTo>
                  <a:close/>
                  <a:moveTo>
                    <a:pt x="282561" y="249936"/>
                  </a:moveTo>
                  <a:cubicBezTo>
                    <a:pt x="301345" y="249936"/>
                    <a:pt x="315817" y="243716"/>
                    <a:pt x="325976" y="231267"/>
                  </a:cubicBezTo>
                  <a:cubicBezTo>
                    <a:pt x="336382" y="218570"/>
                    <a:pt x="341590" y="200149"/>
                    <a:pt x="341590" y="176022"/>
                  </a:cubicBezTo>
                  <a:cubicBezTo>
                    <a:pt x="341590" y="152400"/>
                    <a:pt x="336382" y="134236"/>
                    <a:pt x="325976" y="121539"/>
                  </a:cubicBezTo>
                  <a:cubicBezTo>
                    <a:pt x="315560" y="108842"/>
                    <a:pt x="301088" y="102489"/>
                    <a:pt x="282561" y="102489"/>
                  </a:cubicBezTo>
                  <a:cubicBezTo>
                    <a:pt x="264024" y="102489"/>
                    <a:pt x="249428" y="108842"/>
                    <a:pt x="238765" y="121539"/>
                  </a:cubicBezTo>
                  <a:cubicBezTo>
                    <a:pt x="228349" y="134236"/>
                    <a:pt x="223150" y="152400"/>
                    <a:pt x="223150" y="176022"/>
                  </a:cubicBezTo>
                  <a:cubicBezTo>
                    <a:pt x="223150" y="200149"/>
                    <a:pt x="228225" y="218570"/>
                    <a:pt x="238384" y="231267"/>
                  </a:cubicBezTo>
                  <a:cubicBezTo>
                    <a:pt x="248790" y="243716"/>
                    <a:pt x="263519" y="249936"/>
                    <a:pt x="282561" y="249936"/>
                  </a:cubicBezTo>
                  <a:close/>
                  <a:moveTo>
                    <a:pt x="505445" y="357759"/>
                  </a:moveTo>
                  <a:cubicBezTo>
                    <a:pt x="476501" y="357759"/>
                    <a:pt x="451366" y="351158"/>
                    <a:pt x="430039" y="337947"/>
                  </a:cubicBezTo>
                  <a:lnTo>
                    <a:pt x="435371" y="312801"/>
                  </a:lnTo>
                  <a:cubicBezTo>
                    <a:pt x="447310" y="319659"/>
                    <a:pt x="458602" y="324612"/>
                    <a:pt x="469265" y="327660"/>
                  </a:cubicBezTo>
                  <a:cubicBezTo>
                    <a:pt x="479929" y="330708"/>
                    <a:pt x="491992" y="332232"/>
                    <a:pt x="505445" y="332232"/>
                  </a:cubicBezTo>
                  <a:cubicBezTo>
                    <a:pt x="523725" y="332232"/>
                    <a:pt x="537568" y="327279"/>
                    <a:pt x="546955" y="317373"/>
                  </a:cubicBezTo>
                  <a:cubicBezTo>
                    <a:pt x="556610" y="307724"/>
                    <a:pt x="561427" y="293246"/>
                    <a:pt x="561427" y="273939"/>
                  </a:cubicBezTo>
                  <a:lnTo>
                    <a:pt x="561427" y="222123"/>
                  </a:lnTo>
                  <a:lnTo>
                    <a:pt x="565617" y="217170"/>
                  </a:lnTo>
                  <a:cubicBezTo>
                    <a:pt x="562570" y="227333"/>
                    <a:pt x="557752" y="236220"/>
                    <a:pt x="551145" y="243840"/>
                  </a:cubicBezTo>
                  <a:cubicBezTo>
                    <a:pt x="544804" y="251203"/>
                    <a:pt x="536930" y="256918"/>
                    <a:pt x="527533" y="260985"/>
                  </a:cubicBezTo>
                  <a:cubicBezTo>
                    <a:pt x="518145" y="265052"/>
                    <a:pt x="507482" y="267081"/>
                    <a:pt x="495543" y="267081"/>
                  </a:cubicBezTo>
                  <a:cubicBezTo>
                    <a:pt x="478539" y="267081"/>
                    <a:pt x="463553" y="263147"/>
                    <a:pt x="450604" y="255270"/>
                  </a:cubicBezTo>
                  <a:cubicBezTo>
                    <a:pt x="437913" y="247145"/>
                    <a:pt x="427888" y="235963"/>
                    <a:pt x="420518" y="221742"/>
                  </a:cubicBezTo>
                  <a:cubicBezTo>
                    <a:pt x="413416" y="207521"/>
                    <a:pt x="409855" y="190881"/>
                    <a:pt x="409855" y="171831"/>
                  </a:cubicBezTo>
                  <a:cubicBezTo>
                    <a:pt x="409855" y="152781"/>
                    <a:pt x="413416" y="136141"/>
                    <a:pt x="420518" y="121920"/>
                  </a:cubicBezTo>
                  <a:cubicBezTo>
                    <a:pt x="427888" y="107699"/>
                    <a:pt x="437913" y="96650"/>
                    <a:pt x="450604" y="88773"/>
                  </a:cubicBezTo>
                  <a:cubicBezTo>
                    <a:pt x="463553" y="80648"/>
                    <a:pt x="478539" y="76581"/>
                    <a:pt x="495543" y="76581"/>
                  </a:cubicBezTo>
                  <a:cubicBezTo>
                    <a:pt x="513318" y="76581"/>
                    <a:pt x="528295" y="81029"/>
                    <a:pt x="540481" y="89916"/>
                  </a:cubicBezTo>
                  <a:cubicBezTo>
                    <a:pt x="552925" y="98555"/>
                    <a:pt x="561304" y="110747"/>
                    <a:pt x="565617" y="126492"/>
                  </a:cubicBezTo>
                  <a:lnTo>
                    <a:pt x="561047" y="122301"/>
                  </a:lnTo>
                  <a:lnTo>
                    <a:pt x="561047" y="81153"/>
                  </a:lnTo>
                  <a:lnTo>
                    <a:pt x="591894" y="81153"/>
                  </a:lnTo>
                  <a:lnTo>
                    <a:pt x="591894" y="271272"/>
                  </a:lnTo>
                  <a:cubicBezTo>
                    <a:pt x="591894" y="299971"/>
                    <a:pt x="584535" y="321564"/>
                    <a:pt x="569806" y="336042"/>
                  </a:cubicBezTo>
                  <a:cubicBezTo>
                    <a:pt x="555334" y="350520"/>
                    <a:pt x="533883" y="357759"/>
                    <a:pt x="505445" y="357759"/>
                  </a:cubicBezTo>
                  <a:close/>
                  <a:moveTo>
                    <a:pt x="501636" y="241173"/>
                  </a:moveTo>
                  <a:cubicBezTo>
                    <a:pt x="520173" y="241173"/>
                    <a:pt x="534645" y="235077"/>
                    <a:pt x="545051" y="222885"/>
                  </a:cubicBezTo>
                  <a:cubicBezTo>
                    <a:pt x="555715" y="210436"/>
                    <a:pt x="561047" y="193424"/>
                    <a:pt x="561047" y="171831"/>
                  </a:cubicBezTo>
                  <a:cubicBezTo>
                    <a:pt x="561047" y="150238"/>
                    <a:pt x="555715" y="133350"/>
                    <a:pt x="545051" y="121158"/>
                  </a:cubicBezTo>
                  <a:cubicBezTo>
                    <a:pt x="534645" y="108709"/>
                    <a:pt x="520173" y="102489"/>
                    <a:pt x="501636" y="102489"/>
                  </a:cubicBezTo>
                  <a:cubicBezTo>
                    <a:pt x="482851" y="102489"/>
                    <a:pt x="467999" y="108709"/>
                    <a:pt x="457079" y="121158"/>
                  </a:cubicBezTo>
                  <a:cubicBezTo>
                    <a:pt x="446415" y="133350"/>
                    <a:pt x="441083" y="150238"/>
                    <a:pt x="441083" y="171831"/>
                  </a:cubicBezTo>
                  <a:cubicBezTo>
                    <a:pt x="441083" y="193672"/>
                    <a:pt x="446415" y="210693"/>
                    <a:pt x="457079" y="222885"/>
                  </a:cubicBezTo>
                  <a:cubicBezTo>
                    <a:pt x="467999" y="235077"/>
                    <a:pt x="482851" y="241173"/>
                    <a:pt x="501636" y="241173"/>
                  </a:cubicBezTo>
                  <a:close/>
                  <a:moveTo>
                    <a:pt x="651124" y="272796"/>
                  </a:moveTo>
                  <a:lnTo>
                    <a:pt x="651124" y="81153"/>
                  </a:lnTo>
                  <a:lnTo>
                    <a:pt x="681971" y="81153"/>
                  </a:lnTo>
                  <a:lnTo>
                    <a:pt x="681971" y="272796"/>
                  </a:lnTo>
                  <a:lnTo>
                    <a:pt x="651124" y="272796"/>
                  </a:lnTo>
                  <a:close/>
                  <a:moveTo>
                    <a:pt x="648077" y="0"/>
                  </a:moveTo>
                  <a:lnTo>
                    <a:pt x="685780" y="0"/>
                  </a:lnTo>
                  <a:lnTo>
                    <a:pt x="685780" y="35052"/>
                  </a:lnTo>
                  <a:lnTo>
                    <a:pt x="648077" y="35052"/>
                  </a:lnTo>
                  <a:lnTo>
                    <a:pt x="648077" y="0"/>
                  </a:lnTo>
                  <a:close/>
                  <a:moveTo>
                    <a:pt x="806609" y="275463"/>
                  </a:moveTo>
                  <a:cubicBezTo>
                    <a:pt x="774371" y="275463"/>
                    <a:pt x="748856" y="267205"/>
                    <a:pt x="730061" y="250698"/>
                  </a:cubicBezTo>
                  <a:lnTo>
                    <a:pt x="740344" y="227838"/>
                  </a:lnTo>
                  <a:cubicBezTo>
                    <a:pt x="750502" y="235715"/>
                    <a:pt x="760909" y="241554"/>
                    <a:pt x="771572" y="245364"/>
                  </a:cubicBezTo>
                  <a:cubicBezTo>
                    <a:pt x="782493" y="248917"/>
                    <a:pt x="794556" y="250698"/>
                    <a:pt x="807751" y="250698"/>
                  </a:cubicBezTo>
                  <a:cubicBezTo>
                    <a:pt x="822223" y="250698"/>
                    <a:pt x="833144" y="248288"/>
                    <a:pt x="840503" y="243459"/>
                  </a:cubicBezTo>
                  <a:cubicBezTo>
                    <a:pt x="848120" y="238382"/>
                    <a:pt x="851929" y="231143"/>
                    <a:pt x="851929" y="221742"/>
                  </a:cubicBezTo>
                  <a:cubicBezTo>
                    <a:pt x="851929" y="214122"/>
                    <a:pt x="849396" y="208150"/>
                    <a:pt x="844312" y="203835"/>
                  </a:cubicBezTo>
                  <a:cubicBezTo>
                    <a:pt x="839237" y="199263"/>
                    <a:pt x="830859" y="195577"/>
                    <a:pt x="819177" y="192786"/>
                  </a:cubicBezTo>
                  <a:lnTo>
                    <a:pt x="786806" y="185166"/>
                  </a:lnTo>
                  <a:cubicBezTo>
                    <a:pt x="770811" y="181613"/>
                    <a:pt x="758376" y="175260"/>
                    <a:pt x="749484" y="166116"/>
                  </a:cubicBezTo>
                  <a:cubicBezTo>
                    <a:pt x="740858" y="156972"/>
                    <a:pt x="736535" y="146047"/>
                    <a:pt x="736535" y="133350"/>
                  </a:cubicBezTo>
                  <a:cubicBezTo>
                    <a:pt x="736535" y="122177"/>
                    <a:pt x="739582" y="112395"/>
                    <a:pt x="745675" y="104013"/>
                  </a:cubicBezTo>
                  <a:cubicBezTo>
                    <a:pt x="751769" y="95374"/>
                    <a:pt x="760280" y="88649"/>
                    <a:pt x="771191" y="83820"/>
                  </a:cubicBezTo>
                  <a:cubicBezTo>
                    <a:pt x="782112" y="78991"/>
                    <a:pt x="795060" y="76581"/>
                    <a:pt x="810037" y="76581"/>
                  </a:cubicBezTo>
                  <a:cubicBezTo>
                    <a:pt x="823499" y="76581"/>
                    <a:pt x="836190" y="78743"/>
                    <a:pt x="848120" y="83058"/>
                  </a:cubicBezTo>
                  <a:cubicBezTo>
                    <a:pt x="860059" y="87373"/>
                    <a:pt x="870085" y="93602"/>
                    <a:pt x="878206" y="101727"/>
                  </a:cubicBezTo>
                  <a:lnTo>
                    <a:pt x="867924" y="124206"/>
                  </a:lnTo>
                  <a:cubicBezTo>
                    <a:pt x="858784" y="116586"/>
                    <a:pt x="849396" y="110995"/>
                    <a:pt x="839742" y="107442"/>
                  </a:cubicBezTo>
                  <a:cubicBezTo>
                    <a:pt x="830354" y="103632"/>
                    <a:pt x="820452" y="101727"/>
                    <a:pt x="810037" y="101727"/>
                  </a:cubicBezTo>
                  <a:cubicBezTo>
                    <a:pt x="796327" y="101727"/>
                    <a:pt x="785663" y="104394"/>
                    <a:pt x="778046" y="109728"/>
                  </a:cubicBezTo>
                  <a:cubicBezTo>
                    <a:pt x="770687" y="115062"/>
                    <a:pt x="767002" y="122301"/>
                    <a:pt x="767002" y="131445"/>
                  </a:cubicBezTo>
                  <a:cubicBezTo>
                    <a:pt x="767002" y="139322"/>
                    <a:pt x="769287" y="145542"/>
                    <a:pt x="773857" y="150114"/>
                  </a:cubicBezTo>
                  <a:cubicBezTo>
                    <a:pt x="778684" y="154686"/>
                    <a:pt x="786301" y="158239"/>
                    <a:pt x="796708" y="160782"/>
                  </a:cubicBezTo>
                  <a:lnTo>
                    <a:pt x="829078" y="168783"/>
                  </a:lnTo>
                  <a:cubicBezTo>
                    <a:pt x="847111" y="172593"/>
                    <a:pt x="860307" y="178946"/>
                    <a:pt x="868685" y="187833"/>
                  </a:cubicBezTo>
                  <a:cubicBezTo>
                    <a:pt x="877321" y="196472"/>
                    <a:pt x="881634" y="207521"/>
                    <a:pt x="881634" y="220980"/>
                  </a:cubicBezTo>
                  <a:cubicBezTo>
                    <a:pt x="881634" y="237487"/>
                    <a:pt x="874912" y="250698"/>
                    <a:pt x="861449" y="260604"/>
                  </a:cubicBezTo>
                  <a:cubicBezTo>
                    <a:pt x="847996" y="270510"/>
                    <a:pt x="829716" y="275463"/>
                    <a:pt x="806609" y="275463"/>
                  </a:cubicBezTo>
                  <a:close/>
                  <a:moveTo>
                    <a:pt x="901904" y="105537"/>
                  </a:moveTo>
                  <a:lnTo>
                    <a:pt x="901904" y="81153"/>
                  </a:lnTo>
                  <a:lnTo>
                    <a:pt x="1024913" y="81153"/>
                  </a:lnTo>
                  <a:lnTo>
                    <a:pt x="1024913" y="105537"/>
                  </a:lnTo>
                  <a:lnTo>
                    <a:pt x="901904" y="105537"/>
                  </a:lnTo>
                  <a:close/>
                  <a:moveTo>
                    <a:pt x="1024152" y="245364"/>
                  </a:moveTo>
                  <a:lnTo>
                    <a:pt x="1024152" y="271653"/>
                  </a:lnTo>
                  <a:cubicBezTo>
                    <a:pt x="1019829" y="272920"/>
                    <a:pt x="1015516" y="273815"/>
                    <a:pt x="1011203" y="274320"/>
                  </a:cubicBezTo>
                  <a:cubicBezTo>
                    <a:pt x="1007138" y="275082"/>
                    <a:pt x="1002568" y="275463"/>
                    <a:pt x="997493" y="275463"/>
                  </a:cubicBezTo>
                  <a:cubicBezTo>
                    <a:pt x="979718" y="275463"/>
                    <a:pt x="965503" y="270386"/>
                    <a:pt x="954840" y="260223"/>
                  </a:cubicBezTo>
                  <a:cubicBezTo>
                    <a:pt x="944424" y="250060"/>
                    <a:pt x="939226" y="234820"/>
                    <a:pt x="939226" y="214503"/>
                  </a:cubicBezTo>
                  <a:lnTo>
                    <a:pt x="939226" y="32004"/>
                  </a:lnTo>
                  <a:lnTo>
                    <a:pt x="970073" y="20955"/>
                  </a:lnTo>
                  <a:lnTo>
                    <a:pt x="970073" y="210312"/>
                  </a:lnTo>
                  <a:cubicBezTo>
                    <a:pt x="970073" y="220475"/>
                    <a:pt x="971463" y="228343"/>
                    <a:pt x="974262" y="233934"/>
                  </a:cubicBezTo>
                  <a:cubicBezTo>
                    <a:pt x="977309" y="239525"/>
                    <a:pt x="981365" y="243459"/>
                    <a:pt x="986449" y="245745"/>
                  </a:cubicBezTo>
                  <a:cubicBezTo>
                    <a:pt x="991524" y="247774"/>
                    <a:pt x="997236" y="248793"/>
                    <a:pt x="1003587" y="248793"/>
                  </a:cubicBezTo>
                  <a:cubicBezTo>
                    <a:pt x="1007395" y="248793"/>
                    <a:pt x="1010822" y="248536"/>
                    <a:pt x="1013869" y="248031"/>
                  </a:cubicBezTo>
                  <a:cubicBezTo>
                    <a:pt x="1016916" y="247526"/>
                    <a:pt x="1020343" y="246631"/>
                    <a:pt x="1024152" y="245364"/>
                  </a:cubicBezTo>
                  <a:close/>
                  <a:moveTo>
                    <a:pt x="1062083" y="272796"/>
                  </a:moveTo>
                  <a:lnTo>
                    <a:pt x="1062083" y="81153"/>
                  </a:lnTo>
                  <a:lnTo>
                    <a:pt x="1092931" y="81153"/>
                  </a:lnTo>
                  <a:lnTo>
                    <a:pt x="1092931" y="272796"/>
                  </a:lnTo>
                  <a:lnTo>
                    <a:pt x="1062083" y="272796"/>
                  </a:lnTo>
                  <a:close/>
                  <a:moveTo>
                    <a:pt x="1059036" y="0"/>
                  </a:moveTo>
                  <a:lnTo>
                    <a:pt x="1096739" y="0"/>
                  </a:lnTo>
                  <a:lnTo>
                    <a:pt x="1096739" y="35052"/>
                  </a:lnTo>
                  <a:lnTo>
                    <a:pt x="1059036" y="35052"/>
                  </a:lnTo>
                  <a:lnTo>
                    <a:pt x="1059036" y="0"/>
                  </a:lnTo>
                  <a:close/>
                  <a:moveTo>
                    <a:pt x="1233183" y="275463"/>
                  </a:moveTo>
                  <a:cubicBezTo>
                    <a:pt x="1214398" y="275463"/>
                    <a:pt x="1198146" y="271396"/>
                    <a:pt x="1184436" y="263271"/>
                  </a:cubicBezTo>
                  <a:cubicBezTo>
                    <a:pt x="1170726" y="255146"/>
                    <a:pt x="1160062" y="243716"/>
                    <a:pt x="1152446" y="228981"/>
                  </a:cubicBezTo>
                  <a:cubicBezTo>
                    <a:pt x="1145086" y="214246"/>
                    <a:pt x="1141401" y="196853"/>
                    <a:pt x="1141401" y="176784"/>
                  </a:cubicBezTo>
                  <a:cubicBezTo>
                    <a:pt x="1141401" y="156972"/>
                    <a:pt x="1145210" y="139570"/>
                    <a:pt x="1152827" y="124587"/>
                  </a:cubicBezTo>
                  <a:cubicBezTo>
                    <a:pt x="1160443" y="109347"/>
                    <a:pt x="1171240" y="97536"/>
                    <a:pt x="1185197" y="89154"/>
                  </a:cubicBezTo>
                  <a:cubicBezTo>
                    <a:pt x="1199165" y="80772"/>
                    <a:pt x="1215664" y="76581"/>
                    <a:pt x="1234706" y="76581"/>
                  </a:cubicBezTo>
                  <a:cubicBezTo>
                    <a:pt x="1247654" y="76581"/>
                    <a:pt x="1260098" y="78867"/>
                    <a:pt x="1272028" y="83439"/>
                  </a:cubicBezTo>
                  <a:cubicBezTo>
                    <a:pt x="1284215" y="87754"/>
                    <a:pt x="1294250" y="93850"/>
                    <a:pt x="1302114" y="101727"/>
                  </a:cubicBezTo>
                  <a:lnTo>
                    <a:pt x="1291831" y="124587"/>
                  </a:lnTo>
                  <a:cubicBezTo>
                    <a:pt x="1282444" y="117224"/>
                    <a:pt x="1273170" y="111757"/>
                    <a:pt x="1264030" y="108204"/>
                  </a:cubicBezTo>
                  <a:cubicBezTo>
                    <a:pt x="1255148" y="104394"/>
                    <a:pt x="1245884" y="102489"/>
                    <a:pt x="1236230" y="102489"/>
                  </a:cubicBezTo>
                  <a:cubicBezTo>
                    <a:pt x="1216940" y="102489"/>
                    <a:pt x="1201573" y="108966"/>
                    <a:pt x="1190148" y="121920"/>
                  </a:cubicBezTo>
                  <a:cubicBezTo>
                    <a:pt x="1178980" y="134874"/>
                    <a:pt x="1173392" y="153162"/>
                    <a:pt x="1173392" y="176784"/>
                  </a:cubicBezTo>
                  <a:cubicBezTo>
                    <a:pt x="1173392" y="200149"/>
                    <a:pt x="1178980" y="218189"/>
                    <a:pt x="1190148" y="230886"/>
                  </a:cubicBezTo>
                  <a:cubicBezTo>
                    <a:pt x="1201326" y="243583"/>
                    <a:pt x="1216683" y="249936"/>
                    <a:pt x="1236230" y="249936"/>
                  </a:cubicBezTo>
                  <a:cubicBezTo>
                    <a:pt x="1245627" y="249936"/>
                    <a:pt x="1254890" y="248155"/>
                    <a:pt x="1264030" y="244602"/>
                  </a:cubicBezTo>
                  <a:cubicBezTo>
                    <a:pt x="1273170" y="240792"/>
                    <a:pt x="1282444" y="235201"/>
                    <a:pt x="1291831" y="227838"/>
                  </a:cubicBezTo>
                  <a:lnTo>
                    <a:pt x="1302114" y="250698"/>
                  </a:lnTo>
                  <a:cubicBezTo>
                    <a:pt x="1293993" y="258318"/>
                    <a:pt x="1283710" y="264414"/>
                    <a:pt x="1271266" y="268986"/>
                  </a:cubicBezTo>
                  <a:cubicBezTo>
                    <a:pt x="1259080" y="273301"/>
                    <a:pt x="1246388" y="275463"/>
                    <a:pt x="1233183" y="275463"/>
                  </a:cubicBezTo>
                  <a:close/>
                  <a:moveTo>
                    <a:pt x="1406130" y="275463"/>
                  </a:moveTo>
                  <a:cubicBezTo>
                    <a:pt x="1373882" y="275463"/>
                    <a:pt x="1348366" y="267205"/>
                    <a:pt x="1329582" y="250698"/>
                  </a:cubicBezTo>
                  <a:lnTo>
                    <a:pt x="1339864" y="227838"/>
                  </a:lnTo>
                  <a:cubicBezTo>
                    <a:pt x="1350023" y="235715"/>
                    <a:pt x="1360429" y="241554"/>
                    <a:pt x="1371093" y="245364"/>
                  </a:cubicBezTo>
                  <a:cubicBezTo>
                    <a:pt x="1382013" y="248917"/>
                    <a:pt x="1394066" y="250698"/>
                    <a:pt x="1407272" y="250698"/>
                  </a:cubicBezTo>
                  <a:cubicBezTo>
                    <a:pt x="1421744" y="250698"/>
                    <a:pt x="1432664" y="248288"/>
                    <a:pt x="1440024" y="243459"/>
                  </a:cubicBezTo>
                  <a:cubicBezTo>
                    <a:pt x="1447641" y="238382"/>
                    <a:pt x="1451449" y="231143"/>
                    <a:pt x="1451449" y="221742"/>
                  </a:cubicBezTo>
                  <a:cubicBezTo>
                    <a:pt x="1451449" y="214122"/>
                    <a:pt x="1448907" y="208150"/>
                    <a:pt x="1443832" y="203835"/>
                  </a:cubicBezTo>
                  <a:cubicBezTo>
                    <a:pt x="1438757" y="199263"/>
                    <a:pt x="1430379" y="195577"/>
                    <a:pt x="1418697" y="192786"/>
                  </a:cubicBezTo>
                  <a:lnTo>
                    <a:pt x="1386326" y="185166"/>
                  </a:lnTo>
                  <a:cubicBezTo>
                    <a:pt x="1370331" y="181613"/>
                    <a:pt x="1357887" y="175260"/>
                    <a:pt x="1349004" y="166116"/>
                  </a:cubicBezTo>
                  <a:cubicBezTo>
                    <a:pt x="1340369" y="156972"/>
                    <a:pt x="1336056" y="146047"/>
                    <a:pt x="1336056" y="133350"/>
                  </a:cubicBezTo>
                  <a:cubicBezTo>
                    <a:pt x="1336056" y="122177"/>
                    <a:pt x="1339103" y="112395"/>
                    <a:pt x="1345196" y="104013"/>
                  </a:cubicBezTo>
                  <a:cubicBezTo>
                    <a:pt x="1351289" y="95374"/>
                    <a:pt x="1359792" y="88649"/>
                    <a:pt x="1370712" y="83820"/>
                  </a:cubicBezTo>
                  <a:cubicBezTo>
                    <a:pt x="1381632" y="78991"/>
                    <a:pt x="1394581" y="76581"/>
                    <a:pt x="1409557" y="76581"/>
                  </a:cubicBezTo>
                  <a:cubicBezTo>
                    <a:pt x="1423010" y="76581"/>
                    <a:pt x="1435711" y="78743"/>
                    <a:pt x="1447641" y="83058"/>
                  </a:cubicBezTo>
                  <a:cubicBezTo>
                    <a:pt x="1459570" y="87373"/>
                    <a:pt x="1469605" y="93602"/>
                    <a:pt x="1477727" y="101727"/>
                  </a:cubicBezTo>
                  <a:lnTo>
                    <a:pt x="1467444" y="124206"/>
                  </a:lnTo>
                  <a:cubicBezTo>
                    <a:pt x="1458304" y="116586"/>
                    <a:pt x="1448907" y="110995"/>
                    <a:pt x="1439262" y="107442"/>
                  </a:cubicBezTo>
                  <a:cubicBezTo>
                    <a:pt x="1429865" y="103632"/>
                    <a:pt x="1419963" y="101727"/>
                    <a:pt x="1409557" y="101727"/>
                  </a:cubicBezTo>
                  <a:cubicBezTo>
                    <a:pt x="1395847" y="101727"/>
                    <a:pt x="1385184" y="104394"/>
                    <a:pt x="1377567" y="109728"/>
                  </a:cubicBezTo>
                  <a:cubicBezTo>
                    <a:pt x="1370207" y="115062"/>
                    <a:pt x="1366523" y="122301"/>
                    <a:pt x="1366523" y="131445"/>
                  </a:cubicBezTo>
                  <a:cubicBezTo>
                    <a:pt x="1366523" y="139322"/>
                    <a:pt x="1368808" y="145542"/>
                    <a:pt x="1373378" y="150114"/>
                  </a:cubicBezTo>
                  <a:cubicBezTo>
                    <a:pt x="1378205" y="154686"/>
                    <a:pt x="1385821" y="158239"/>
                    <a:pt x="1396228" y="160782"/>
                  </a:cubicBezTo>
                  <a:lnTo>
                    <a:pt x="1428599" y="168783"/>
                  </a:lnTo>
                  <a:cubicBezTo>
                    <a:pt x="1446622" y="172593"/>
                    <a:pt x="1459827" y="178946"/>
                    <a:pt x="1468206" y="187833"/>
                  </a:cubicBezTo>
                  <a:cubicBezTo>
                    <a:pt x="1476841" y="196472"/>
                    <a:pt x="1481154" y="207521"/>
                    <a:pt x="1481154" y="220980"/>
                  </a:cubicBezTo>
                  <a:cubicBezTo>
                    <a:pt x="1481154" y="237487"/>
                    <a:pt x="1474423" y="250698"/>
                    <a:pt x="1460970" y="260604"/>
                  </a:cubicBezTo>
                  <a:cubicBezTo>
                    <a:pt x="1447517" y="270510"/>
                    <a:pt x="1429237" y="275463"/>
                    <a:pt x="1406130" y="2754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g12709bdffa8_0_3334"/>
            <p:cNvSpPr/>
            <p:nvPr/>
          </p:nvSpPr>
          <p:spPr>
            <a:xfrm>
              <a:off x="5142141" y="6021492"/>
              <a:ext cx="1459056" cy="284607"/>
            </a:xfrm>
            <a:custGeom>
              <a:rect b="b" l="l" r="r" t="t"/>
              <a:pathLst>
                <a:path extrusionOk="0" h="284607" w="1459056">
                  <a:moveTo>
                    <a:pt x="0" y="281940"/>
                  </a:moveTo>
                  <a:lnTo>
                    <a:pt x="0" y="10668"/>
                  </a:lnTo>
                  <a:lnTo>
                    <a:pt x="108157" y="10668"/>
                  </a:lnTo>
                  <a:cubicBezTo>
                    <a:pt x="136082" y="10668"/>
                    <a:pt x="157790" y="17402"/>
                    <a:pt x="173280" y="30861"/>
                  </a:cubicBezTo>
                  <a:cubicBezTo>
                    <a:pt x="189018" y="44320"/>
                    <a:pt x="196892" y="62865"/>
                    <a:pt x="196892" y="86487"/>
                  </a:cubicBezTo>
                  <a:cubicBezTo>
                    <a:pt x="196892" y="109852"/>
                    <a:pt x="189018" y="128397"/>
                    <a:pt x="173280" y="142113"/>
                  </a:cubicBezTo>
                  <a:cubicBezTo>
                    <a:pt x="157542" y="155829"/>
                    <a:pt x="135834" y="162687"/>
                    <a:pt x="108157" y="162687"/>
                  </a:cubicBezTo>
                  <a:lnTo>
                    <a:pt x="31228" y="162687"/>
                  </a:lnTo>
                  <a:lnTo>
                    <a:pt x="31228" y="281940"/>
                  </a:lnTo>
                  <a:lnTo>
                    <a:pt x="0" y="281940"/>
                  </a:lnTo>
                  <a:close/>
                  <a:moveTo>
                    <a:pt x="31228" y="136779"/>
                  </a:moveTo>
                  <a:lnTo>
                    <a:pt x="105491" y="136779"/>
                  </a:lnTo>
                  <a:cubicBezTo>
                    <a:pt x="125552" y="136779"/>
                    <a:pt x="140652" y="132464"/>
                    <a:pt x="150811" y="123825"/>
                  </a:cubicBezTo>
                  <a:cubicBezTo>
                    <a:pt x="160970" y="114938"/>
                    <a:pt x="166045" y="102489"/>
                    <a:pt x="166045" y="86487"/>
                  </a:cubicBezTo>
                  <a:cubicBezTo>
                    <a:pt x="166045" y="70485"/>
                    <a:pt x="160970" y="58169"/>
                    <a:pt x="150811" y="49530"/>
                  </a:cubicBezTo>
                  <a:cubicBezTo>
                    <a:pt x="140652" y="40891"/>
                    <a:pt x="125552" y="36576"/>
                    <a:pt x="105491" y="36576"/>
                  </a:cubicBezTo>
                  <a:lnTo>
                    <a:pt x="31228" y="36576"/>
                  </a:lnTo>
                  <a:lnTo>
                    <a:pt x="31228" y="136779"/>
                  </a:lnTo>
                  <a:close/>
                  <a:moveTo>
                    <a:pt x="244258" y="281940"/>
                  </a:moveTo>
                  <a:lnTo>
                    <a:pt x="244258" y="1524"/>
                  </a:lnTo>
                  <a:lnTo>
                    <a:pt x="275106" y="1524"/>
                  </a:lnTo>
                  <a:lnTo>
                    <a:pt x="275106" y="281940"/>
                  </a:lnTo>
                  <a:lnTo>
                    <a:pt x="244258" y="281940"/>
                  </a:lnTo>
                  <a:close/>
                  <a:moveTo>
                    <a:pt x="408503" y="284607"/>
                  </a:moveTo>
                  <a:cubicBezTo>
                    <a:pt x="391489" y="284607"/>
                    <a:pt x="376513" y="280673"/>
                    <a:pt x="363564" y="272796"/>
                  </a:cubicBezTo>
                  <a:cubicBezTo>
                    <a:pt x="350873" y="264671"/>
                    <a:pt x="340972" y="253241"/>
                    <a:pt x="333859" y="238506"/>
                  </a:cubicBezTo>
                  <a:cubicBezTo>
                    <a:pt x="327005" y="223523"/>
                    <a:pt x="323577" y="205997"/>
                    <a:pt x="323577" y="185928"/>
                  </a:cubicBezTo>
                  <a:cubicBezTo>
                    <a:pt x="323577" y="165859"/>
                    <a:pt x="327128" y="148333"/>
                    <a:pt x="334240" y="133350"/>
                  </a:cubicBezTo>
                  <a:cubicBezTo>
                    <a:pt x="341352" y="118367"/>
                    <a:pt x="351254" y="106680"/>
                    <a:pt x="363945" y="98298"/>
                  </a:cubicBezTo>
                  <a:cubicBezTo>
                    <a:pt x="376894" y="89916"/>
                    <a:pt x="391746" y="85725"/>
                    <a:pt x="408503" y="85725"/>
                  </a:cubicBezTo>
                  <a:cubicBezTo>
                    <a:pt x="426021" y="85725"/>
                    <a:pt x="440874" y="90040"/>
                    <a:pt x="453061" y="98679"/>
                  </a:cubicBezTo>
                  <a:cubicBezTo>
                    <a:pt x="465247" y="107318"/>
                    <a:pt x="473502" y="119634"/>
                    <a:pt x="477815" y="135636"/>
                  </a:cubicBezTo>
                  <a:lnTo>
                    <a:pt x="473245" y="138684"/>
                  </a:lnTo>
                  <a:lnTo>
                    <a:pt x="473245" y="90297"/>
                  </a:lnTo>
                  <a:lnTo>
                    <a:pt x="503712" y="90297"/>
                  </a:lnTo>
                  <a:lnTo>
                    <a:pt x="503712" y="281940"/>
                  </a:lnTo>
                  <a:lnTo>
                    <a:pt x="473245" y="281940"/>
                  </a:lnTo>
                  <a:lnTo>
                    <a:pt x="473245" y="232410"/>
                  </a:lnTo>
                  <a:lnTo>
                    <a:pt x="477815" y="234696"/>
                  </a:lnTo>
                  <a:cubicBezTo>
                    <a:pt x="473502" y="250698"/>
                    <a:pt x="465247" y="263014"/>
                    <a:pt x="453061" y="271653"/>
                  </a:cubicBezTo>
                  <a:cubicBezTo>
                    <a:pt x="440874" y="280292"/>
                    <a:pt x="426021" y="284607"/>
                    <a:pt x="408503" y="284607"/>
                  </a:cubicBezTo>
                  <a:close/>
                  <a:moveTo>
                    <a:pt x="414596" y="259080"/>
                  </a:moveTo>
                  <a:cubicBezTo>
                    <a:pt x="433381" y="259080"/>
                    <a:pt x="447853" y="252727"/>
                    <a:pt x="458011" y="240030"/>
                  </a:cubicBezTo>
                  <a:cubicBezTo>
                    <a:pt x="468170" y="227076"/>
                    <a:pt x="473245" y="208788"/>
                    <a:pt x="473245" y="185166"/>
                  </a:cubicBezTo>
                  <a:cubicBezTo>
                    <a:pt x="473245" y="161544"/>
                    <a:pt x="468037" y="143380"/>
                    <a:pt x="457631" y="130683"/>
                  </a:cubicBezTo>
                  <a:cubicBezTo>
                    <a:pt x="447472" y="117986"/>
                    <a:pt x="433134" y="111633"/>
                    <a:pt x="414596" y="111633"/>
                  </a:cubicBezTo>
                  <a:cubicBezTo>
                    <a:pt x="395812" y="111633"/>
                    <a:pt x="381083" y="118234"/>
                    <a:pt x="370420" y="131445"/>
                  </a:cubicBezTo>
                  <a:cubicBezTo>
                    <a:pt x="360013" y="144399"/>
                    <a:pt x="354805" y="162563"/>
                    <a:pt x="354805" y="185928"/>
                  </a:cubicBezTo>
                  <a:cubicBezTo>
                    <a:pt x="354805" y="209293"/>
                    <a:pt x="360013" y="227333"/>
                    <a:pt x="370420" y="240030"/>
                  </a:cubicBezTo>
                  <a:cubicBezTo>
                    <a:pt x="381083" y="252727"/>
                    <a:pt x="395812" y="259080"/>
                    <a:pt x="414596" y="259080"/>
                  </a:cubicBezTo>
                  <a:close/>
                  <a:moveTo>
                    <a:pt x="536311" y="114681"/>
                  </a:moveTo>
                  <a:lnTo>
                    <a:pt x="536311" y="90297"/>
                  </a:lnTo>
                  <a:lnTo>
                    <a:pt x="659321" y="90297"/>
                  </a:lnTo>
                  <a:lnTo>
                    <a:pt x="659321" y="114681"/>
                  </a:lnTo>
                  <a:lnTo>
                    <a:pt x="536311" y="114681"/>
                  </a:lnTo>
                  <a:close/>
                  <a:moveTo>
                    <a:pt x="658560" y="254508"/>
                  </a:moveTo>
                  <a:lnTo>
                    <a:pt x="658560" y="280797"/>
                  </a:lnTo>
                  <a:cubicBezTo>
                    <a:pt x="654247" y="282064"/>
                    <a:pt x="649934" y="282959"/>
                    <a:pt x="645611" y="283464"/>
                  </a:cubicBezTo>
                  <a:cubicBezTo>
                    <a:pt x="641555" y="284226"/>
                    <a:pt x="636985" y="284607"/>
                    <a:pt x="631901" y="284607"/>
                  </a:cubicBezTo>
                  <a:cubicBezTo>
                    <a:pt x="614135" y="284607"/>
                    <a:pt x="599911" y="279530"/>
                    <a:pt x="589247" y="269367"/>
                  </a:cubicBezTo>
                  <a:cubicBezTo>
                    <a:pt x="578841" y="259204"/>
                    <a:pt x="573633" y="243964"/>
                    <a:pt x="573633" y="223647"/>
                  </a:cubicBezTo>
                  <a:lnTo>
                    <a:pt x="573633" y="41148"/>
                  </a:lnTo>
                  <a:lnTo>
                    <a:pt x="604481" y="30099"/>
                  </a:lnTo>
                  <a:lnTo>
                    <a:pt x="604481" y="219456"/>
                  </a:lnTo>
                  <a:cubicBezTo>
                    <a:pt x="604481" y="229619"/>
                    <a:pt x="605880" y="237487"/>
                    <a:pt x="608670" y="243078"/>
                  </a:cubicBezTo>
                  <a:cubicBezTo>
                    <a:pt x="611717" y="248669"/>
                    <a:pt x="615782" y="252603"/>
                    <a:pt x="620857" y="254889"/>
                  </a:cubicBezTo>
                  <a:cubicBezTo>
                    <a:pt x="625941" y="256918"/>
                    <a:pt x="631654" y="257937"/>
                    <a:pt x="637995" y="257937"/>
                  </a:cubicBezTo>
                  <a:cubicBezTo>
                    <a:pt x="641803" y="257937"/>
                    <a:pt x="645230" y="257680"/>
                    <a:pt x="648277" y="257175"/>
                  </a:cubicBezTo>
                  <a:cubicBezTo>
                    <a:pt x="651324" y="256670"/>
                    <a:pt x="654751" y="255775"/>
                    <a:pt x="658560" y="254508"/>
                  </a:cubicBezTo>
                  <a:close/>
                  <a:moveTo>
                    <a:pt x="673545" y="114681"/>
                  </a:moveTo>
                  <a:lnTo>
                    <a:pt x="673545" y="90297"/>
                  </a:lnTo>
                  <a:lnTo>
                    <a:pt x="788558" y="90297"/>
                  </a:lnTo>
                  <a:lnTo>
                    <a:pt x="788558" y="114681"/>
                  </a:lnTo>
                  <a:lnTo>
                    <a:pt x="673545" y="114681"/>
                  </a:lnTo>
                  <a:close/>
                  <a:moveTo>
                    <a:pt x="793889" y="29718"/>
                  </a:moveTo>
                  <a:cubicBezTo>
                    <a:pt x="786787" y="27689"/>
                    <a:pt x="780179" y="26670"/>
                    <a:pt x="774086" y="26670"/>
                  </a:cubicBezTo>
                  <a:cubicBezTo>
                    <a:pt x="767993" y="26670"/>
                    <a:pt x="762414" y="27813"/>
                    <a:pt x="757329" y="30099"/>
                  </a:cubicBezTo>
                  <a:cubicBezTo>
                    <a:pt x="752511" y="32128"/>
                    <a:pt x="748703" y="35938"/>
                    <a:pt x="745904" y="41529"/>
                  </a:cubicBezTo>
                  <a:cubicBezTo>
                    <a:pt x="743114" y="47120"/>
                    <a:pt x="741715" y="54864"/>
                    <a:pt x="741715" y="64770"/>
                  </a:cubicBezTo>
                  <a:lnTo>
                    <a:pt x="741715" y="281940"/>
                  </a:lnTo>
                  <a:lnTo>
                    <a:pt x="710867" y="281940"/>
                  </a:lnTo>
                  <a:lnTo>
                    <a:pt x="710867" y="60960"/>
                  </a:lnTo>
                  <a:cubicBezTo>
                    <a:pt x="710867" y="40386"/>
                    <a:pt x="715952" y="25146"/>
                    <a:pt x="726101" y="15240"/>
                  </a:cubicBezTo>
                  <a:cubicBezTo>
                    <a:pt x="736260" y="5077"/>
                    <a:pt x="750227" y="0"/>
                    <a:pt x="767993" y="0"/>
                  </a:cubicBezTo>
                  <a:cubicBezTo>
                    <a:pt x="772315" y="0"/>
                    <a:pt x="776628" y="257"/>
                    <a:pt x="780941" y="762"/>
                  </a:cubicBezTo>
                  <a:cubicBezTo>
                    <a:pt x="785263" y="1267"/>
                    <a:pt x="789576" y="2162"/>
                    <a:pt x="793889" y="3429"/>
                  </a:cubicBezTo>
                  <a:lnTo>
                    <a:pt x="793889" y="29718"/>
                  </a:lnTo>
                  <a:close/>
                  <a:moveTo>
                    <a:pt x="906255" y="284607"/>
                  </a:moveTo>
                  <a:cubicBezTo>
                    <a:pt x="887975" y="284607"/>
                    <a:pt x="871980" y="280540"/>
                    <a:pt x="858270" y="272415"/>
                  </a:cubicBezTo>
                  <a:cubicBezTo>
                    <a:pt x="844807" y="264290"/>
                    <a:pt x="834277" y="252860"/>
                    <a:pt x="826660" y="238125"/>
                  </a:cubicBezTo>
                  <a:cubicBezTo>
                    <a:pt x="819291" y="223142"/>
                    <a:pt x="815616" y="205483"/>
                    <a:pt x="815616" y="185166"/>
                  </a:cubicBezTo>
                  <a:cubicBezTo>
                    <a:pt x="815616" y="165097"/>
                    <a:pt x="819291" y="147571"/>
                    <a:pt x="826660" y="132588"/>
                  </a:cubicBezTo>
                  <a:cubicBezTo>
                    <a:pt x="834277" y="117605"/>
                    <a:pt x="844807" y="106042"/>
                    <a:pt x="858270" y="97917"/>
                  </a:cubicBezTo>
                  <a:cubicBezTo>
                    <a:pt x="871980" y="89792"/>
                    <a:pt x="887975" y="85725"/>
                    <a:pt x="906255" y="85725"/>
                  </a:cubicBezTo>
                  <a:cubicBezTo>
                    <a:pt x="924535" y="85725"/>
                    <a:pt x="940397" y="89792"/>
                    <a:pt x="953859" y="97917"/>
                  </a:cubicBezTo>
                  <a:cubicBezTo>
                    <a:pt x="967569" y="106042"/>
                    <a:pt x="978100" y="117605"/>
                    <a:pt x="985469" y="132588"/>
                  </a:cubicBezTo>
                  <a:cubicBezTo>
                    <a:pt x="993085" y="147571"/>
                    <a:pt x="996894" y="165097"/>
                    <a:pt x="996894" y="185166"/>
                  </a:cubicBezTo>
                  <a:cubicBezTo>
                    <a:pt x="996894" y="205483"/>
                    <a:pt x="993085" y="223142"/>
                    <a:pt x="985469" y="238125"/>
                  </a:cubicBezTo>
                  <a:cubicBezTo>
                    <a:pt x="978100" y="252860"/>
                    <a:pt x="967569" y="264290"/>
                    <a:pt x="953859" y="272415"/>
                  </a:cubicBezTo>
                  <a:cubicBezTo>
                    <a:pt x="940397" y="280540"/>
                    <a:pt x="924535" y="284607"/>
                    <a:pt x="906255" y="284607"/>
                  </a:cubicBezTo>
                  <a:close/>
                  <a:moveTo>
                    <a:pt x="906255" y="259080"/>
                  </a:moveTo>
                  <a:cubicBezTo>
                    <a:pt x="925040" y="259080"/>
                    <a:pt x="939511" y="252860"/>
                    <a:pt x="949670" y="240411"/>
                  </a:cubicBezTo>
                  <a:cubicBezTo>
                    <a:pt x="960076" y="227714"/>
                    <a:pt x="965284" y="209293"/>
                    <a:pt x="965284" y="185166"/>
                  </a:cubicBezTo>
                  <a:cubicBezTo>
                    <a:pt x="965284" y="161544"/>
                    <a:pt x="960076" y="143380"/>
                    <a:pt x="949670" y="130683"/>
                  </a:cubicBezTo>
                  <a:cubicBezTo>
                    <a:pt x="939254" y="117986"/>
                    <a:pt x="924782" y="111633"/>
                    <a:pt x="906255" y="111633"/>
                  </a:cubicBezTo>
                  <a:cubicBezTo>
                    <a:pt x="887717" y="111633"/>
                    <a:pt x="873122" y="117986"/>
                    <a:pt x="862459" y="130683"/>
                  </a:cubicBezTo>
                  <a:cubicBezTo>
                    <a:pt x="852043" y="143380"/>
                    <a:pt x="846845" y="161544"/>
                    <a:pt x="846845" y="185166"/>
                  </a:cubicBezTo>
                  <a:cubicBezTo>
                    <a:pt x="846845" y="209293"/>
                    <a:pt x="851919" y="227714"/>
                    <a:pt x="862078" y="240411"/>
                  </a:cubicBezTo>
                  <a:cubicBezTo>
                    <a:pt x="872484" y="252860"/>
                    <a:pt x="887213" y="259080"/>
                    <a:pt x="906255" y="259080"/>
                  </a:cubicBezTo>
                  <a:close/>
                  <a:moveTo>
                    <a:pt x="1044974" y="281940"/>
                  </a:moveTo>
                  <a:lnTo>
                    <a:pt x="1044974" y="144018"/>
                  </a:lnTo>
                  <a:cubicBezTo>
                    <a:pt x="1044974" y="135131"/>
                    <a:pt x="1044727" y="126235"/>
                    <a:pt x="1044212" y="117348"/>
                  </a:cubicBezTo>
                  <a:cubicBezTo>
                    <a:pt x="1043965" y="108204"/>
                    <a:pt x="1043203" y="99184"/>
                    <a:pt x="1041927" y="90297"/>
                  </a:cubicBezTo>
                  <a:lnTo>
                    <a:pt x="1071252" y="90297"/>
                  </a:lnTo>
                  <a:lnTo>
                    <a:pt x="1075441" y="137541"/>
                  </a:lnTo>
                  <a:lnTo>
                    <a:pt x="1071252" y="136398"/>
                  </a:lnTo>
                  <a:cubicBezTo>
                    <a:pt x="1074812" y="119634"/>
                    <a:pt x="1082429" y="107061"/>
                    <a:pt x="1094102" y="98679"/>
                  </a:cubicBezTo>
                  <a:cubicBezTo>
                    <a:pt x="1106041" y="90040"/>
                    <a:pt x="1119371" y="85725"/>
                    <a:pt x="1134089" y="85725"/>
                  </a:cubicBezTo>
                  <a:cubicBezTo>
                    <a:pt x="1137393" y="85725"/>
                    <a:pt x="1140440" y="85982"/>
                    <a:pt x="1143230" y="86487"/>
                  </a:cubicBezTo>
                  <a:cubicBezTo>
                    <a:pt x="1146276" y="86744"/>
                    <a:pt x="1149076" y="87249"/>
                    <a:pt x="1151608" y="88011"/>
                  </a:cubicBezTo>
                  <a:lnTo>
                    <a:pt x="1150846" y="116205"/>
                  </a:lnTo>
                  <a:cubicBezTo>
                    <a:pt x="1145010" y="114176"/>
                    <a:pt x="1138279" y="113157"/>
                    <a:pt x="1130662" y="113157"/>
                  </a:cubicBezTo>
                  <a:cubicBezTo>
                    <a:pt x="1117466" y="113157"/>
                    <a:pt x="1106803" y="116081"/>
                    <a:pt x="1098672" y="121920"/>
                  </a:cubicBezTo>
                  <a:cubicBezTo>
                    <a:pt x="1090808" y="127759"/>
                    <a:pt x="1084962" y="135255"/>
                    <a:pt x="1081153" y="144399"/>
                  </a:cubicBezTo>
                  <a:cubicBezTo>
                    <a:pt x="1077602" y="153286"/>
                    <a:pt x="1075822" y="162687"/>
                    <a:pt x="1075822" y="172593"/>
                  </a:cubicBezTo>
                  <a:lnTo>
                    <a:pt x="1075822" y="281940"/>
                  </a:lnTo>
                  <a:lnTo>
                    <a:pt x="1044974" y="281940"/>
                  </a:lnTo>
                  <a:close/>
                  <a:moveTo>
                    <a:pt x="1182951" y="281940"/>
                  </a:moveTo>
                  <a:lnTo>
                    <a:pt x="1182951" y="144018"/>
                  </a:lnTo>
                  <a:cubicBezTo>
                    <a:pt x="1182951" y="135131"/>
                    <a:pt x="1182703" y="126235"/>
                    <a:pt x="1182189" y="117348"/>
                  </a:cubicBezTo>
                  <a:cubicBezTo>
                    <a:pt x="1181941" y="108204"/>
                    <a:pt x="1181180" y="99184"/>
                    <a:pt x="1179904" y="90297"/>
                  </a:cubicBezTo>
                  <a:lnTo>
                    <a:pt x="1209228" y="90297"/>
                  </a:lnTo>
                  <a:lnTo>
                    <a:pt x="1212656" y="129921"/>
                  </a:lnTo>
                  <a:lnTo>
                    <a:pt x="1208847" y="132588"/>
                  </a:lnTo>
                  <a:cubicBezTo>
                    <a:pt x="1213418" y="117605"/>
                    <a:pt x="1221291" y="106042"/>
                    <a:pt x="1232459" y="97917"/>
                  </a:cubicBezTo>
                  <a:cubicBezTo>
                    <a:pt x="1243885" y="89792"/>
                    <a:pt x="1257347" y="85725"/>
                    <a:pt x="1272828" y="85725"/>
                  </a:cubicBezTo>
                  <a:cubicBezTo>
                    <a:pt x="1291365" y="85725"/>
                    <a:pt x="1305713" y="90297"/>
                    <a:pt x="1315862" y="99441"/>
                  </a:cubicBezTo>
                  <a:cubicBezTo>
                    <a:pt x="1326278" y="108585"/>
                    <a:pt x="1332876" y="122558"/>
                    <a:pt x="1335665" y="141351"/>
                  </a:cubicBezTo>
                  <a:lnTo>
                    <a:pt x="1326526" y="136398"/>
                  </a:lnTo>
                  <a:cubicBezTo>
                    <a:pt x="1330591" y="120901"/>
                    <a:pt x="1338712" y="108585"/>
                    <a:pt x="1350899" y="99441"/>
                  </a:cubicBezTo>
                  <a:cubicBezTo>
                    <a:pt x="1363343" y="90297"/>
                    <a:pt x="1378196" y="85725"/>
                    <a:pt x="1395457" y="85725"/>
                  </a:cubicBezTo>
                  <a:cubicBezTo>
                    <a:pt x="1416536" y="85725"/>
                    <a:pt x="1432398" y="92078"/>
                    <a:pt x="1443061" y="104775"/>
                  </a:cubicBezTo>
                  <a:cubicBezTo>
                    <a:pt x="1453725" y="117224"/>
                    <a:pt x="1459056" y="136141"/>
                    <a:pt x="1459056" y="161544"/>
                  </a:cubicBezTo>
                  <a:lnTo>
                    <a:pt x="1459056" y="281940"/>
                  </a:lnTo>
                  <a:lnTo>
                    <a:pt x="1428209" y="281940"/>
                  </a:lnTo>
                  <a:lnTo>
                    <a:pt x="1428209" y="163068"/>
                  </a:lnTo>
                  <a:cubicBezTo>
                    <a:pt x="1428209" y="145285"/>
                    <a:pt x="1425038" y="132331"/>
                    <a:pt x="1418688" y="124206"/>
                  </a:cubicBezTo>
                  <a:cubicBezTo>
                    <a:pt x="1412347" y="115824"/>
                    <a:pt x="1402312" y="111633"/>
                    <a:pt x="1388602" y="111633"/>
                  </a:cubicBezTo>
                  <a:cubicBezTo>
                    <a:pt x="1372607" y="111633"/>
                    <a:pt x="1359915" y="117091"/>
                    <a:pt x="1350518" y="128016"/>
                  </a:cubicBezTo>
                  <a:cubicBezTo>
                    <a:pt x="1341378" y="138941"/>
                    <a:pt x="1336808" y="153800"/>
                    <a:pt x="1336808" y="172593"/>
                  </a:cubicBezTo>
                  <a:lnTo>
                    <a:pt x="1336808" y="281940"/>
                  </a:lnTo>
                  <a:lnTo>
                    <a:pt x="1305960" y="281940"/>
                  </a:lnTo>
                  <a:lnTo>
                    <a:pt x="1305960" y="163068"/>
                  </a:lnTo>
                  <a:cubicBezTo>
                    <a:pt x="1305960" y="145285"/>
                    <a:pt x="1302666" y="132331"/>
                    <a:pt x="1296059" y="124206"/>
                  </a:cubicBezTo>
                  <a:cubicBezTo>
                    <a:pt x="1289718" y="115824"/>
                    <a:pt x="1279683" y="111633"/>
                    <a:pt x="1265973" y="111633"/>
                  </a:cubicBezTo>
                  <a:cubicBezTo>
                    <a:pt x="1249730" y="111633"/>
                    <a:pt x="1236906" y="117091"/>
                    <a:pt x="1227508" y="128016"/>
                  </a:cubicBezTo>
                  <a:cubicBezTo>
                    <a:pt x="1218368" y="138941"/>
                    <a:pt x="1213798" y="153800"/>
                    <a:pt x="1213798" y="172593"/>
                  </a:cubicBezTo>
                  <a:lnTo>
                    <a:pt x="1213798" y="281940"/>
                  </a:lnTo>
                  <a:lnTo>
                    <a:pt x="1182951" y="2819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g12709bdffa8_0_3334"/>
            <p:cNvSpPr/>
            <p:nvPr/>
          </p:nvSpPr>
          <p:spPr>
            <a:xfrm>
              <a:off x="4527854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g12709bdffa8_0_3334"/>
            <p:cNvSpPr/>
            <p:nvPr/>
          </p:nvSpPr>
          <p:spPr>
            <a:xfrm>
              <a:off x="1919132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27" name="Google Shape;927;g12709bdffa8_0_33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3593" y="1156890"/>
            <a:ext cx="5857289" cy="4922178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g12709bdffa8_0_3334"/>
          <p:cNvSpPr txBox="1"/>
          <p:nvPr>
            <p:ph idx="2" type="body"/>
          </p:nvPr>
        </p:nvSpPr>
        <p:spPr>
          <a:xfrm>
            <a:off x="155786" y="6472155"/>
            <a:ext cx="5940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929" name="Google Shape;929;g12709bdffa8_0_3334"/>
          <p:cNvGrpSpPr/>
          <p:nvPr/>
        </p:nvGrpSpPr>
        <p:grpSpPr>
          <a:xfrm>
            <a:off x="270086" y="4540251"/>
            <a:ext cx="5332451" cy="1733400"/>
            <a:chOff x="155786" y="4540251"/>
            <a:chExt cx="5332451" cy="1733400"/>
          </a:xfrm>
        </p:grpSpPr>
        <p:sp>
          <p:nvSpPr>
            <p:cNvPr id="930" name="Google Shape;930;g12709bdffa8_0_3334"/>
            <p:cNvSpPr txBox="1"/>
            <p:nvPr/>
          </p:nvSpPr>
          <p:spPr>
            <a:xfrm>
              <a:off x="1368637" y="4540251"/>
              <a:ext cx="4119600" cy="17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Rokkitt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Rokkitt"/>
                  <a:ea typeface="Rokkitt"/>
                  <a:cs typeface="Rokkitt"/>
                  <a:sym typeface="Rokkitt"/>
                </a:rPr>
                <a:t>CÔNG TY CỔ PHẦN GIẢI PHÁP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Rokkitt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Rokkitt"/>
                  <a:ea typeface="Rokkitt"/>
                  <a:cs typeface="Rokkitt"/>
                  <a:sym typeface="Rokkitt"/>
                </a:rPr>
                <a:t>CHUỖI CUNG ỨNG SMARTLOG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215B37 Nguyễn Văn Hưởng, Phường Thảo Điền, Thành phố Thủ Đức, Thành Phố Hồ Chí Minh</a:t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6BB24"/>
                </a:buClr>
                <a:buSzPts val="800"/>
                <a:buFont typeface="Rokkitt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en-US" sz="1400" u="sng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www.gosmartlog.com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31" name="Google Shape;931;g12709bdffa8_0_333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55786" y="5026167"/>
              <a:ext cx="1111200" cy="1107000"/>
            </a:xfrm>
            <a:prstGeom prst="roundRect">
              <a:avLst>
                <a:gd fmla="val 3122" name="adj"/>
              </a:avLst>
            </a:prstGeom>
            <a:noFill/>
            <a:ln>
              <a:noFill/>
            </a:ln>
          </p:spPr>
        </p:pic>
      </p:grpSp>
      <p:sp>
        <p:nvSpPr>
          <p:cNvPr id="932" name="Google Shape;932;g12709bdffa8_0_3334"/>
          <p:cNvSpPr txBox="1"/>
          <p:nvPr/>
        </p:nvSpPr>
        <p:spPr>
          <a:xfrm>
            <a:off x="153248" y="2976245"/>
            <a:ext cx="35589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Liên hệ: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g12709bdffa8_0_3334"/>
          <p:cNvSpPr txBox="1"/>
          <p:nvPr>
            <p:ph idx="3" type="body"/>
          </p:nvPr>
        </p:nvSpPr>
        <p:spPr>
          <a:xfrm>
            <a:off x="155786" y="3397250"/>
            <a:ext cx="3901800" cy="15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ing--company--eng">
  <p:cSld name="ending--company--eng">
    <p:bg>
      <p:bgPr>
        <a:solidFill>
          <a:srgbClr val="1E4B7E"/>
        </a:solidFill>
      </p:bgPr>
    </p:bg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12709bdffa8_0_3359"/>
          <p:cNvSpPr txBox="1"/>
          <p:nvPr>
            <p:ph idx="1" type="body"/>
          </p:nvPr>
        </p:nvSpPr>
        <p:spPr>
          <a:xfrm>
            <a:off x="155786" y="986971"/>
            <a:ext cx="7507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solidFill>
                  <a:schemeClr val="dk2"/>
                </a:solidFill>
                <a:latin typeface="Rokkitt"/>
                <a:ea typeface="Rokkitt"/>
                <a:cs typeface="Rokkitt"/>
                <a:sym typeface="Rokkitt"/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936" name="Google Shape;936;g12709bdffa8_0_3359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3007268" y="-1"/>
            <a:ext cx="9184731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7" name="Google Shape;937;g12709bdffa8_0_3359"/>
          <p:cNvGrpSpPr/>
          <p:nvPr/>
        </p:nvGrpSpPr>
        <p:grpSpPr>
          <a:xfrm>
            <a:off x="300945" y="308243"/>
            <a:ext cx="2012792" cy="571765"/>
            <a:chOff x="338666" y="4303183"/>
            <a:chExt cx="7340599" cy="2085212"/>
          </a:xfrm>
        </p:grpSpPr>
        <p:sp>
          <p:nvSpPr>
            <p:cNvPr id="938" name="Google Shape;938;g12709bdffa8_0_3359"/>
            <p:cNvSpPr/>
            <p:nvPr/>
          </p:nvSpPr>
          <p:spPr>
            <a:xfrm>
              <a:off x="338666" y="4817769"/>
              <a:ext cx="931067" cy="1085156"/>
            </a:xfrm>
            <a:custGeom>
              <a:rect b="b" l="l" r="r" t="t"/>
              <a:pathLst>
                <a:path extrusionOk="0" h="1085156" w="931067">
                  <a:moveTo>
                    <a:pt x="266668" y="724502"/>
                  </a:moveTo>
                  <a:lnTo>
                    <a:pt x="0" y="724502"/>
                  </a:lnTo>
                  <a:cubicBezTo>
                    <a:pt x="0" y="847803"/>
                    <a:pt x="39462" y="937691"/>
                    <a:pt x="117749" y="995117"/>
                  </a:cubicBezTo>
                  <a:cubicBezTo>
                    <a:pt x="188382" y="1054534"/>
                    <a:pt x="298318" y="1085157"/>
                    <a:pt x="451383" y="1085157"/>
                  </a:cubicBezTo>
                  <a:cubicBezTo>
                    <a:pt x="735511" y="1085157"/>
                    <a:pt x="931068" y="993278"/>
                    <a:pt x="931068" y="736551"/>
                  </a:cubicBezTo>
                  <a:cubicBezTo>
                    <a:pt x="931068" y="663885"/>
                    <a:pt x="908108" y="599124"/>
                    <a:pt x="860036" y="546727"/>
                  </a:cubicBezTo>
                  <a:cubicBezTo>
                    <a:pt x="804550" y="492016"/>
                    <a:pt x="691505" y="445600"/>
                    <a:pt x="507268" y="409227"/>
                  </a:cubicBezTo>
                  <a:cubicBezTo>
                    <a:pt x="364487" y="382909"/>
                    <a:pt x="294252" y="340558"/>
                    <a:pt x="294252" y="285925"/>
                  </a:cubicBezTo>
                  <a:cubicBezTo>
                    <a:pt x="294252" y="231452"/>
                    <a:pt x="348064" y="203059"/>
                    <a:pt x="455529" y="203059"/>
                  </a:cubicBezTo>
                  <a:cubicBezTo>
                    <a:pt x="546571" y="203059"/>
                    <a:pt x="602376" y="229378"/>
                    <a:pt x="621111" y="275875"/>
                  </a:cubicBezTo>
                  <a:cubicBezTo>
                    <a:pt x="637534" y="318386"/>
                    <a:pt x="678032" y="340558"/>
                    <a:pt x="737424" y="342631"/>
                  </a:cubicBezTo>
                  <a:lnTo>
                    <a:pt x="898542" y="342631"/>
                  </a:lnTo>
                  <a:cubicBezTo>
                    <a:pt x="892802" y="231452"/>
                    <a:pt x="852463" y="146910"/>
                    <a:pt x="777764" y="86934"/>
                  </a:cubicBezTo>
                  <a:cubicBezTo>
                    <a:pt x="701151" y="28951"/>
                    <a:pt x="592251" y="0"/>
                    <a:pt x="451543" y="0"/>
                  </a:cubicBezTo>
                  <a:cubicBezTo>
                    <a:pt x="206080" y="3908"/>
                    <a:pt x="29577" y="108388"/>
                    <a:pt x="29577" y="334417"/>
                  </a:cubicBezTo>
                  <a:cubicBezTo>
                    <a:pt x="31649" y="502141"/>
                    <a:pt x="149159" y="607421"/>
                    <a:pt x="383141" y="649693"/>
                  </a:cubicBezTo>
                  <a:cubicBezTo>
                    <a:pt x="571284" y="682230"/>
                    <a:pt x="666472" y="726578"/>
                    <a:pt x="666472" y="781214"/>
                  </a:cubicBezTo>
                  <a:cubicBezTo>
                    <a:pt x="666472" y="849880"/>
                    <a:pt x="608515" y="882103"/>
                    <a:pt x="492679" y="882103"/>
                  </a:cubicBezTo>
                  <a:cubicBezTo>
                    <a:pt x="358348" y="882103"/>
                    <a:pt x="272648" y="841907"/>
                    <a:pt x="266668" y="7245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g12709bdffa8_0_3359"/>
            <p:cNvSpPr/>
            <p:nvPr/>
          </p:nvSpPr>
          <p:spPr>
            <a:xfrm>
              <a:off x="1374890" y="4819443"/>
              <a:ext cx="1517750" cy="1067689"/>
            </a:xfrm>
            <a:custGeom>
              <a:rect b="b" l="l" r="r" t="t"/>
              <a:pathLst>
                <a:path extrusionOk="0" h="1067689" w="1517750">
                  <a:moveTo>
                    <a:pt x="448672" y="223396"/>
                  </a:moveTo>
                  <a:cubicBezTo>
                    <a:pt x="569444" y="223396"/>
                    <a:pt x="630673" y="277471"/>
                    <a:pt x="636890" y="387375"/>
                  </a:cubicBezTo>
                  <a:lnTo>
                    <a:pt x="636890" y="1063784"/>
                  </a:lnTo>
                  <a:lnTo>
                    <a:pt x="880920" y="1063784"/>
                  </a:lnTo>
                  <a:lnTo>
                    <a:pt x="880920" y="391522"/>
                  </a:lnTo>
                  <a:cubicBezTo>
                    <a:pt x="882995" y="281379"/>
                    <a:pt x="944138" y="227305"/>
                    <a:pt x="1064996" y="227305"/>
                  </a:cubicBezTo>
                  <a:cubicBezTo>
                    <a:pt x="1185778" y="227305"/>
                    <a:pt x="1246998" y="281379"/>
                    <a:pt x="1253139" y="391522"/>
                  </a:cubicBezTo>
                  <a:lnTo>
                    <a:pt x="1253139" y="935778"/>
                  </a:lnTo>
                  <a:cubicBezTo>
                    <a:pt x="1253139" y="1019760"/>
                    <a:pt x="1296268" y="1061794"/>
                    <a:pt x="1382527" y="1067690"/>
                  </a:cubicBezTo>
                  <a:lnTo>
                    <a:pt x="1517733" y="1067690"/>
                  </a:lnTo>
                  <a:lnTo>
                    <a:pt x="1517733" y="445517"/>
                  </a:lnTo>
                  <a:cubicBezTo>
                    <a:pt x="1519571" y="146911"/>
                    <a:pt x="1372645" y="3669"/>
                    <a:pt x="1069062" y="3669"/>
                  </a:cubicBezTo>
                  <a:cubicBezTo>
                    <a:pt x="930028" y="3669"/>
                    <a:pt x="829973" y="30387"/>
                    <a:pt x="760699" y="85897"/>
                  </a:cubicBezTo>
                  <a:cubicBezTo>
                    <a:pt x="691502" y="28553"/>
                    <a:pt x="591847" y="0"/>
                    <a:pt x="452737" y="0"/>
                  </a:cubicBezTo>
                  <a:cubicBezTo>
                    <a:pt x="148992" y="0"/>
                    <a:pt x="0" y="143242"/>
                    <a:pt x="0" y="441449"/>
                  </a:cubicBezTo>
                  <a:lnTo>
                    <a:pt x="0" y="1063784"/>
                  </a:lnTo>
                  <a:lnTo>
                    <a:pt x="264509" y="1063784"/>
                  </a:lnTo>
                  <a:lnTo>
                    <a:pt x="264509" y="387375"/>
                  </a:lnTo>
                  <a:cubicBezTo>
                    <a:pt x="266747" y="277471"/>
                    <a:pt x="327890" y="223396"/>
                    <a:pt x="448672" y="2233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g12709bdffa8_0_3359"/>
            <p:cNvSpPr/>
            <p:nvPr/>
          </p:nvSpPr>
          <p:spPr>
            <a:xfrm>
              <a:off x="3018422" y="4817769"/>
              <a:ext cx="880929" cy="1069283"/>
            </a:xfrm>
            <a:custGeom>
              <a:rect b="b" l="l" r="r" t="t"/>
              <a:pathLst>
                <a:path extrusionOk="0" h="1069283" w="880929">
                  <a:moveTo>
                    <a:pt x="450909" y="203059"/>
                  </a:moveTo>
                  <a:cubicBezTo>
                    <a:pt x="567140" y="203059"/>
                    <a:pt x="626293" y="232648"/>
                    <a:pt x="632672" y="291907"/>
                  </a:cubicBezTo>
                  <a:cubicBezTo>
                    <a:pt x="632672" y="349012"/>
                    <a:pt x="571443" y="382510"/>
                    <a:pt x="450909" y="396308"/>
                  </a:cubicBezTo>
                  <a:cubicBezTo>
                    <a:pt x="176822" y="421989"/>
                    <a:pt x="5503" y="489301"/>
                    <a:pt x="0" y="739732"/>
                  </a:cubicBezTo>
                  <a:cubicBezTo>
                    <a:pt x="0" y="970552"/>
                    <a:pt x="163912" y="1086833"/>
                    <a:pt x="421566" y="1067135"/>
                  </a:cubicBezTo>
                  <a:cubicBezTo>
                    <a:pt x="714466" y="1047438"/>
                    <a:pt x="880929" y="919183"/>
                    <a:pt x="880929" y="631186"/>
                  </a:cubicBezTo>
                  <a:lnTo>
                    <a:pt x="880929" y="276035"/>
                  </a:lnTo>
                  <a:cubicBezTo>
                    <a:pt x="875188" y="89406"/>
                    <a:pt x="735279" y="0"/>
                    <a:pt x="438475" y="0"/>
                  </a:cubicBezTo>
                  <a:cubicBezTo>
                    <a:pt x="188228" y="0"/>
                    <a:pt x="59639" y="89406"/>
                    <a:pt x="29819" y="276035"/>
                  </a:cubicBezTo>
                  <a:lnTo>
                    <a:pt x="282056" y="276035"/>
                  </a:lnTo>
                  <a:cubicBezTo>
                    <a:pt x="296804" y="226746"/>
                    <a:pt x="351730" y="203059"/>
                    <a:pt x="450909" y="203059"/>
                  </a:cubicBezTo>
                  <a:close/>
                  <a:moveTo>
                    <a:pt x="385615" y="854023"/>
                  </a:moveTo>
                  <a:cubicBezTo>
                    <a:pt x="296804" y="854023"/>
                    <a:pt x="250409" y="814551"/>
                    <a:pt x="244030" y="731760"/>
                  </a:cubicBezTo>
                  <a:cubicBezTo>
                    <a:pt x="244030" y="654874"/>
                    <a:pt x="300955" y="605582"/>
                    <a:pt x="412959" y="585808"/>
                  </a:cubicBezTo>
                  <a:cubicBezTo>
                    <a:pt x="495314" y="570016"/>
                    <a:pt x="571529" y="548404"/>
                    <a:pt x="636899" y="522724"/>
                  </a:cubicBezTo>
                  <a:lnTo>
                    <a:pt x="636899" y="619308"/>
                  </a:lnTo>
                  <a:cubicBezTo>
                    <a:pt x="636814" y="767250"/>
                    <a:pt x="541872" y="854023"/>
                    <a:pt x="385615" y="8540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g12709bdffa8_0_3359"/>
            <p:cNvSpPr/>
            <p:nvPr/>
          </p:nvSpPr>
          <p:spPr>
            <a:xfrm>
              <a:off x="5216460" y="4303183"/>
              <a:ext cx="408455" cy="1583837"/>
            </a:xfrm>
            <a:custGeom>
              <a:rect b="b" l="l" r="r" t="t"/>
              <a:pathLst>
                <a:path extrusionOk="0" h="1583837" w="408455">
                  <a:moveTo>
                    <a:pt x="244078" y="292465"/>
                  </a:moveTo>
                  <a:lnTo>
                    <a:pt x="244078" y="129683"/>
                  </a:lnTo>
                  <a:cubicBezTo>
                    <a:pt x="244078" y="62050"/>
                    <a:pt x="190904" y="0"/>
                    <a:pt x="126647" y="0"/>
                  </a:cubicBezTo>
                  <a:lnTo>
                    <a:pt x="48" y="0"/>
                  </a:lnTo>
                  <a:lnTo>
                    <a:pt x="48" y="1388707"/>
                  </a:lnTo>
                  <a:cubicBezTo>
                    <a:pt x="-1704" y="1505236"/>
                    <a:pt x="44215" y="1566253"/>
                    <a:pt x="139958" y="1576140"/>
                  </a:cubicBezTo>
                  <a:cubicBezTo>
                    <a:pt x="235938" y="1586027"/>
                    <a:pt x="325872" y="1586027"/>
                    <a:pt x="408456" y="1578216"/>
                  </a:cubicBezTo>
                  <a:lnTo>
                    <a:pt x="408456" y="1378820"/>
                  </a:lnTo>
                  <a:lnTo>
                    <a:pt x="329776" y="1378820"/>
                  </a:lnTo>
                  <a:cubicBezTo>
                    <a:pt x="269747" y="1378820"/>
                    <a:pt x="244078" y="1354017"/>
                    <a:pt x="244078" y="1308402"/>
                  </a:cubicBezTo>
                  <a:lnTo>
                    <a:pt x="244078" y="700816"/>
                  </a:lnTo>
                  <a:lnTo>
                    <a:pt x="244078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g12709bdffa8_0_3359"/>
            <p:cNvSpPr/>
            <p:nvPr/>
          </p:nvSpPr>
          <p:spPr>
            <a:xfrm>
              <a:off x="5647957" y="4819443"/>
              <a:ext cx="942548" cy="1081815"/>
            </a:xfrm>
            <a:custGeom>
              <a:rect b="b" l="l" r="r" t="t"/>
              <a:pathLst>
                <a:path extrusionOk="0" h="1081815" w="942548">
                  <a:moveTo>
                    <a:pt x="474350" y="223396"/>
                  </a:moveTo>
                  <a:cubicBezTo>
                    <a:pt x="610108" y="223396"/>
                    <a:pt x="677954" y="326920"/>
                    <a:pt x="677954" y="535718"/>
                  </a:cubicBezTo>
                  <a:cubicBezTo>
                    <a:pt x="676040" y="748907"/>
                    <a:pt x="608042" y="858416"/>
                    <a:pt x="472274" y="858416"/>
                  </a:cubicBezTo>
                  <a:cubicBezTo>
                    <a:pt x="336507" y="858416"/>
                    <a:pt x="266432" y="752822"/>
                    <a:pt x="264595" y="544015"/>
                  </a:cubicBezTo>
                  <a:cubicBezTo>
                    <a:pt x="264681" y="330908"/>
                    <a:pt x="334431" y="223396"/>
                    <a:pt x="474350" y="223396"/>
                  </a:cubicBezTo>
                  <a:close/>
                  <a:moveTo>
                    <a:pt x="474350" y="0"/>
                  </a:moveTo>
                  <a:cubicBezTo>
                    <a:pt x="156733" y="0"/>
                    <a:pt x="0" y="173868"/>
                    <a:pt x="0" y="544015"/>
                  </a:cubicBezTo>
                  <a:cubicBezTo>
                    <a:pt x="0" y="908984"/>
                    <a:pt x="156733" y="1081815"/>
                    <a:pt x="474350" y="1081815"/>
                  </a:cubicBezTo>
                  <a:cubicBezTo>
                    <a:pt x="788206" y="1081815"/>
                    <a:pt x="942549" y="908898"/>
                    <a:pt x="942549" y="544015"/>
                  </a:cubicBezTo>
                  <a:cubicBezTo>
                    <a:pt x="942549" y="173947"/>
                    <a:pt x="788206" y="0"/>
                    <a:pt x="474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g12709bdffa8_0_3359"/>
            <p:cNvSpPr/>
            <p:nvPr/>
          </p:nvSpPr>
          <p:spPr>
            <a:xfrm>
              <a:off x="6716152" y="4817830"/>
              <a:ext cx="963113" cy="1497041"/>
            </a:xfrm>
            <a:custGeom>
              <a:rect b="b" l="l" r="r" t="t"/>
              <a:pathLst>
                <a:path extrusionOk="0" h="1497041" w="963113">
                  <a:moveTo>
                    <a:pt x="414073" y="1083504"/>
                  </a:moveTo>
                  <a:cubicBezTo>
                    <a:pt x="547365" y="1083504"/>
                    <a:pt x="650524" y="1033974"/>
                    <a:pt x="719084" y="934438"/>
                  </a:cubicBezTo>
                  <a:lnTo>
                    <a:pt x="719084" y="1037641"/>
                  </a:lnTo>
                  <a:cubicBezTo>
                    <a:pt x="719084" y="1206805"/>
                    <a:pt x="646382" y="1293978"/>
                    <a:pt x="505036" y="1293978"/>
                  </a:cubicBezTo>
                  <a:cubicBezTo>
                    <a:pt x="393898" y="1293978"/>
                    <a:pt x="331156" y="1255697"/>
                    <a:pt x="313142" y="1174983"/>
                  </a:cubicBezTo>
                  <a:lnTo>
                    <a:pt x="27183" y="1174983"/>
                  </a:lnTo>
                  <a:cubicBezTo>
                    <a:pt x="86973" y="1395505"/>
                    <a:pt x="233585" y="1497042"/>
                    <a:pt x="474578" y="1497042"/>
                  </a:cubicBezTo>
                  <a:cubicBezTo>
                    <a:pt x="807733" y="1491536"/>
                    <a:pt x="963114" y="1370226"/>
                    <a:pt x="963114" y="1100649"/>
                  </a:cubicBezTo>
                  <a:lnTo>
                    <a:pt x="963114" y="465398"/>
                  </a:lnTo>
                  <a:cubicBezTo>
                    <a:pt x="963114" y="140866"/>
                    <a:pt x="809732" y="-1817"/>
                    <a:pt x="484861" y="17"/>
                  </a:cubicBezTo>
                  <a:cubicBezTo>
                    <a:pt x="158485" y="5601"/>
                    <a:pt x="0" y="166548"/>
                    <a:pt x="0" y="530559"/>
                  </a:cubicBezTo>
                  <a:cubicBezTo>
                    <a:pt x="76" y="907720"/>
                    <a:pt x="135283" y="1083504"/>
                    <a:pt x="414073" y="1083504"/>
                  </a:cubicBezTo>
                  <a:close/>
                  <a:moveTo>
                    <a:pt x="488850" y="860105"/>
                  </a:moveTo>
                  <a:cubicBezTo>
                    <a:pt x="343437" y="860105"/>
                    <a:pt x="270650" y="753073"/>
                    <a:pt x="264671" y="538846"/>
                  </a:cubicBezTo>
                  <a:cubicBezTo>
                    <a:pt x="264671" y="314177"/>
                    <a:pt x="339448" y="202997"/>
                    <a:pt x="492915" y="202997"/>
                  </a:cubicBezTo>
                  <a:cubicBezTo>
                    <a:pt x="646382" y="202997"/>
                    <a:pt x="720922" y="314177"/>
                    <a:pt x="719084" y="538846"/>
                  </a:cubicBezTo>
                  <a:cubicBezTo>
                    <a:pt x="711115" y="753073"/>
                    <a:pt x="634263" y="860105"/>
                    <a:pt x="488850" y="8601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g12709bdffa8_0_3359"/>
            <p:cNvSpPr/>
            <p:nvPr/>
          </p:nvSpPr>
          <p:spPr>
            <a:xfrm>
              <a:off x="4661889" y="4843290"/>
              <a:ext cx="419889" cy="1039937"/>
            </a:xfrm>
            <a:custGeom>
              <a:rect b="b" l="l" r="r" t="t"/>
              <a:pathLst>
                <a:path extrusionOk="0" h="1039937" w="419889">
                  <a:moveTo>
                    <a:pt x="0" y="1039938"/>
                  </a:moveTo>
                  <a:lnTo>
                    <a:pt x="264595" y="1039938"/>
                  </a:lnTo>
                  <a:lnTo>
                    <a:pt x="264595" y="492412"/>
                  </a:lnTo>
                  <a:cubicBezTo>
                    <a:pt x="264595" y="363368"/>
                    <a:pt x="316331" y="20497"/>
                    <a:pt x="419890" y="0"/>
                  </a:cubicBezTo>
                  <a:cubicBezTo>
                    <a:pt x="146841" y="33737"/>
                    <a:pt x="6931" y="198992"/>
                    <a:pt x="0" y="496403"/>
                  </a:cubicBezTo>
                  <a:lnTo>
                    <a:pt x="0" y="10399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g12709bdffa8_0_3359"/>
            <p:cNvSpPr/>
            <p:nvPr/>
          </p:nvSpPr>
          <p:spPr>
            <a:xfrm>
              <a:off x="4661889" y="4488137"/>
              <a:ext cx="244020" cy="471437"/>
            </a:xfrm>
            <a:custGeom>
              <a:rect b="b" l="l" r="r" t="t"/>
              <a:pathLst>
                <a:path extrusionOk="0" h="471437" w="244020">
                  <a:moveTo>
                    <a:pt x="244020" y="292465"/>
                  </a:moveTo>
                  <a:lnTo>
                    <a:pt x="244020" y="129683"/>
                  </a:lnTo>
                  <a:cubicBezTo>
                    <a:pt x="244020" y="62050"/>
                    <a:pt x="190846" y="0"/>
                    <a:pt x="126513" y="0"/>
                  </a:cubicBezTo>
                  <a:lnTo>
                    <a:pt x="0" y="0"/>
                  </a:lnTo>
                  <a:lnTo>
                    <a:pt x="152" y="471438"/>
                  </a:lnTo>
                  <a:lnTo>
                    <a:pt x="244020" y="471438"/>
                  </a:lnTo>
                  <a:lnTo>
                    <a:pt x="244020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g12709bdffa8_0_3359"/>
            <p:cNvSpPr/>
            <p:nvPr/>
          </p:nvSpPr>
          <p:spPr>
            <a:xfrm>
              <a:off x="4025065" y="4842652"/>
              <a:ext cx="522658" cy="1040575"/>
            </a:xfrm>
            <a:custGeom>
              <a:rect b="b" l="l" r="r" t="t"/>
              <a:pathLst>
                <a:path extrusionOk="0" h="1040575" w="522658">
                  <a:moveTo>
                    <a:pt x="0" y="1040576"/>
                  </a:moveTo>
                  <a:lnTo>
                    <a:pt x="264604" y="1040576"/>
                  </a:lnTo>
                  <a:lnTo>
                    <a:pt x="264604" y="493050"/>
                  </a:lnTo>
                  <a:cubicBezTo>
                    <a:pt x="264604" y="339762"/>
                    <a:pt x="337544" y="262078"/>
                    <a:pt x="483356" y="262078"/>
                  </a:cubicBezTo>
                  <a:lnTo>
                    <a:pt x="522658" y="262078"/>
                  </a:lnTo>
                  <a:lnTo>
                    <a:pt x="522658" y="0"/>
                  </a:lnTo>
                  <a:cubicBezTo>
                    <a:pt x="214534" y="21774"/>
                    <a:pt x="7417" y="184795"/>
                    <a:pt x="86" y="496955"/>
                  </a:cubicBezTo>
                  <a:lnTo>
                    <a:pt x="86" y="1040576"/>
                  </a:lnTo>
                  <a:lnTo>
                    <a:pt x="0" y="10405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g12709bdffa8_0_3359"/>
            <p:cNvSpPr/>
            <p:nvPr/>
          </p:nvSpPr>
          <p:spPr>
            <a:xfrm>
              <a:off x="356946" y="6029112"/>
              <a:ext cx="1060969" cy="277368"/>
            </a:xfrm>
            <a:custGeom>
              <a:rect b="b" l="l" r="r" t="t"/>
              <a:pathLst>
                <a:path extrusionOk="0" h="277368" w="1060969">
                  <a:moveTo>
                    <a:pt x="101302" y="277368"/>
                  </a:moveTo>
                  <a:cubicBezTo>
                    <a:pt x="87338" y="277368"/>
                    <a:pt x="74263" y="276225"/>
                    <a:pt x="62076" y="273939"/>
                  </a:cubicBezTo>
                  <a:cubicBezTo>
                    <a:pt x="49889" y="271396"/>
                    <a:pt x="38591" y="267586"/>
                    <a:pt x="28182" y="262509"/>
                  </a:cubicBezTo>
                  <a:cubicBezTo>
                    <a:pt x="17772" y="257175"/>
                    <a:pt x="8378" y="250698"/>
                    <a:pt x="0" y="243078"/>
                  </a:cubicBezTo>
                  <a:lnTo>
                    <a:pt x="11806" y="219075"/>
                  </a:lnTo>
                  <a:cubicBezTo>
                    <a:pt x="25516" y="230505"/>
                    <a:pt x="39226" y="238630"/>
                    <a:pt x="52936" y="243459"/>
                  </a:cubicBezTo>
                  <a:cubicBezTo>
                    <a:pt x="66900" y="248288"/>
                    <a:pt x="83149" y="250698"/>
                    <a:pt x="101683" y="250698"/>
                  </a:cubicBezTo>
                  <a:cubicBezTo>
                    <a:pt x="123264" y="250698"/>
                    <a:pt x="140021" y="246507"/>
                    <a:pt x="151953" y="238125"/>
                  </a:cubicBezTo>
                  <a:cubicBezTo>
                    <a:pt x="163886" y="229486"/>
                    <a:pt x="169853" y="217427"/>
                    <a:pt x="169853" y="201930"/>
                  </a:cubicBezTo>
                  <a:cubicBezTo>
                    <a:pt x="169853" y="192529"/>
                    <a:pt x="166806" y="185042"/>
                    <a:pt x="160712" y="179451"/>
                  </a:cubicBezTo>
                  <a:cubicBezTo>
                    <a:pt x="154873" y="173612"/>
                    <a:pt x="146748" y="169040"/>
                    <a:pt x="136339" y="165735"/>
                  </a:cubicBezTo>
                  <a:cubicBezTo>
                    <a:pt x="126183" y="162182"/>
                    <a:pt x="114631" y="158877"/>
                    <a:pt x="101683" y="155829"/>
                  </a:cubicBezTo>
                  <a:cubicBezTo>
                    <a:pt x="88735" y="153038"/>
                    <a:pt x="76421" y="149857"/>
                    <a:pt x="64742" y="146304"/>
                  </a:cubicBezTo>
                  <a:cubicBezTo>
                    <a:pt x="53063" y="142494"/>
                    <a:pt x="42654" y="137798"/>
                    <a:pt x="33514" y="132207"/>
                  </a:cubicBezTo>
                  <a:cubicBezTo>
                    <a:pt x="24627" y="126616"/>
                    <a:pt x="17645" y="119510"/>
                    <a:pt x="12568" y="110871"/>
                  </a:cubicBezTo>
                  <a:cubicBezTo>
                    <a:pt x="7490" y="102232"/>
                    <a:pt x="4951" y="91440"/>
                    <a:pt x="4951" y="78486"/>
                  </a:cubicBezTo>
                  <a:cubicBezTo>
                    <a:pt x="4951" y="62989"/>
                    <a:pt x="9013" y="49406"/>
                    <a:pt x="17138" y="37719"/>
                  </a:cubicBezTo>
                  <a:cubicBezTo>
                    <a:pt x="25262" y="25784"/>
                    <a:pt x="36687" y="16507"/>
                    <a:pt x="51413" y="9906"/>
                  </a:cubicBezTo>
                  <a:cubicBezTo>
                    <a:pt x="66138" y="3305"/>
                    <a:pt x="83530" y="0"/>
                    <a:pt x="103587" y="0"/>
                  </a:cubicBezTo>
                  <a:cubicBezTo>
                    <a:pt x="116028" y="0"/>
                    <a:pt x="127961" y="1400"/>
                    <a:pt x="139386" y="4191"/>
                  </a:cubicBezTo>
                  <a:cubicBezTo>
                    <a:pt x="150811" y="6734"/>
                    <a:pt x="161348" y="10544"/>
                    <a:pt x="170995" y="15621"/>
                  </a:cubicBezTo>
                  <a:cubicBezTo>
                    <a:pt x="180897" y="20698"/>
                    <a:pt x="189656" y="26927"/>
                    <a:pt x="197273" y="34290"/>
                  </a:cubicBezTo>
                  <a:lnTo>
                    <a:pt x="185086" y="58293"/>
                  </a:lnTo>
                  <a:cubicBezTo>
                    <a:pt x="172645" y="47368"/>
                    <a:pt x="159824" y="39367"/>
                    <a:pt x="146622" y="34290"/>
                  </a:cubicBezTo>
                  <a:cubicBezTo>
                    <a:pt x="133419" y="29213"/>
                    <a:pt x="119075" y="26670"/>
                    <a:pt x="103587" y="26670"/>
                  </a:cubicBezTo>
                  <a:cubicBezTo>
                    <a:pt x="82515" y="26670"/>
                    <a:pt x="66011" y="31118"/>
                    <a:pt x="54079" y="40005"/>
                  </a:cubicBezTo>
                  <a:cubicBezTo>
                    <a:pt x="42146" y="48892"/>
                    <a:pt x="36179" y="61341"/>
                    <a:pt x="36179" y="77343"/>
                  </a:cubicBezTo>
                  <a:cubicBezTo>
                    <a:pt x="36179" y="87249"/>
                    <a:pt x="38845" y="95250"/>
                    <a:pt x="44177" y="101346"/>
                  </a:cubicBezTo>
                  <a:cubicBezTo>
                    <a:pt x="49509" y="107442"/>
                    <a:pt x="56998" y="112395"/>
                    <a:pt x="66646" y="116205"/>
                  </a:cubicBezTo>
                  <a:cubicBezTo>
                    <a:pt x="76294" y="119758"/>
                    <a:pt x="87338" y="123063"/>
                    <a:pt x="99779" y="126111"/>
                  </a:cubicBezTo>
                  <a:cubicBezTo>
                    <a:pt x="112981" y="129159"/>
                    <a:pt x="125676" y="132464"/>
                    <a:pt x="137862" y="136017"/>
                  </a:cubicBezTo>
                  <a:cubicBezTo>
                    <a:pt x="150049" y="139570"/>
                    <a:pt x="160839" y="144018"/>
                    <a:pt x="170233" y="149352"/>
                  </a:cubicBezTo>
                  <a:cubicBezTo>
                    <a:pt x="179881" y="154429"/>
                    <a:pt x="187498" y="161163"/>
                    <a:pt x="193084" y="169545"/>
                  </a:cubicBezTo>
                  <a:cubicBezTo>
                    <a:pt x="198669" y="177670"/>
                    <a:pt x="201462" y="188090"/>
                    <a:pt x="201462" y="200787"/>
                  </a:cubicBezTo>
                  <a:cubicBezTo>
                    <a:pt x="201462" y="216284"/>
                    <a:pt x="197399" y="229743"/>
                    <a:pt x="189275" y="241173"/>
                  </a:cubicBezTo>
                  <a:cubicBezTo>
                    <a:pt x="181151" y="252603"/>
                    <a:pt x="169598" y="261490"/>
                    <a:pt x="154619" y="267843"/>
                  </a:cubicBezTo>
                  <a:cubicBezTo>
                    <a:pt x="139640" y="274196"/>
                    <a:pt x="121867" y="277368"/>
                    <a:pt x="101302" y="277368"/>
                  </a:cubicBezTo>
                  <a:close/>
                  <a:moveTo>
                    <a:pt x="248704" y="274320"/>
                  </a:moveTo>
                  <a:lnTo>
                    <a:pt x="248704" y="136398"/>
                  </a:lnTo>
                  <a:cubicBezTo>
                    <a:pt x="248704" y="127511"/>
                    <a:pt x="248449" y="118615"/>
                    <a:pt x="247942" y="109728"/>
                  </a:cubicBezTo>
                  <a:cubicBezTo>
                    <a:pt x="247688" y="100584"/>
                    <a:pt x="246926" y="91564"/>
                    <a:pt x="245657" y="82677"/>
                  </a:cubicBezTo>
                  <a:lnTo>
                    <a:pt x="274981" y="82677"/>
                  </a:lnTo>
                  <a:lnTo>
                    <a:pt x="278409" y="122301"/>
                  </a:lnTo>
                  <a:lnTo>
                    <a:pt x="274600" y="124968"/>
                  </a:lnTo>
                  <a:cubicBezTo>
                    <a:pt x="279170" y="109985"/>
                    <a:pt x="287040" y="98422"/>
                    <a:pt x="298212" y="90297"/>
                  </a:cubicBezTo>
                  <a:cubicBezTo>
                    <a:pt x="309637" y="82172"/>
                    <a:pt x="323093" y="78105"/>
                    <a:pt x="338581" y="78105"/>
                  </a:cubicBezTo>
                  <a:cubicBezTo>
                    <a:pt x="357114" y="78105"/>
                    <a:pt x="371459" y="82677"/>
                    <a:pt x="381615" y="91821"/>
                  </a:cubicBezTo>
                  <a:cubicBezTo>
                    <a:pt x="392024" y="100965"/>
                    <a:pt x="398625" y="114938"/>
                    <a:pt x="401419" y="133731"/>
                  </a:cubicBezTo>
                  <a:lnTo>
                    <a:pt x="392278" y="128778"/>
                  </a:lnTo>
                  <a:cubicBezTo>
                    <a:pt x="396340" y="113281"/>
                    <a:pt x="404465" y="100965"/>
                    <a:pt x="416652" y="91821"/>
                  </a:cubicBezTo>
                  <a:cubicBezTo>
                    <a:pt x="429092" y="82677"/>
                    <a:pt x="443944" y="78105"/>
                    <a:pt x="461210" y="78105"/>
                  </a:cubicBezTo>
                  <a:cubicBezTo>
                    <a:pt x="482282" y="78105"/>
                    <a:pt x="498151" y="84458"/>
                    <a:pt x="508814" y="97155"/>
                  </a:cubicBezTo>
                  <a:cubicBezTo>
                    <a:pt x="519477" y="109604"/>
                    <a:pt x="524809" y="128521"/>
                    <a:pt x="524809" y="153924"/>
                  </a:cubicBezTo>
                  <a:lnTo>
                    <a:pt x="524809" y="274320"/>
                  </a:lnTo>
                  <a:lnTo>
                    <a:pt x="493961" y="274320"/>
                  </a:lnTo>
                  <a:lnTo>
                    <a:pt x="493961" y="155448"/>
                  </a:lnTo>
                  <a:cubicBezTo>
                    <a:pt x="493961" y="137665"/>
                    <a:pt x="490787" y="124711"/>
                    <a:pt x="484441" y="116586"/>
                  </a:cubicBezTo>
                  <a:cubicBezTo>
                    <a:pt x="478093" y="108204"/>
                    <a:pt x="468065" y="104013"/>
                    <a:pt x="454355" y="104013"/>
                  </a:cubicBezTo>
                  <a:cubicBezTo>
                    <a:pt x="438360" y="104013"/>
                    <a:pt x="425664" y="109471"/>
                    <a:pt x="416271" y="120396"/>
                  </a:cubicBezTo>
                  <a:cubicBezTo>
                    <a:pt x="407131" y="131321"/>
                    <a:pt x="402561" y="146180"/>
                    <a:pt x="402561" y="164973"/>
                  </a:cubicBezTo>
                  <a:lnTo>
                    <a:pt x="402561" y="274320"/>
                  </a:lnTo>
                  <a:lnTo>
                    <a:pt x="371713" y="274320"/>
                  </a:lnTo>
                  <a:lnTo>
                    <a:pt x="371713" y="155448"/>
                  </a:lnTo>
                  <a:cubicBezTo>
                    <a:pt x="371713" y="137665"/>
                    <a:pt x="368412" y="124711"/>
                    <a:pt x="361812" y="116586"/>
                  </a:cubicBezTo>
                  <a:cubicBezTo>
                    <a:pt x="355464" y="108204"/>
                    <a:pt x="345436" y="104013"/>
                    <a:pt x="331726" y="104013"/>
                  </a:cubicBezTo>
                  <a:cubicBezTo>
                    <a:pt x="315476" y="104013"/>
                    <a:pt x="302655" y="109471"/>
                    <a:pt x="293261" y="120396"/>
                  </a:cubicBezTo>
                  <a:cubicBezTo>
                    <a:pt x="284121" y="131321"/>
                    <a:pt x="279551" y="146180"/>
                    <a:pt x="279551" y="164973"/>
                  </a:cubicBezTo>
                  <a:lnTo>
                    <a:pt x="279551" y="274320"/>
                  </a:lnTo>
                  <a:lnTo>
                    <a:pt x="248704" y="274320"/>
                  </a:lnTo>
                  <a:close/>
                  <a:moveTo>
                    <a:pt x="656923" y="276987"/>
                  </a:moveTo>
                  <a:cubicBezTo>
                    <a:pt x="639913" y="276987"/>
                    <a:pt x="624933" y="273053"/>
                    <a:pt x="611984" y="265176"/>
                  </a:cubicBezTo>
                  <a:cubicBezTo>
                    <a:pt x="599290" y="257051"/>
                    <a:pt x="589388" y="245621"/>
                    <a:pt x="582279" y="230886"/>
                  </a:cubicBezTo>
                  <a:cubicBezTo>
                    <a:pt x="575424" y="215903"/>
                    <a:pt x="571997" y="198377"/>
                    <a:pt x="571997" y="178308"/>
                  </a:cubicBezTo>
                  <a:cubicBezTo>
                    <a:pt x="571997" y="158239"/>
                    <a:pt x="575552" y="140713"/>
                    <a:pt x="582660" y="125730"/>
                  </a:cubicBezTo>
                  <a:cubicBezTo>
                    <a:pt x="589769" y="110747"/>
                    <a:pt x="599671" y="99060"/>
                    <a:pt x="612365" y="90678"/>
                  </a:cubicBezTo>
                  <a:cubicBezTo>
                    <a:pt x="625313" y="82296"/>
                    <a:pt x="640166" y="78105"/>
                    <a:pt x="656923" y="78105"/>
                  </a:cubicBezTo>
                  <a:cubicBezTo>
                    <a:pt x="674441" y="78105"/>
                    <a:pt x="689294" y="82420"/>
                    <a:pt x="701481" y="91059"/>
                  </a:cubicBezTo>
                  <a:cubicBezTo>
                    <a:pt x="713667" y="99698"/>
                    <a:pt x="721919" y="112014"/>
                    <a:pt x="726235" y="128016"/>
                  </a:cubicBezTo>
                  <a:lnTo>
                    <a:pt x="721665" y="131064"/>
                  </a:lnTo>
                  <a:lnTo>
                    <a:pt x="721665" y="82677"/>
                  </a:lnTo>
                  <a:lnTo>
                    <a:pt x="752132" y="82677"/>
                  </a:lnTo>
                  <a:lnTo>
                    <a:pt x="752132" y="274320"/>
                  </a:lnTo>
                  <a:lnTo>
                    <a:pt x="721665" y="274320"/>
                  </a:lnTo>
                  <a:lnTo>
                    <a:pt x="721665" y="224790"/>
                  </a:lnTo>
                  <a:lnTo>
                    <a:pt x="726235" y="227076"/>
                  </a:lnTo>
                  <a:cubicBezTo>
                    <a:pt x="721919" y="243078"/>
                    <a:pt x="713667" y="255394"/>
                    <a:pt x="701481" y="264033"/>
                  </a:cubicBezTo>
                  <a:cubicBezTo>
                    <a:pt x="689294" y="272672"/>
                    <a:pt x="674441" y="276987"/>
                    <a:pt x="656923" y="276987"/>
                  </a:cubicBezTo>
                  <a:close/>
                  <a:moveTo>
                    <a:pt x="663016" y="251460"/>
                  </a:moveTo>
                  <a:cubicBezTo>
                    <a:pt x="681805" y="251460"/>
                    <a:pt x="696276" y="245107"/>
                    <a:pt x="706431" y="232410"/>
                  </a:cubicBezTo>
                  <a:cubicBezTo>
                    <a:pt x="716587" y="219456"/>
                    <a:pt x="721665" y="201168"/>
                    <a:pt x="721665" y="177546"/>
                  </a:cubicBezTo>
                  <a:cubicBezTo>
                    <a:pt x="721665" y="153924"/>
                    <a:pt x="716461" y="135760"/>
                    <a:pt x="706051" y="123063"/>
                  </a:cubicBezTo>
                  <a:cubicBezTo>
                    <a:pt x="695896" y="110366"/>
                    <a:pt x="681550" y="104013"/>
                    <a:pt x="663016" y="104013"/>
                  </a:cubicBezTo>
                  <a:cubicBezTo>
                    <a:pt x="644229" y="104013"/>
                    <a:pt x="629503" y="110614"/>
                    <a:pt x="618839" y="123825"/>
                  </a:cubicBezTo>
                  <a:cubicBezTo>
                    <a:pt x="608430" y="136779"/>
                    <a:pt x="603225" y="154943"/>
                    <a:pt x="603225" y="178308"/>
                  </a:cubicBezTo>
                  <a:cubicBezTo>
                    <a:pt x="603225" y="201673"/>
                    <a:pt x="608430" y="219713"/>
                    <a:pt x="618839" y="232410"/>
                  </a:cubicBezTo>
                  <a:cubicBezTo>
                    <a:pt x="629503" y="245107"/>
                    <a:pt x="644229" y="251460"/>
                    <a:pt x="663016" y="251460"/>
                  </a:cubicBezTo>
                  <a:close/>
                  <a:moveTo>
                    <a:pt x="811774" y="274320"/>
                  </a:moveTo>
                  <a:lnTo>
                    <a:pt x="811774" y="136398"/>
                  </a:lnTo>
                  <a:cubicBezTo>
                    <a:pt x="811774" y="127511"/>
                    <a:pt x="811520" y="118615"/>
                    <a:pt x="811013" y="109728"/>
                  </a:cubicBezTo>
                  <a:cubicBezTo>
                    <a:pt x="810758" y="100584"/>
                    <a:pt x="809997" y="91564"/>
                    <a:pt x="808728" y="82677"/>
                  </a:cubicBezTo>
                  <a:lnTo>
                    <a:pt x="838052" y="82677"/>
                  </a:lnTo>
                  <a:lnTo>
                    <a:pt x="842241" y="129921"/>
                  </a:lnTo>
                  <a:lnTo>
                    <a:pt x="838052" y="128778"/>
                  </a:lnTo>
                  <a:cubicBezTo>
                    <a:pt x="841606" y="112014"/>
                    <a:pt x="849223" y="99441"/>
                    <a:pt x="860902" y="91059"/>
                  </a:cubicBezTo>
                  <a:cubicBezTo>
                    <a:pt x="872835" y="82420"/>
                    <a:pt x="886164" y="78105"/>
                    <a:pt x="900890" y="78105"/>
                  </a:cubicBezTo>
                  <a:cubicBezTo>
                    <a:pt x="904191" y="78105"/>
                    <a:pt x="907237" y="78362"/>
                    <a:pt x="910030" y="78867"/>
                  </a:cubicBezTo>
                  <a:cubicBezTo>
                    <a:pt x="913076" y="79124"/>
                    <a:pt x="915869" y="79629"/>
                    <a:pt x="918408" y="80391"/>
                  </a:cubicBezTo>
                  <a:lnTo>
                    <a:pt x="917646" y="108585"/>
                  </a:lnTo>
                  <a:cubicBezTo>
                    <a:pt x="911807" y="106556"/>
                    <a:pt x="905079" y="105537"/>
                    <a:pt x="897462" y="105537"/>
                  </a:cubicBezTo>
                  <a:cubicBezTo>
                    <a:pt x="884260" y="105537"/>
                    <a:pt x="873596" y="108461"/>
                    <a:pt x="865472" y="114300"/>
                  </a:cubicBezTo>
                  <a:cubicBezTo>
                    <a:pt x="857601" y="120139"/>
                    <a:pt x="851762" y="127635"/>
                    <a:pt x="847954" y="136779"/>
                  </a:cubicBezTo>
                  <a:cubicBezTo>
                    <a:pt x="844399" y="145666"/>
                    <a:pt x="842622" y="155067"/>
                    <a:pt x="842622" y="164973"/>
                  </a:cubicBezTo>
                  <a:lnTo>
                    <a:pt x="842622" y="274320"/>
                  </a:lnTo>
                  <a:lnTo>
                    <a:pt x="811774" y="274320"/>
                  </a:lnTo>
                  <a:close/>
                  <a:moveTo>
                    <a:pt x="937959" y="107061"/>
                  </a:moveTo>
                  <a:lnTo>
                    <a:pt x="937959" y="82677"/>
                  </a:lnTo>
                  <a:lnTo>
                    <a:pt x="1060969" y="82677"/>
                  </a:lnTo>
                  <a:lnTo>
                    <a:pt x="1060969" y="107061"/>
                  </a:lnTo>
                  <a:lnTo>
                    <a:pt x="937959" y="107061"/>
                  </a:lnTo>
                  <a:close/>
                  <a:moveTo>
                    <a:pt x="1060207" y="246888"/>
                  </a:moveTo>
                  <a:lnTo>
                    <a:pt x="1060207" y="273177"/>
                  </a:lnTo>
                  <a:cubicBezTo>
                    <a:pt x="1055894" y="274444"/>
                    <a:pt x="1051582" y="275339"/>
                    <a:pt x="1047259" y="275844"/>
                  </a:cubicBezTo>
                  <a:cubicBezTo>
                    <a:pt x="1043203" y="276606"/>
                    <a:pt x="1038633" y="276987"/>
                    <a:pt x="1033549" y="276987"/>
                  </a:cubicBezTo>
                  <a:cubicBezTo>
                    <a:pt x="1015783" y="276987"/>
                    <a:pt x="1001559" y="271910"/>
                    <a:pt x="990895" y="261747"/>
                  </a:cubicBezTo>
                  <a:cubicBezTo>
                    <a:pt x="980489" y="251584"/>
                    <a:pt x="975281" y="236344"/>
                    <a:pt x="975281" y="216027"/>
                  </a:cubicBezTo>
                  <a:lnTo>
                    <a:pt x="975281" y="33528"/>
                  </a:lnTo>
                  <a:lnTo>
                    <a:pt x="1006129" y="22479"/>
                  </a:lnTo>
                  <a:lnTo>
                    <a:pt x="1006129" y="211836"/>
                  </a:lnTo>
                  <a:cubicBezTo>
                    <a:pt x="1006129" y="221999"/>
                    <a:pt x="1007528" y="229867"/>
                    <a:pt x="1010318" y="235458"/>
                  </a:cubicBezTo>
                  <a:cubicBezTo>
                    <a:pt x="1013365" y="241049"/>
                    <a:pt x="1017430" y="244983"/>
                    <a:pt x="1022505" y="247269"/>
                  </a:cubicBezTo>
                  <a:cubicBezTo>
                    <a:pt x="1027589" y="249298"/>
                    <a:pt x="1033301" y="250317"/>
                    <a:pt x="1039642" y="250317"/>
                  </a:cubicBezTo>
                  <a:cubicBezTo>
                    <a:pt x="1043451" y="250317"/>
                    <a:pt x="1046878" y="250060"/>
                    <a:pt x="1049925" y="249555"/>
                  </a:cubicBezTo>
                  <a:cubicBezTo>
                    <a:pt x="1052972" y="249050"/>
                    <a:pt x="1056399" y="248155"/>
                    <a:pt x="1060207" y="2468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g12709bdffa8_0_3359"/>
            <p:cNvSpPr/>
            <p:nvPr/>
          </p:nvSpPr>
          <p:spPr>
            <a:xfrm>
              <a:off x="2533419" y="6030637"/>
              <a:ext cx="1481153" cy="357758"/>
            </a:xfrm>
            <a:custGeom>
              <a:rect b="b" l="l" r="r" t="t"/>
              <a:pathLst>
                <a:path extrusionOk="0" h="357758" w="1481153">
                  <a:moveTo>
                    <a:pt x="0" y="272796"/>
                  </a:moveTo>
                  <a:lnTo>
                    <a:pt x="0" y="1524"/>
                  </a:lnTo>
                  <a:lnTo>
                    <a:pt x="31228" y="1524"/>
                  </a:lnTo>
                  <a:lnTo>
                    <a:pt x="31228" y="246126"/>
                  </a:lnTo>
                  <a:lnTo>
                    <a:pt x="167187" y="246126"/>
                  </a:lnTo>
                  <a:lnTo>
                    <a:pt x="167187" y="272796"/>
                  </a:lnTo>
                  <a:lnTo>
                    <a:pt x="0" y="272796"/>
                  </a:lnTo>
                  <a:close/>
                  <a:moveTo>
                    <a:pt x="282561" y="275463"/>
                  </a:moveTo>
                  <a:cubicBezTo>
                    <a:pt x="264281" y="275463"/>
                    <a:pt x="248285" y="271396"/>
                    <a:pt x="234576" y="263271"/>
                  </a:cubicBezTo>
                  <a:cubicBezTo>
                    <a:pt x="221113" y="255146"/>
                    <a:pt x="210583" y="243716"/>
                    <a:pt x="202966" y="228981"/>
                  </a:cubicBezTo>
                  <a:cubicBezTo>
                    <a:pt x="195597" y="213998"/>
                    <a:pt x="191922" y="196339"/>
                    <a:pt x="191922" y="176022"/>
                  </a:cubicBezTo>
                  <a:cubicBezTo>
                    <a:pt x="191922" y="155953"/>
                    <a:pt x="195597" y="138427"/>
                    <a:pt x="202966" y="123444"/>
                  </a:cubicBezTo>
                  <a:cubicBezTo>
                    <a:pt x="210583" y="108461"/>
                    <a:pt x="221113" y="96898"/>
                    <a:pt x="234576" y="88773"/>
                  </a:cubicBezTo>
                  <a:cubicBezTo>
                    <a:pt x="248285" y="80648"/>
                    <a:pt x="264281" y="76581"/>
                    <a:pt x="282561" y="76581"/>
                  </a:cubicBezTo>
                  <a:cubicBezTo>
                    <a:pt x="300841" y="76581"/>
                    <a:pt x="316703" y="80648"/>
                    <a:pt x="330165" y="88773"/>
                  </a:cubicBezTo>
                  <a:cubicBezTo>
                    <a:pt x="343875" y="96898"/>
                    <a:pt x="354405" y="108461"/>
                    <a:pt x="361774" y="123444"/>
                  </a:cubicBezTo>
                  <a:cubicBezTo>
                    <a:pt x="369391" y="138427"/>
                    <a:pt x="373199" y="155953"/>
                    <a:pt x="373199" y="176022"/>
                  </a:cubicBezTo>
                  <a:cubicBezTo>
                    <a:pt x="373199" y="196339"/>
                    <a:pt x="369391" y="213998"/>
                    <a:pt x="361774" y="228981"/>
                  </a:cubicBezTo>
                  <a:cubicBezTo>
                    <a:pt x="354405" y="243716"/>
                    <a:pt x="343875" y="255146"/>
                    <a:pt x="330165" y="263271"/>
                  </a:cubicBezTo>
                  <a:cubicBezTo>
                    <a:pt x="316703" y="271396"/>
                    <a:pt x="300841" y="275463"/>
                    <a:pt x="282561" y="275463"/>
                  </a:cubicBezTo>
                  <a:close/>
                  <a:moveTo>
                    <a:pt x="282561" y="249936"/>
                  </a:moveTo>
                  <a:cubicBezTo>
                    <a:pt x="301345" y="249936"/>
                    <a:pt x="315817" y="243716"/>
                    <a:pt x="325976" y="231267"/>
                  </a:cubicBezTo>
                  <a:cubicBezTo>
                    <a:pt x="336382" y="218570"/>
                    <a:pt x="341590" y="200149"/>
                    <a:pt x="341590" y="176022"/>
                  </a:cubicBezTo>
                  <a:cubicBezTo>
                    <a:pt x="341590" y="152400"/>
                    <a:pt x="336382" y="134236"/>
                    <a:pt x="325976" y="121539"/>
                  </a:cubicBezTo>
                  <a:cubicBezTo>
                    <a:pt x="315560" y="108842"/>
                    <a:pt x="301088" y="102489"/>
                    <a:pt x="282561" y="102489"/>
                  </a:cubicBezTo>
                  <a:cubicBezTo>
                    <a:pt x="264024" y="102489"/>
                    <a:pt x="249428" y="108842"/>
                    <a:pt x="238765" y="121539"/>
                  </a:cubicBezTo>
                  <a:cubicBezTo>
                    <a:pt x="228349" y="134236"/>
                    <a:pt x="223150" y="152400"/>
                    <a:pt x="223150" y="176022"/>
                  </a:cubicBezTo>
                  <a:cubicBezTo>
                    <a:pt x="223150" y="200149"/>
                    <a:pt x="228225" y="218570"/>
                    <a:pt x="238384" y="231267"/>
                  </a:cubicBezTo>
                  <a:cubicBezTo>
                    <a:pt x="248790" y="243716"/>
                    <a:pt x="263519" y="249936"/>
                    <a:pt x="282561" y="249936"/>
                  </a:cubicBezTo>
                  <a:close/>
                  <a:moveTo>
                    <a:pt x="505445" y="357759"/>
                  </a:moveTo>
                  <a:cubicBezTo>
                    <a:pt x="476501" y="357759"/>
                    <a:pt x="451366" y="351158"/>
                    <a:pt x="430039" y="337947"/>
                  </a:cubicBezTo>
                  <a:lnTo>
                    <a:pt x="435371" y="312801"/>
                  </a:lnTo>
                  <a:cubicBezTo>
                    <a:pt x="447310" y="319659"/>
                    <a:pt x="458602" y="324612"/>
                    <a:pt x="469265" y="327660"/>
                  </a:cubicBezTo>
                  <a:cubicBezTo>
                    <a:pt x="479929" y="330708"/>
                    <a:pt x="491992" y="332232"/>
                    <a:pt x="505445" y="332232"/>
                  </a:cubicBezTo>
                  <a:cubicBezTo>
                    <a:pt x="523725" y="332232"/>
                    <a:pt x="537568" y="327279"/>
                    <a:pt x="546955" y="317373"/>
                  </a:cubicBezTo>
                  <a:cubicBezTo>
                    <a:pt x="556610" y="307724"/>
                    <a:pt x="561427" y="293246"/>
                    <a:pt x="561427" y="273939"/>
                  </a:cubicBezTo>
                  <a:lnTo>
                    <a:pt x="561427" y="222123"/>
                  </a:lnTo>
                  <a:lnTo>
                    <a:pt x="565617" y="217170"/>
                  </a:lnTo>
                  <a:cubicBezTo>
                    <a:pt x="562570" y="227333"/>
                    <a:pt x="557752" y="236220"/>
                    <a:pt x="551145" y="243840"/>
                  </a:cubicBezTo>
                  <a:cubicBezTo>
                    <a:pt x="544804" y="251203"/>
                    <a:pt x="536930" y="256918"/>
                    <a:pt x="527533" y="260985"/>
                  </a:cubicBezTo>
                  <a:cubicBezTo>
                    <a:pt x="518145" y="265052"/>
                    <a:pt x="507482" y="267081"/>
                    <a:pt x="495543" y="267081"/>
                  </a:cubicBezTo>
                  <a:cubicBezTo>
                    <a:pt x="478539" y="267081"/>
                    <a:pt x="463553" y="263147"/>
                    <a:pt x="450604" y="255270"/>
                  </a:cubicBezTo>
                  <a:cubicBezTo>
                    <a:pt x="437913" y="247145"/>
                    <a:pt x="427888" y="235963"/>
                    <a:pt x="420518" y="221742"/>
                  </a:cubicBezTo>
                  <a:cubicBezTo>
                    <a:pt x="413416" y="207521"/>
                    <a:pt x="409855" y="190881"/>
                    <a:pt x="409855" y="171831"/>
                  </a:cubicBezTo>
                  <a:cubicBezTo>
                    <a:pt x="409855" y="152781"/>
                    <a:pt x="413416" y="136141"/>
                    <a:pt x="420518" y="121920"/>
                  </a:cubicBezTo>
                  <a:cubicBezTo>
                    <a:pt x="427888" y="107699"/>
                    <a:pt x="437913" y="96650"/>
                    <a:pt x="450604" y="88773"/>
                  </a:cubicBezTo>
                  <a:cubicBezTo>
                    <a:pt x="463553" y="80648"/>
                    <a:pt x="478539" y="76581"/>
                    <a:pt x="495543" y="76581"/>
                  </a:cubicBezTo>
                  <a:cubicBezTo>
                    <a:pt x="513318" y="76581"/>
                    <a:pt x="528295" y="81029"/>
                    <a:pt x="540481" y="89916"/>
                  </a:cubicBezTo>
                  <a:cubicBezTo>
                    <a:pt x="552925" y="98555"/>
                    <a:pt x="561304" y="110747"/>
                    <a:pt x="565617" y="126492"/>
                  </a:cubicBezTo>
                  <a:lnTo>
                    <a:pt x="561047" y="122301"/>
                  </a:lnTo>
                  <a:lnTo>
                    <a:pt x="561047" y="81153"/>
                  </a:lnTo>
                  <a:lnTo>
                    <a:pt x="591894" y="81153"/>
                  </a:lnTo>
                  <a:lnTo>
                    <a:pt x="591894" y="271272"/>
                  </a:lnTo>
                  <a:cubicBezTo>
                    <a:pt x="591894" y="299971"/>
                    <a:pt x="584535" y="321564"/>
                    <a:pt x="569806" y="336042"/>
                  </a:cubicBezTo>
                  <a:cubicBezTo>
                    <a:pt x="555334" y="350520"/>
                    <a:pt x="533883" y="357759"/>
                    <a:pt x="505445" y="357759"/>
                  </a:cubicBezTo>
                  <a:close/>
                  <a:moveTo>
                    <a:pt x="501636" y="241173"/>
                  </a:moveTo>
                  <a:cubicBezTo>
                    <a:pt x="520173" y="241173"/>
                    <a:pt x="534645" y="235077"/>
                    <a:pt x="545051" y="222885"/>
                  </a:cubicBezTo>
                  <a:cubicBezTo>
                    <a:pt x="555715" y="210436"/>
                    <a:pt x="561047" y="193424"/>
                    <a:pt x="561047" y="171831"/>
                  </a:cubicBezTo>
                  <a:cubicBezTo>
                    <a:pt x="561047" y="150238"/>
                    <a:pt x="555715" y="133350"/>
                    <a:pt x="545051" y="121158"/>
                  </a:cubicBezTo>
                  <a:cubicBezTo>
                    <a:pt x="534645" y="108709"/>
                    <a:pt x="520173" y="102489"/>
                    <a:pt x="501636" y="102489"/>
                  </a:cubicBezTo>
                  <a:cubicBezTo>
                    <a:pt x="482851" y="102489"/>
                    <a:pt x="467999" y="108709"/>
                    <a:pt x="457079" y="121158"/>
                  </a:cubicBezTo>
                  <a:cubicBezTo>
                    <a:pt x="446415" y="133350"/>
                    <a:pt x="441083" y="150238"/>
                    <a:pt x="441083" y="171831"/>
                  </a:cubicBezTo>
                  <a:cubicBezTo>
                    <a:pt x="441083" y="193672"/>
                    <a:pt x="446415" y="210693"/>
                    <a:pt x="457079" y="222885"/>
                  </a:cubicBezTo>
                  <a:cubicBezTo>
                    <a:pt x="467999" y="235077"/>
                    <a:pt x="482851" y="241173"/>
                    <a:pt x="501636" y="241173"/>
                  </a:cubicBezTo>
                  <a:close/>
                  <a:moveTo>
                    <a:pt x="651124" y="272796"/>
                  </a:moveTo>
                  <a:lnTo>
                    <a:pt x="651124" y="81153"/>
                  </a:lnTo>
                  <a:lnTo>
                    <a:pt x="681971" y="81153"/>
                  </a:lnTo>
                  <a:lnTo>
                    <a:pt x="681971" y="272796"/>
                  </a:lnTo>
                  <a:lnTo>
                    <a:pt x="651124" y="272796"/>
                  </a:lnTo>
                  <a:close/>
                  <a:moveTo>
                    <a:pt x="648077" y="0"/>
                  </a:moveTo>
                  <a:lnTo>
                    <a:pt x="685780" y="0"/>
                  </a:lnTo>
                  <a:lnTo>
                    <a:pt x="685780" y="35052"/>
                  </a:lnTo>
                  <a:lnTo>
                    <a:pt x="648077" y="35052"/>
                  </a:lnTo>
                  <a:lnTo>
                    <a:pt x="648077" y="0"/>
                  </a:lnTo>
                  <a:close/>
                  <a:moveTo>
                    <a:pt x="806609" y="275463"/>
                  </a:moveTo>
                  <a:cubicBezTo>
                    <a:pt x="774371" y="275463"/>
                    <a:pt x="748856" y="267205"/>
                    <a:pt x="730061" y="250698"/>
                  </a:cubicBezTo>
                  <a:lnTo>
                    <a:pt x="740344" y="227838"/>
                  </a:lnTo>
                  <a:cubicBezTo>
                    <a:pt x="750502" y="235715"/>
                    <a:pt x="760909" y="241554"/>
                    <a:pt x="771572" y="245364"/>
                  </a:cubicBezTo>
                  <a:cubicBezTo>
                    <a:pt x="782493" y="248917"/>
                    <a:pt x="794556" y="250698"/>
                    <a:pt x="807751" y="250698"/>
                  </a:cubicBezTo>
                  <a:cubicBezTo>
                    <a:pt x="822223" y="250698"/>
                    <a:pt x="833144" y="248288"/>
                    <a:pt x="840503" y="243459"/>
                  </a:cubicBezTo>
                  <a:cubicBezTo>
                    <a:pt x="848120" y="238382"/>
                    <a:pt x="851929" y="231143"/>
                    <a:pt x="851929" y="221742"/>
                  </a:cubicBezTo>
                  <a:cubicBezTo>
                    <a:pt x="851929" y="214122"/>
                    <a:pt x="849396" y="208150"/>
                    <a:pt x="844312" y="203835"/>
                  </a:cubicBezTo>
                  <a:cubicBezTo>
                    <a:pt x="839237" y="199263"/>
                    <a:pt x="830859" y="195577"/>
                    <a:pt x="819177" y="192786"/>
                  </a:cubicBezTo>
                  <a:lnTo>
                    <a:pt x="786806" y="185166"/>
                  </a:lnTo>
                  <a:cubicBezTo>
                    <a:pt x="770811" y="181613"/>
                    <a:pt x="758376" y="175260"/>
                    <a:pt x="749484" y="166116"/>
                  </a:cubicBezTo>
                  <a:cubicBezTo>
                    <a:pt x="740858" y="156972"/>
                    <a:pt x="736535" y="146047"/>
                    <a:pt x="736535" y="133350"/>
                  </a:cubicBezTo>
                  <a:cubicBezTo>
                    <a:pt x="736535" y="122177"/>
                    <a:pt x="739582" y="112395"/>
                    <a:pt x="745675" y="104013"/>
                  </a:cubicBezTo>
                  <a:cubicBezTo>
                    <a:pt x="751769" y="95374"/>
                    <a:pt x="760280" y="88649"/>
                    <a:pt x="771191" y="83820"/>
                  </a:cubicBezTo>
                  <a:cubicBezTo>
                    <a:pt x="782112" y="78991"/>
                    <a:pt x="795060" y="76581"/>
                    <a:pt x="810037" y="76581"/>
                  </a:cubicBezTo>
                  <a:cubicBezTo>
                    <a:pt x="823499" y="76581"/>
                    <a:pt x="836190" y="78743"/>
                    <a:pt x="848120" y="83058"/>
                  </a:cubicBezTo>
                  <a:cubicBezTo>
                    <a:pt x="860059" y="87373"/>
                    <a:pt x="870085" y="93602"/>
                    <a:pt x="878206" y="101727"/>
                  </a:cubicBezTo>
                  <a:lnTo>
                    <a:pt x="867924" y="124206"/>
                  </a:lnTo>
                  <a:cubicBezTo>
                    <a:pt x="858784" y="116586"/>
                    <a:pt x="849396" y="110995"/>
                    <a:pt x="839742" y="107442"/>
                  </a:cubicBezTo>
                  <a:cubicBezTo>
                    <a:pt x="830354" y="103632"/>
                    <a:pt x="820452" y="101727"/>
                    <a:pt x="810037" y="101727"/>
                  </a:cubicBezTo>
                  <a:cubicBezTo>
                    <a:pt x="796327" y="101727"/>
                    <a:pt x="785663" y="104394"/>
                    <a:pt x="778046" y="109728"/>
                  </a:cubicBezTo>
                  <a:cubicBezTo>
                    <a:pt x="770687" y="115062"/>
                    <a:pt x="767002" y="122301"/>
                    <a:pt x="767002" y="131445"/>
                  </a:cubicBezTo>
                  <a:cubicBezTo>
                    <a:pt x="767002" y="139322"/>
                    <a:pt x="769287" y="145542"/>
                    <a:pt x="773857" y="150114"/>
                  </a:cubicBezTo>
                  <a:cubicBezTo>
                    <a:pt x="778684" y="154686"/>
                    <a:pt x="786301" y="158239"/>
                    <a:pt x="796708" y="160782"/>
                  </a:cubicBezTo>
                  <a:lnTo>
                    <a:pt x="829078" y="168783"/>
                  </a:lnTo>
                  <a:cubicBezTo>
                    <a:pt x="847111" y="172593"/>
                    <a:pt x="860307" y="178946"/>
                    <a:pt x="868685" y="187833"/>
                  </a:cubicBezTo>
                  <a:cubicBezTo>
                    <a:pt x="877321" y="196472"/>
                    <a:pt x="881634" y="207521"/>
                    <a:pt x="881634" y="220980"/>
                  </a:cubicBezTo>
                  <a:cubicBezTo>
                    <a:pt x="881634" y="237487"/>
                    <a:pt x="874912" y="250698"/>
                    <a:pt x="861449" y="260604"/>
                  </a:cubicBezTo>
                  <a:cubicBezTo>
                    <a:pt x="847996" y="270510"/>
                    <a:pt x="829716" y="275463"/>
                    <a:pt x="806609" y="275463"/>
                  </a:cubicBezTo>
                  <a:close/>
                  <a:moveTo>
                    <a:pt x="901904" y="105537"/>
                  </a:moveTo>
                  <a:lnTo>
                    <a:pt x="901904" y="81153"/>
                  </a:lnTo>
                  <a:lnTo>
                    <a:pt x="1024913" y="81153"/>
                  </a:lnTo>
                  <a:lnTo>
                    <a:pt x="1024913" y="105537"/>
                  </a:lnTo>
                  <a:lnTo>
                    <a:pt x="901904" y="105537"/>
                  </a:lnTo>
                  <a:close/>
                  <a:moveTo>
                    <a:pt x="1024152" y="245364"/>
                  </a:moveTo>
                  <a:lnTo>
                    <a:pt x="1024152" y="271653"/>
                  </a:lnTo>
                  <a:cubicBezTo>
                    <a:pt x="1019829" y="272920"/>
                    <a:pt x="1015516" y="273815"/>
                    <a:pt x="1011203" y="274320"/>
                  </a:cubicBezTo>
                  <a:cubicBezTo>
                    <a:pt x="1007138" y="275082"/>
                    <a:pt x="1002568" y="275463"/>
                    <a:pt x="997493" y="275463"/>
                  </a:cubicBezTo>
                  <a:cubicBezTo>
                    <a:pt x="979718" y="275463"/>
                    <a:pt x="965503" y="270386"/>
                    <a:pt x="954840" y="260223"/>
                  </a:cubicBezTo>
                  <a:cubicBezTo>
                    <a:pt x="944424" y="250060"/>
                    <a:pt x="939226" y="234820"/>
                    <a:pt x="939226" y="214503"/>
                  </a:cubicBezTo>
                  <a:lnTo>
                    <a:pt x="939226" y="32004"/>
                  </a:lnTo>
                  <a:lnTo>
                    <a:pt x="970073" y="20955"/>
                  </a:lnTo>
                  <a:lnTo>
                    <a:pt x="970073" y="210312"/>
                  </a:lnTo>
                  <a:cubicBezTo>
                    <a:pt x="970073" y="220475"/>
                    <a:pt x="971463" y="228343"/>
                    <a:pt x="974262" y="233934"/>
                  </a:cubicBezTo>
                  <a:cubicBezTo>
                    <a:pt x="977309" y="239525"/>
                    <a:pt x="981365" y="243459"/>
                    <a:pt x="986449" y="245745"/>
                  </a:cubicBezTo>
                  <a:cubicBezTo>
                    <a:pt x="991524" y="247774"/>
                    <a:pt x="997236" y="248793"/>
                    <a:pt x="1003587" y="248793"/>
                  </a:cubicBezTo>
                  <a:cubicBezTo>
                    <a:pt x="1007395" y="248793"/>
                    <a:pt x="1010822" y="248536"/>
                    <a:pt x="1013869" y="248031"/>
                  </a:cubicBezTo>
                  <a:cubicBezTo>
                    <a:pt x="1016916" y="247526"/>
                    <a:pt x="1020343" y="246631"/>
                    <a:pt x="1024152" y="245364"/>
                  </a:cubicBezTo>
                  <a:close/>
                  <a:moveTo>
                    <a:pt x="1062083" y="272796"/>
                  </a:moveTo>
                  <a:lnTo>
                    <a:pt x="1062083" y="81153"/>
                  </a:lnTo>
                  <a:lnTo>
                    <a:pt x="1092931" y="81153"/>
                  </a:lnTo>
                  <a:lnTo>
                    <a:pt x="1092931" y="272796"/>
                  </a:lnTo>
                  <a:lnTo>
                    <a:pt x="1062083" y="272796"/>
                  </a:lnTo>
                  <a:close/>
                  <a:moveTo>
                    <a:pt x="1059036" y="0"/>
                  </a:moveTo>
                  <a:lnTo>
                    <a:pt x="1096739" y="0"/>
                  </a:lnTo>
                  <a:lnTo>
                    <a:pt x="1096739" y="35052"/>
                  </a:lnTo>
                  <a:lnTo>
                    <a:pt x="1059036" y="35052"/>
                  </a:lnTo>
                  <a:lnTo>
                    <a:pt x="1059036" y="0"/>
                  </a:lnTo>
                  <a:close/>
                  <a:moveTo>
                    <a:pt x="1233183" y="275463"/>
                  </a:moveTo>
                  <a:cubicBezTo>
                    <a:pt x="1214398" y="275463"/>
                    <a:pt x="1198146" y="271396"/>
                    <a:pt x="1184436" y="263271"/>
                  </a:cubicBezTo>
                  <a:cubicBezTo>
                    <a:pt x="1170726" y="255146"/>
                    <a:pt x="1160062" y="243716"/>
                    <a:pt x="1152446" y="228981"/>
                  </a:cubicBezTo>
                  <a:cubicBezTo>
                    <a:pt x="1145086" y="214246"/>
                    <a:pt x="1141401" y="196853"/>
                    <a:pt x="1141401" y="176784"/>
                  </a:cubicBezTo>
                  <a:cubicBezTo>
                    <a:pt x="1141401" y="156972"/>
                    <a:pt x="1145210" y="139570"/>
                    <a:pt x="1152827" y="124587"/>
                  </a:cubicBezTo>
                  <a:cubicBezTo>
                    <a:pt x="1160443" y="109347"/>
                    <a:pt x="1171240" y="97536"/>
                    <a:pt x="1185197" y="89154"/>
                  </a:cubicBezTo>
                  <a:cubicBezTo>
                    <a:pt x="1199165" y="80772"/>
                    <a:pt x="1215664" y="76581"/>
                    <a:pt x="1234706" y="76581"/>
                  </a:cubicBezTo>
                  <a:cubicBezTo>
                    <a:pt x="1247654" y="76581"/>
                    <a:pt x="1260098" y="78867"/>
                    <a:pt x="1272028" y="83439"/>
                  </a:cubicBezTo>
                  <a:cubicBezTo>
                    <a:pt x="1284215" y="87754"/>
                    <a:pt x="1294250" y="93850"/>
                    <a:pt x="1302114" y="101727"/>
                  </a:cubicBezTo>
                  <a:lnTo>
                    <a:pt x="1291831" y="124587"/>
                  </a:lnTo>
                  <a:cubicBezTo>
                    <a:pt x="1282444" y="117224"/>
                    <a:pt x="1273170" y="111757"/>
                    <a:pt x="1264030" y="108204"/>
                  </a:cubicBezTo>
                  <a:cubicBezTo>
                    <a:pt x="1255148" y="104394"/>
                    <a:pt x="1245884" y="102489"/>
                    <a:pt x="1236230" y="102489"/>
                  </a:cubicBezTo>
                  <a:cubicBezTo>
                    <a:pt x="1216940" y="102489"/>
                    <a:pt x="1201573" y="108966"/>
                    <a:pt x="1190148" y="121920"/>
                  </a:cubicBezTo>
                  <a:cubicBezTo>
                    <a:pt x="1178980" y="134874"/>
                    <a:pt x="1173392" y="153162"/>
                    <a:pt x="1173392" y="176784"/>
                  </a:cubicBezTo>
                  <a:cubicBezTo>
                    <a:pt x="1173392" y="200149"/>
                    <a:pt x="1178980" y="218189"/>
                    <a:pt x="1190148" y="230886"/>
                  </a:cubicBezTo>
                  <a:cubicBezTo>
                    <a:pt x="1201326" y="243583"/>
                    <a:pt x="1216683" y="249936"/>
                    <a:pt x="1236230" y="249936"/>
                  </a:cubicBezTo>
                  <a:cubicBezTo>
                    <a:pt x="1245627" y="249936"/>
                    <a:pt x="1254890" y="248155"/>
                    <a:pt x="1264030" y="244602"/>
                  </a:cubicBezTo>
                  <a:cubicBezTo>
                    <a:pt x="1273170" y="240792"/>
                    <a:pt x="1282444" y="235201"/>
                    <a:pt x="1291831" y="227838"/>
                  </a:cubicBezTo>
                  <a:lnTo>
                    <a:pt x="1302114" y="250698"/>
                  </a:lnTo>
                  <a:cubicBezTo>
                    <a:pt x="1293993" y="258318"/>
                    <a:pt x="1283710" y="264414"/>
                    <a:pt x="1271266" y="268986"/>
                  </a:cubicBezTo>
                  <a:cubicBezTo>
                    <a:pt x="1259080" y="273301"/>
                    <a:pt x="1246388" y="275463"/>
                    <a:pt x="1233183" y="275463"/>
                  </a:cubicBezTo>
                  <a:close/>
                  <a:moveTo>
                    <a:pt x="1406130" y="275463"/>
                  </a:moveTo>
                  <a:cubicBezTo>
                    <a:pt x="1373882" y="275463"/>
                    <a:pt x="1348366" y="267205"/>
                    <a:pt x="1329582" y="250698"/>
                  </a:cubicBezTo>
                  <a:lnTo>
                    <a:pt x="1339864" y="227838"/>
                  </a:lnTo>
                  <a:cubicBezTo>
                    <a:pt x="1350023" y="235715"/>
                    <a:pt x="1360429" y="241554"/>
                    <a:pt x="1371093" y="245364"/>
                  </a:cubicBezTo>
                  <a:cubicBezTo>
                    <a:pt x="1382013" y="248917"/>
                    <a:pt x="1394066" y="250698"/>
                    <a:pt x="1407272" y="250698"/>
                  </a:cubicBezTo>
                  <a:cubicBezTo>
                    <a:pt x="1421744" y="250698"/>
                    <a:pt x="1432664" y="248288"/>
                    <a:pt x="1440024" y="243459"/>
                  </a:cubicBezTo>
                  <a:cubicBezTo>
                    <a:pt x="1447641" y="238382"/>
                    <a:pt x="1451449" y="231143"/>
                    <a:pt x="1451449" y="221742"/>
                  </a:cubicBezTo>
                  <a:cubicBezTo>
                    <a:pt x="1451449" y="214122"/>
                    <a:pt x="1448907" y="208150"/>
                    <a:pt x="1443832" y="203835"/>
                  </a:cubicBezTo>
                  <a:cubicBezTo>
                    <a:pt x="1438757" y="199263"/>
                    <a:pt x="1430379" y="195577"/>
                    <a:pt x="1418697" y="192786"/>
                  </a:cubicBezTo>
                  <a:lnTo>
                    <a:pt x="1386326" y="185166"/>
                  </a:lnTo>
                  <a:cubicBezTo>
                    <a:pt x="1370331" y="181613"/>
                    <a:pt x="1357887" y="175260"/>
                    <a:pt x="1349004" y="166116"/>
                  </a:cubicBezTo>
                  <a:cubicBezTo>
                    <a:pt x="1340369" y="156972"/>
                    <a:pt x="1336056" y="146047"/>
                    <a:pt x="1336056" y="133350"/>
                  </a:cubicBezTo>
                  <a:cubicBezTo>
                    <a:pt x="1336056" y="122177"/>
                    <a:pt x="1339103" y="112395"/>
                    <a:pt x="1345196" y="104013"/>
                  </a:cubicBezTo>
                  <a:cubicBezTo>
                    <a:pt x="1351289" y="95374"/>
                    <a:pt x="1359792" y="88649"/>
                    <a:pt x="1370712" y="83820"/>
                  </a:cubicBezTo>
                  <a:cubicBezTo>
                    <a:pt x="1381632" y="78991"/>
                    <a:pt x="1394581" y="76581"/>
                    <a:pt x="1409557" y="76581"/>
                  </a:cubicBezTo>
                  <a:cubicBezTo>
                    <a:pt x="1423010" y="76581"/>
                    <a:pt x="1435711" y="78743"/>
                    <a:pt x="1447641" y="83058"/>
                  </a:cubicBezTo>
                  <a:cubicBezTo>
                    <a:pt x="1459570" y="87373"/>
                    <a:pt x="1469605" y="93602"/>
                    <a:pt x="1477727" y="101727"/>
                  </a:cubicBezTo>
                  <a:lnTo>
                    <a:pt x="1467444" y="124206"/>
                  </a:lnTo>
                  <a:cubicBezTo>
                    <a:pt x="1458304" y="116586"/>
                    <a:pt x="1448907" y="110995"/>
                    <a:pt x="1439262" y="107442"/>
                  </a:cubicBezTo>
                  <a:cubicBezTo>
                    <a:pt x="1429865" y="103632"/>
                    <a:pt x="1419963" y="101727"/>
                    <a:pt x="1409557" y="101727"/>
                  </a:cubicBezTo>
                  <a:cubicBezTo>
                    <a:pt x="1395847" y="101727"/>
                    <a:pt x="1385184" y="104394"/>
                    <a:pt x="1377567" y="109728"/>
                  </a:cubicBezTo>
                  <a:cubicBezTo>
                    <a:pt x="1370207" y="115062"/>
                    <a:pt x="1366523" y="122301"/>
                    <a:pt x="1366523" y="131445"/>
                  </a:cubicBezTo>
                  <a:cubicBezTo>
                    <a:pt x="1366523" y="139322"/>
                    <a:pt x="1368808" y="145542"/>
                    <a:pt x="1373378" y="150114"/>
                  </a:cubicBezTo>
                  <a:cubicBezTo>
                    <a:pt x="1378205" y="154686"/>
                    <a:pt x="1385821" y="158239"/>
                    <a:pt x="1396228" y="160782"/>
                  </a:cubicBezTo>
                  <a:lnTo>
                    <a:pt x="1428599" y="168783"/>
                  </a:lnTo>
                  <a:cubicBezTo>
                    <a:pt x="1446622" y="172593"/>
                    <a:pt x="1459827" y="178946"/>
                    <a:pt x="1468206" y="187833"/>
                  </a:cubicBezTo>
                  <a:cubicBezTo>
                    <a:pt x="1476841" y="196472"/>
                    <a:pt x="1481154" y="207521"/>
                    <a:pt x="1481154" y="220980"/>
                  </a:cubicBezTo>
                  <a:cubicBezTo>
                    <a:pt x="1481154" y="237487"/>
                    <a:pt x="1474423" y="250698"/>
                    <a:pt x="1460970" y="260604"/>
                  </a:cubicBezTo>
                  <a:cubicBezTo>
                    <a:pt x="1447517" y="270510"/>
                    <a:pt x="1429237" y="275463"/>
                    <a:pt x="1406130" y="2754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g12709bdffa8_0_3359"/>
            <p:cNvSpPr/>
            <p:nvPr/>
          </p:nvSpPr>
          <p:spPr>
            <a:xfrm>
              <a:off x="5142141" y="6021492"/>
              <a:ext cx="1459056" cy="284607"/>
            </a:xfrm>
            <a:custGeom>
              <a:rect b="b" l="l" r="r" t="t"/>
              <a:pathLst>
                <a:path extrusionOk="0" h="284607" w="1459056">
                  <a:moveTo>
                    <a:pt x="0" y="281940"/>
                  </a:moveTo>
                  <a:lnTo>
                    <a:pt x="0" y="10668"/>
                  </a:lnTo>
                  <a:lnTo>
                    <a:pt x="108157" y="10668"/>
                  </a:lnTo>
                  <a:cubicBezTo>
                    <a:pt x="136082" y="10668"/>
                    <a:pt x="157790" y="17402"/>
                    <a:pt x="173280" y="30861"/>
                  </a:cubicBezTo>
                  <a:cubicBezTo>
                    <a:pt x="189018" y="44320"/>
                    <a:pt x="196892" y="62865"/>
                    <a:pt x="196892" y="86487"/>
                  </a:cubicBezTo>
                  <a:cubicBezTo>
                    <a:pt x="196892" y="109852"/>
                    <a:pt x="189018" y="128397"/>
                    <a:pt x="173280" y="142113"/>
                  </a:cubicBezTo>
                  <a:cubicBezTo>
                    <a:pt x="157542" y="155829"/>
                    <a:pt x="135834" y="162687"/>
                    <a:pt x="108157" y="162687"/>
                  </a:cubicBezTo>
                  <a:lnTo>
                    <a:pt x="31228" y="162687"/>
                  </a:lnTo>
                  <a:lnTo>
                    <a:pt x="31228" y="281940"/>
                  </a:lnTo>
                  <a:lnTo>
                    <a:pt x="0" y="281940"/>
                  </a:lnTo>
                  <a:close/>
                  <a:moveTo>
                    <a:pt x="31228" y="136779"/>
                  </a:moveTo>
                  <a:lnTo>
                    <a:pt x="105491" y="136779"/>
                  </a:lnTo>
                  <a:cubicBezTo>
                    <a:pt x="125552" y="136779"/>
                    <a:pt x="140652" y="132464"/>
                    <a:pt x="150811" y="123825"/>
                  </a:cubicBezTo>
                  <a:cubicBezTo>
                    <a:pt x="160970" y="114938"/>
                    <a:pt x="166045" y="102489"/>
                    <a:pt x="166045" y="86487"/>
                  </a:cubicBezTo>
                  <a:cubicBezTo>
                    <a:pt x="166045" y="70485"/>
                    <a:pt x="160970" y="58169"/>
                    <a:pt x="150811" y="49530"/>
                  </a:cubicBezTo>
                  <a:cubicBezTo>
                    <a:pt x="140652" y="40891"/>
                    <a:pt x="125552" y="36576"/>
                    <a:pt x="105491" y="36576"/>
                  </a:cubicBezTo>
                  <a:lnTo>
                    <a:pt x="31228" y="36576"/>
                  </a:lnTo>
                  <a:lnTo>
                    <a:pt x="31228" y="136779"/>
                  </a:lnTo>
                  <a:close/>
                  <a:moveTo>
                    <a:pt x="244258" y="281940"/>
                  </a:moveTo>
                  <a:lnTo>
                    <a:pt x="244258" y="1524"/>
                  </a:lnTo>
                  <a:lnTo>
                    <a:pt x="275106" y="1524"/>
                  </a:lnTo>
                  <a:lnTo>
                    <a:pt x="275106" y="281940"/>
                  </a:lnTo>
                  <a:lnTo>
                    <a:pt x="244258" y="281940"/>
                  </a:lnTo>
                  <a:close/>
                  <a:moveTo>
                    <a:pt x="408503" y="284607"/>
                  </a:moveTo>
                  <a:cubicBezTo>
                    <a:pt x="391489" y="284607"/>
                    <a:pt x="376513" y="280673"/>
                    <a:pt x="363564" y="272796"/>
                  </a:cubicBezTo>
                  <a:cubicBezTo>
                    <a:pt x="350873" y="264671"/>
                    <a:pt x="340972" y="253241"/>
                    <a:pt x="333859" y="238506"/>
                  </a:cubicBezTo>
                  <a:cubicBezTo>
                    <a:pt x="327005" y="223523"/>
                    <a:pt x="323577" y="205997"/>
                    <a:pt x="323577" y="185928"/>
                  </a:cubicBezTo>
                  <a:cubicBezTo>
                    <a:pt x="323577" y="165859"/>
                    <a:pt x="327128" y="148333"/>
                    <a:pt x="334240" y="133350"/>
                  </a:cubicBezTo>
                  <a:cubicBezTo>
                    <a:pt x="341352" y="118367"/>
                    <a:pt x="351254" y="106680"/>
                    <a:pt x="363945" y="98298"/>
                  </a:cubicBezTo>
                  <a:cubicBezTo>
                    <a:pt x="376894" y="89916"/>
                    <a:pt x="391746" y="85725"/>
                    <a:pt x="408503" y="85725"/>
                  </a:cubicBezTo>
                  <a:cubicBezTo>
                    <a:pt x="426021" y="85725"/>
                    <a:pt x="440874" y="90040"/>
                    <a:pt x="453061" y="98679"/>
                  </a:cubicBezTo>
                  <a:cubicBezTo>
                    <a:pt x="465247" y="107318"/>
                    <a:pt x="473502" y="119634"/>
                    <a:pt x="477815" y="135636"/>
                  </a:cubicBezTo>
                  <a:lnTo>
                    <a:pt x="473245" y="138684"/>
                  </a:lnTo>
                  <a:lnTo>
                    <a:pt x="473245" y="90297"/>
                  </a:lnTo>
                  <a:lnTo>
                    <a:pt x="503712" y="90297"/>
                  </a:lnTo>
                  <a:lnTo>
                    <a:pt x="503712" y="281940"/>
                  </a:lnTo>
                  <a:lnTo>
                    <a:pt x="473245" y="281940"/>
                  </a:lnTo>
                  <a:lnTo>
                    <a:pt x="473245" y="232410"/>
                  </a:lnTo>
                  <a:lnTo>
                    <a:pt x="477815" y="234696"/>
                  </a:lnTo>
                  <a:cubicBezTo>
                    <a:pt x="473502" y="250698"/>
                    <a:pt x="465247" y="263014"/>
                    <a:pt x="453061" y="271653"/>
                  </a:cubicBezTo>
                  <a:cubicBezTo>
                    <a:pt x="440874" y="280292"/>
                    <a:pt x="426021" y="284607"/>
                    <a:pt x="408503" y="284607"/>
                  </a:cubicBezTo>
                  <a:close/>
                  <a:moveTo>
                    <a:pt x="414596" y="259080"/>
                  </a:moveTo>
                  <a:cubicBezTo>
                    <a:pt x="433381" y="259080"/>
                    <a:pt x="447853" y="252727"/>
                    <a:pt x="458011" y="240030"/>
                  </a:cubicBezTo>
                  <a:cubicBezTo>
                    <a:pt x="468170" y="227076"/>
                    <a:pt x="473245" y="208788"/>
                    <a:pt x="473245" y="185166"/>
                  </a:cubicBezTo>
                  <a:cubicBezTo>
                    <a:pt x="473245" y="161544"/>
                    <a:pt x="468037" y="143380"/>
                    <a:pt x="457631" y="130683"/>
                  </a:cubicBezTo>
                  <a:cubicBezTo>
                    <a:pt x="447472" y="117986"/>
                    <a:pt x="433134" y="111633"/>
                    <a:pt x="414596" y="111633"/>
                  </a:cubicBezTo>
                  <a:cubicBezTo>
                    <a:pt x="395812" y="111633"/>
                    <a:pt x="381083" y="118234"/>
                    <a:pt x="370420" y="131445"/>
                  </a:cubicBezTo>
                  <a:cubicBezTo>
                    <a:pt x="360013" y="144399"/>
                    <a:pt x="354805" y="162563"/>
                    <a:pt x="354805" y="185928"/>
                  </a:cubicBezTo>
                  <a:cubicBezTo>
                    <a:pt x="354805" y="209293"/>
                    <a:pt x="360013" y="227333"/>
                    <a:pt x="370420" y="240030"/>
                  </a:cubicBezTo>
                  <a:cubicBezTo>
                    <a:pt x="381083" y="252727"/>
                    <a:pt x="395812" y="259080"/>
                    <a:pt x="414596" y="259080"/>
                  </a:cubicBezTo>
                  <a:close/>
                  <a:moveTo>
                    <a:pt x="536311" y="114681"/>
                  </a:moveTo>
                  <a:lnTo>
                    <a:pt x="536311" y="90297"/>
                  </a:lnTo>
                  <a:lnTo>
                    <a:pt x="659321" y="90297"/>
                  </a:lnTo>
                  <a:lnTo>
                    <a:pt x="659321" y="114681"/>
                  </a:lnTo>
                  <a:lnTo>
                    <a:pt x="536311" y="114681"/>
                  </a:lnTo>
                  <a:close/>
                  <a:moveTo>
                    <a:pt x="658560" y="254508"/>
                  </a:moveTo>
                  <a:lnTo>
                    <a:pt x="658560" y="280797"/>
                  </a:lnTo>
                  <a:cubicBezTo>
                    <a:pt x="654247" y="282064"/>
                    <a:pt x="649934" y="282959"/>
                    <a:pt x="645611" y="283464"/>
                  </a:cubicBezTo>
                  <a:cubicBezTo>
                    <a:pt x="641555" y="284226"/>
                    <a:pt x="636985" y="284607"/>
                    <a:pt x="631901" y="284607"/>
                  </a:cubicBezTo>
                  <a:cubicBezTo>
                    <a:pt x="614135" y="284607"/>
                    <a:pt x="599911" y="279530"/>
                    <a:pt x="589247" y="269367"/>
                  </a:cubicBezTo>
                  <a:cubicBezTo>
                    <a:pt x="578841" y="259204"/>
                    <a:pt x="573633" y="243964"/>
                    <a:pt x="573633" y="223647"/>
                  </a:cubicBezTo>
                  <a:lnTo>
                    <a:pt x="573633" y="41148"/>
                  </a:lnTo>
                  <a:lnTo>
                    <a:pt x="604481" y="30099"/>
                  </a:lnTo>
                  <a:lnTo>
                    <a:pt x="604481" y="219456"/>
                  </a:lnTo>
                  <a:cubicBezTo>
                    <a:pt x="604481" y="229619"/>
                    <a:pt x="605880" y="237487"/>
                    <a:pt x="608670" y="243078"/>
                  </a:cubicBezTo>
                  <a:cubicBezTo>
                    <a:pt x="611717" y="248669"/>
                    <a:pt x="615782" y="252603"/>
                    <a:pt x="620857" y="254889"/>
                  </a:cubicBezTo>
                  <a:cubicBezTo>
                    <a:pt x="625941" y="256918"/>
                    <a:pt x="631654" y="257937"/>
                    <a:pt x="637995" y="257937"/>
                  </a:cubicBezTo>
                  <a:cubicBezTo>
                    <a:pt x="641803" y="257937"/>
                    <a:pt x="645230" y="257680"/>
                    <a:pt x="648277" y="257175"/>
                  </a:cubicBezTo>
                  <a:cubicBezTo>
                    <a:pt x="651324" y="256670"/>
                    <a:pt x="654751" y="255775"/>
                    <a:pt x="658560" y="254508"/>
                  </a:cubicBezTo>
                  <a:close/>
                  <a:moveTo>
                    <a:pt x="673545" y="114681"/>
                  </a:moveTo>
                  <a:lnTo>
                    <a:pt x="673545" y="90297"/>
                  </a:lnTo>
                  <a:lnTo>
                    <a:pt x="788558" y="90297"/>
                  </a:lnTo>
                  <a:lnTo>
                    <a:pt x="788558" y="114681"/>
                  </a:lnTo>
                  <a:lnTo>
                    <a:pt x="673545" y="114681"/>
                  </a:lnTo>
                  <a:close/>
                  <a:moveTo>
                    <a:pt x="793889" y="29718"/>
                  </a:moveTo>
                  <a:cubicBezTo>
                    <a:pt x="786787" y="27689"/>
                    <a:pt x="780179" y="26670"/>
                    <a:pt x="774086" y="26670"/>
                  </a:cubicBezTo>
                  <a:cubicBezTo>
                    <a:pt x="767993" y="26670"/>
                    <a:pt x="762414" y="27813"/>
                    <a:pt x="757329" y="30099"/>
                  </a:cubicBezTo>
                  <a:cubicBezTo>
                    <a:pt x="752511" y="32128"/>
                    <a:pt x="748703" y="35938"/>
                    <a:pt x="745904" y="41529"/>
                  </a:cubicBezTo>
                  <a:cubicBezTo>
                    <a:pt x="743114" y="47120"/>
                    <a:pt x="741715" y="54864"/>
                    <a:pt x="741715" y="64770"/>
                  </a:cubicBezTo>
                  <a:lnTo>
                    <a:pt x="741715" y="281940"/>
                  </a:lnTo>
                  <a:lnTo>
                    <a:pt x="710867" y="281940"/>
                  </a:lnTo>
                  <a:lnTo>
                    <a:pt x="710867" y="60960"/>
                  </a:lnTo>
                  <a:cubicBezTo>
                    <a:pt x="710867" y="40386"/>
                    <a:pt x="715952" y="25146"/>
                    <a:pt x="726101" y="15240"/>
                  </a:cubicBezTo>
                  <a:cubicBezTo>
                    <a:pt x="736260" y="5077"/>
                    <a:pt x="750227" y="0"/>
                    <a:pt x="767993" y="0"/>
                  </a:cubicBezTo>
                  <a:cubicBezTo>
                    <a:pt x="772315" y="0"/>
                    <a:pt x="776628" y="257"/>
                    <a:pt x="780941" y="762"/>
                  </a:cubicBezTo>
                  <a:cubicBezTo>
                    <a:pt x="785263" y="1267"/>
                    <a:pt x="789576" y="2162"/>
                    <a:pt x="793889" y="3429"/>
                  </a:cubicBezTo>
                  <a:lnTo>
                    <a:pt x="793889" y="29718"/>
                  </a:lnTo>
                  <a:close/>
                  <a:moveTo>
                    <a:pt x="906255" y="284607"/>
                  </a:moveTo>
                  <a:cubicBezTo>
                    <a:pt x="887975" y="284607"/>
                    <a:pt x="871980" y="280540"/>
                    <a:pt x="858270" y="272415"/>
                  </a:cubicBezTo>
                  <a:cubicBezTo>
                    <a:pt x="844807" y="264290"/>
                    <a:pt x="834277" y="252860"/>
                    <a:pt x="826660" y="238125"/>
                  </a:cubicBezTo>
                  <a:cubicBezTo>
                    <a:pt x="819291" y="223142"/>
                    <a:pt x="815616" y="205483"/>
                    <a:pt x="815616" y="185166"/>
                  </a:cubicBezTo>
                  <a:cubicBezTo>
                    <a:pt x="815616" y="165097"/>
                    <a:pt x="819291" y="147571"/>
                    <a:pt x="826660" y="132588"/>
                  </a:cubicBezTo>
                  <a:cubicBezTo>
                    <a:pt x="834277" y="117605"/>
                    <a:pt x="844807" y="106042"/>
                    <a:pt x="858270" y="97917"/>
                  </a:cubicBezTo>
                  <a:cubicBezTo>
                    <a:pt x="871980" y="89792"/>
                    <a:pt x="887975" y="85725"/>
                    <a:pt x="906255" y="85725"/>
                  </a:cubicBezTo>
                  <a:cubicBezTo>
                    <a:pt x="924535" y="85725"/>
                    <a:pt x="940397" y="89792"/>
                    <a:pt x="953859" y="97917"/>
                  </a:cubicBezTo>
                  <a:cubicBezTo>
                    <a:pt x="967569" y="106042"/>
                    <a:pt x="978100" y="117605"/>
                    <a:pt x="985469" y="132588"/>
                  </a:cubicBezTo>
                  <a:cubicBezTo>
                    <a:pt x="993085" y="147571"/>
                    <a:pt x="996894" y="165097"/>
                    <a:pt x="996894" y="185166"/>
                  </a:cubicBezTo>
                  <a:cubicBezTo>
                    <a:pt x="996894" y="205483"/>
                    <a:pt x="993085" y="223142"/>
                    <a:pt x="985469" y="238125"/>
                  </a:cubicBezTo>
                  <a:cubicBezTo>
                    <a:pt x="978100" y="252860"/>
                    <a:pt x="967569" y="264290"/>
                    <a:pt x="953859" y="272415"/>
                  </a:cubicBezTo>
                  <a:cubicBezTo>
                    <a:pt x="940397" y="280540"/>
                    <a:pt x="924535" y="284607"/>
                    <a:pt x="906255" y="284607"/>
                  </a:cubicBezTo>
                  <a:close/>
                  <a:moveTo>
                    <a:pt x="906255" y="259080"/>
                  </a:moveTo>
                  <a:cubicBezTo>
                    <a:pt x="925040" y="259080"/>
                    <a:pt x="939511" y="252860"/>
                    <a:pt x="949670" y="240411"/>
                  </a:cubicBezTo>
                  <a:cubicBezTo>
                    <a:pt x="960076" y="227714"/>
                    <a:pt x="965284" y="209293"/>
                    <a:pt x="965284" y="185166"/>
                  </a:cubicBezTo>
                  <a:cubicBezTo>
                    <a:pt x="965284" y="161544"/>
                    <a:pt x="960076" y="143380"/>
                    <a:pt x="949670" y="130683"/>
                  </a:cubicBezTo>
                  <a:cubicBezTo>
                    <a:pt x="939254" y="117986"/>
                    <a:pt x="924782" y="111633"/>
                    <a:pt x="906255" y="111633"/>
                  </a:cubicBezTo>
                  <a:cubicBezTo>
                    <a:pt x="887717" y="111633"/>
                    <a:pt x="873122" y="117986"/>
                    <a:pt x="862459" y="130683"/>
                  </a:cubicBezTo>
                  <a:cubicBezTo>
                    <a:pt x="852043" y="143380"/>
                    <a:pt x="846845" y="161544"/>
                    <a:pt x="846845" y="185166"/>
                  </a:cubicBezTo>
                  <a:cubicBezTo>
                    <a:pt x="846845" y="209293"/>
                    <a:pt x="851919" y="227714"/>
                    <a:pt x="862078" y="240411"/>
                  </a:cubicBezTo>
                  <a:cubicBezTo>
                    <a:pt x="872484" y="252860"/>
                    <a:pt x="887213" y="259080"/>
                    <a:pt x="906255" y="259080"/>
                  </a:cubicBezTo>
                  <a:close/>
                  <a:moveTo>
                    <a:pt x="1044974" y="281940"/>
                  </a:moveTo>
                  <a:lnTo>
                    <a:pt x="1044974" y="144018"/>
                  </a:lnTo>
                  <a:cubicBezTo>
                    <a:pt x="1044974" y="135131"/>
                    <a:pt x="1044727" y="126235"/>
                    <a:pt x="1044212" y="117348"/>
                  </a:cubicBezTo>
                  <a:cubicBezTo>
                    <a:pt x="1043965" y="108204"/>
                    <a:pt x="1043203" y="99184"/>
                    <a:pt x="1041927" y="90297"/>
                  </a:cubicBezTo>
                  <a:lnTo>
                    <a:pt x="1071252" y="90297"/>
                  </a:lnTo>
                  <a:lnTo>
                    <a:pt x="1075441" y="137541"/>
                  </a:lnTo>
                  <a:lnTo>
                    <a:pt x="1071252" y="136398"/>
                  </a:lnTo>
                  <a:cubicBezTo>
                    <a:pt x="1074812" y="119634"/>
                    <a:pt x="1082429" y="107061"/>
                    <a:pt x="1094102" y="98679"/>
                  </a:cubicBezTo>
                  <a:cubicBezTo>
                    <a:pt x="1106041" y="90040"/>
                    <a:pt x="1119371" y="85725"/>
                    <a:pt x="1134089" y="85725"/>
                  </a:cubicBezTo>
                  <a:cubicBezTo>
                    <a:pt x="1137393" y="85725"/>
                    <a:pt x="1140440" y="85982"/>
                    <a:pt x="1143230" y="86487"/>
                  </a:cubicBezTo>
                  <a:cubicBezTo>
                    <a:pt x="1146276" y="86744"/>
                    <a:pt x="1149076" y="87249"/>
                    <a:pt x="1151608" y="88011"/>
                  </a:cubicBezTo>
                  <a:lnTo>
                    <a:pt x="1150846" y="116205"/>
                  </a:lnTo>
                  <a:cubicBezTo>
                    <a:pt x="1145010" y="114176"/>
                    <a:pt x="1138279" y="113157"/>
                    <a:pt x="1130662" y="113157"/>
                  </a:cubicBezTo>
                  <a:cubicBezTo>
                    <a:pt x="1117466" y="113157"/>
                    <a:pt x="1106803" y="116081"/>
                    <a:pt x="1098672" y="121920"/>
                  </a:cubicBezTo>
                  <a:cubicBezTo>
                    <a:pt x="1090808" y="127759"/>
                    <a:pt x="1084962" y="135255"/>
                    <a:pt x="1081153" y="144399"/>
                  </a:cubicBezTo>
                  <a:cubicBezTo>
                    <a:pt x="1077602" y="153286"/>
                    <a:pt x="1075822" y="162687"/>
                    <a:pt x="1075822" y="172593"/>
                  </a:cubicBezTo>
                  <a:lnTo>
                    <a:pt x="1075822" y="281940"/>
                  </a:lnTo>
                  <a:lnTo>
                    <a:pt x="1044974" y="281940"/>
                  </a:lnTo>
                  <a:close/>
                  <a:moveTo>
                    <a:pt x="1182951" y="281940"/>
                  </a:moveTo>
                  <a:lnTo>
                    <a:pt x="1182951" y="144018"/>
                  </a:lnTo>
                  <a:cubicBezTo>
                    <a:pt x="1182951" y="135131"/>
                    <a:pt x="1182703" y="126235"/>
                    <a:pt x="1182189" y="117348"/>
                  </a:cubicBezTo>
                  <a:cubicBezTo>
                    <a:pt x="1181941" y="108204"/>
                    <a:pt x="1181180" y="99184"/>
                    <a:pt x="1179904" y="90297"/>
                  </a:cubicBezTo>
                  <a:lnTo>
                    <a:pt x="1209228" y="90297"/>
                  </a:lnTo>
                  <a:lnTo>
                    <a:pt x="1212656" y="129921"/>
                  </a:lnTo>
                  <a:lnTo>
                    <a:pt x="1208847" y="132588"/>
                  </a:lnTo>
                  <a:cubicBezTo>
                    <a:pt x="1213418" y="117605"/>
                    <a:pt x="1221291" y="106042"/>
                    <a:pt x="1232459" y="97917"/>
                  </a:cubicBezTo>
                  <a:cubicBezTo>
                    <a:pt x="1243885" y="89792"/>
                    <a:pt x="1257347" y="85725"/>
                    <a:pt x="1272828" y="85725"/>
                  </a:cubicBezTo>
                  <a:cubicBezTo>
                    <a:pt x="1291365" y="85725"/>
                    <a:pt x="1305713" y="90297"/>
                    <a:pt x="1315862" y="99441"/>
                  </a:cubicBezTo>
                  <a:cubicBezTo>
                    <a:pt x="1326278" y="108585"/>
                    <a:pt x="1332876" y="122558"/>
                    <a:pt x="1335665" y="141351"/>
                  </a:cubicBezTo>
                  <a:lnTo>
                    <a:pt x="1326526" y="136398"/>
                  </a:lnTo>
                  <a:cubicBezTo>
                    <a:pt x="1330591" y="120901"/>
                    <a:pt x="1338712" y="108585"/>
                    <a:pt x="1350899" y="99441"/>
                  </a:cubicBezTo>
                  <a:cubicBezTo>
                    <a:pt x="1363343" y="90297"/>
                    <a:pt x="1378196" y="85725"/>
                    <a:pt x="1395457" y="85725"/>
                  </a:cubicBezTo>
                  <a:cubicBezTo>
                    <a:pt x="1416536" y="85725"/>
                    <a:pt x="1432398" y="92078"/>
                    <a:pt x="1443061" y="104775"/>
                  </a:cubicBezTo>
                  <a:cubicBezTo>
                    <a:pt x="1453725" y="117224"/>
                    <a:pt x="1459056" y="136141"/>
                    <a:pt x="1459056" y="161544"/>
                  </a:cubicBezTo>
                  <a:lnTo>
                    <a:pt x="1459056" y="281940"/>
                  </a:lnTo>
                  <a:lnTo>
                    <a:pt x="1428209" y="281940"/>
                  </a:lnTo>
                  <a:lnTo>
                    <a:pt x="1428209" y="163068"/>
                  </a:lnTo>
                  <a:cubicBezTo>
                    <a:pt x="1428209" y="145285"/>
                    <a:pt x="1425038" y="132331"/>
                    <a:pt x="1418688" y="124206"/>
                  </a:cubicBezTo>
                  <a:cubicBezTo>
                    <a:pt x="1412347" y="115824"/>
                    <a:pt x="1402312" y="111633"/>
                    <a:pt x="1388602" y="111633"/>
                  </a:cubicBezTo>
                  <a:cubicBezTo>
                    <a:pt x="1372607" y="111633"/>
                    <a:pt x="1359915" y="117091"/>
                    <a:pt x="1350518" y="128016"/>
                  </a:cubicBezTo>
                  <a:cubicBezTo>
                    <a:pt x="1341378" y="138941"/>
                    <a:pt x="1336808" y="153800"/>
                    <a:pt x="1336808" y="172593"/>
                  </a:cubicBezTo>
                  <a:lnTo>
                    <a:pt x="1336808" y="281940"/>
                  </a:lnTo>
                  <a:lnTo>
                    <a:pt x="1305960" y="281940"/>
                  </a:lnTo>
                  <a:lnTo>
                    <a:pt x="1305960" y="163068"/>
                  </a:lnTo>
                  <a:cubicBezTo>
                    <a:pt x="1305960" y="145285"/>
                    <a:pt x="1302666" y="132331"/>
                    <a:pt x="1296059" y="124206"/>
                  </a:cubicBezTo>
                  <a:cubicBezTo>
                    <a:pt x="1289718" y="115824"/>
                    <a:pt x="1279683" y="111633"/>
                    <a:pt x="1265973" y="111633"/>
                  </a:cubicBezTo>
                  <a:cubicBezTo>
                    <a:pt x="1249730" y="111633"/>
                    <a:pt x="1236906" y="117091"/>
                    <a:pt x="1227508" y="128016"/>
                  </a:cubicBezTo>
                  <a:cubicBezTo>
                    <a:pt x="1218368" y="138941"/>
                    <a:pt x="1213798" y="153800"/>
                    <a:pt x="1213798" y="172593"/>
                  </a:cubicBezTo>
                  <a:lnTo>
                    <a:pt x="1213798" y="281940"/>
                  </a:lnTo>
                  <a:lnTo>
                    <a:pt x="1182951" y="2819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g12709bdffa8_0_3359"/>
            <p:cNvSpPr/>
            <p:nvPr/>
          </p:nvSpPr>
          <p:spPr>
            <a:xfrm>
              <a:off x="4527854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g12709bdffa8_0_3359"/>
            <p:cNvSpPr/>
            <p:nvPr/>
          </p:nvSpPr>
          <p:spPr>
            <a:xfrm>
              <a:off x="1919132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52" name="Google Shape;952;g12709bdffa8_0_33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3593" y="1156890"/>
            <a:ext cx="5857289" cy="4922178"/>
          </a:xfrm>
          <a:prstGeom prst="rect">
            <a:avLst/>
          </a:prstGeom>
          <a:noFill/>
          <a:ln>
            <a:noFill/>
          </a:ln>
        </p:spPr>
      </p:pic>
      <p:sp>
        <p:nvSpPr>
          <p:cNvPr id="953" name="Google Shape;953;g12709bdffa8_0_3359"/>
          <p:cNvSpPr txBox="1"/>
          <p:nvPr>
            <p:ph idx="2" type="body"/>
          </p:nvPr>
        </p:nvSpPr>
        <p:spPr>
          <a:xfrm>
            <a:off x="155786" y="6472155"/>
            <a:ext cx="5940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954" name="Google Shape;954;g12709bdffa8_0_3359"/>
          <p:cNvGrpSpPr/>
          <p:nvPr/>
        </p:nvGrpSpPr>
        <p:grpSpPr>
          <a:xfrm>
            <a:off x="270086" y="4540251"/>
            <a:ext cx="4771751" cy="1733400"/>
            <a:chOff x="155786" y="4540251"/>
            <a:chExt cx="4771751" cy="1733400"/>
          </a:xfrm>
        </p:grpSpPr>
        <p:sp>
          <p:nvSpPr>
            <p:cNvPr id="955" name="Google Shape;955;g12709bdffa8_0_3359"/>
            <p:cNvSpPr txBox="1"/>
            <p:nvPr/>
          </p:nvSpPr>
          <p:spPr>
            <a:xfrm>
              <a:off x="1368637" y="4540251"/>
              <a:ext cx="3558900" cy="17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Rokkitt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Rokkitt"/>
                  <a:ea typeface="Rokkitt"/>
                  <a:cs typeface="Rokkitt"/>
                  <a:sym typeface="Rokkitt"/>
                </a:rPr>
                <a:t>SMARTLOG SUPPLY CHAIN SOLUTIONS CORPORATION</a:t>
              </a:r>
              <a:endParaRPr b="1" i="0" sz="800" u="none" cap="none" strike="noStrike">
                <a:solidFill>
                  <a:srgbClr val="FFFFFF"/>
                </a:solidFill>
                <a:latin typeface="Rokkitt"/>
                <a:ea typeface="Rokkitt"/>
                <a:cs typeface="Rokkitt"/>
                <a:sym typeface="Rokkit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215B37 Nguyen Van Huong Street, Thao Dien Ward, Thu Duc City, Ho Chi Minh City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6BB24"/>
                </a:buClr>
                <a:buSzPts val="800"/>
                <a:buFont typeface="Rokkitt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en-US" sz="1400" u="sng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www.gosmartlog.com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56" name="Google Shape;956;g12709bdffa8_0_335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55786" y="5026167"/>
              <a:ext cx="1111200" cy="1107000"/>
            </a:xfrm>
            <a:prstGeom prst="roundRect">
              <a:avLst>
                <a:gd fmla="val 3122" name="adj"/>
              </a:avLst>
            </a:prstGeom>
            <a:noFill/>
            <a:ln>
              <a:noFill/>
            </a:ln>
          </p:spPr>
        </p:pic>
      </p:grpSp>
      <p:sp>
        <p:nvSpPr>
          <p:cNvPr id="957" name="Google Shape;957;g12709bdffa8_0_3359"/>
          <p:cNvSpPr txBox="1"/>
          <p:nvPr/>
        </p:nvSpPr>
        <p:spPr>
          <a:xfrm>
            <a:off x="153248" y="2976245"/>
            <a:ext cx="35589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Contact: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g12709bdffa8_0_3359"/>
          <p:cNvSpPr txBox="1"/>
          <p:nvPr>
            <p:ph idx="3" type="body"/>
          </p:nvPr>
        </p:nvSpPr>
        <p:spPr>
          <a:xfrm>
            <a:off x="155786" y="3397250"/>
            <a:ext cx="3901800" cy="15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ing--company--vie">
  <p:cSld name="ending--company--vie">
    <p:bg>
      <p:bgPr>
        <a:solidFill>
          <a:srgbClr val="1E4B7E"/>
        </a:solidFill>
      </p:bgPr>
    </p:bg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12709bdffa8_0_3384"/>
          <p:cNvSpPr txBox="1"/>
          <p:nvPr>
            <p:ph idx="1" type="body"/>
          </p:nvPr>
        </p:nvSpPr>
        <p:spPr>
          <a:xfrm>
            <a:off x="155786" y="972457"/>
            <a:ext cx="7507800" cy="198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solidFill>
                  <a:schemeClr val="dk2"/>
                </a:solidFill>
                <a:latin typeface="Rokkitt"/>
                <a:ea typeface="Rokkitt"/>
                <a:cs typeface="Rokkitt"/>
                <a:sym typeface="Rokkitt"/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961" name="Google Shape;961;g12709bdffa8_0_3384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3007268" y="-1"/>
            <a:ext cx="9184731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2" name="Google Shape;962;g12709bdffa8_0_3384"/>
          <p:cNvGrpSpPr/>
          <p:nvPr/>
        </p:nvGrpSpPr>
        <p:grpSpPr>
          <a:xfrm>
            <a:off x="300945" y="308243"/>
            <a:ext cx="2012792" cy="571765"/>
            <a:chOff x="338666" y="4303183"/>
            <a:chExt cx="7340599" cy="2085212"/>
          </a:xfrm>
        </p:grpSpPr>
        <p:sp>
          <p:nvSpPr>
            <p:cNvPr id="963" name="Google Shape;963;g12709bdffa8_0_3384"/>
            <p:cNvSpPr/>
            <p:nvPr/>
          </p:nvSpPr>
          <p:spPr>
            <a:xfrm>
              <a:off x="338666" y="4817769"/>
              <a:ext cx="931067" cy="1085156"/>
            </a:xfrm>
            <a:custGeom>
              <a:rect b="b" l="l" r="r" t="t"/>
              <a:pathLst>
                <a:path extrusionOk="0" h="1085156" w="931067">
                  <a:moveTo>
                    <a:pt x="266668" y="724502"/>
                  </a:moveTo>
                  <a:lnTo>
                    <a:pt x="0" y="724502"/>
                  </a:lnTo>
                  <a:cubicBezTo>
                    <a:pt x="0" y="847803"/>
                    <a:pt x="39462" y="937691"/>
                    <a:pt x="117749" y="995117"/>
                  </a:cubicBezTo>
                  <a:cubicBezTo>
                    <a:pt x="188382" y="1054534"/>
                    <a:pt x="298318" y="1085157"/>
                    <a:pt x="451383" y="1085157"/>
                  </a:cubicBezTo>
                  <a:cubicBezTo>
                    <a:pt x="735511" y="1085157"/>
                    <a:pt x="931068" y="993278"/>
                    <a:pt x="931068" y="736551"/>
                  </a:cubicBezTo>
                  <a:cubicBezTo>
                    <a:pt x="931068" y="663885"/>
                    <a:pt x="908108" y="599124"/>
                    <a:pt x="860036" y="546727"/>
                  </a:cubicBezTo>
                  <a:cubicBezTo>
                    <a:pt x="804550" y="492016"/>
                    <a:pt x="691505" y="445600"/>
                    <a:pt x="507268" y="409227"/>
                  </a:cubicBezTo>
                  <a:cubicBezTo>
                    <a:pt x="364487" y="382909"/>
                    <a:pt x="294252" y="340558"/>
                    <a:pt x="294252" y="285925"/>
                  </a:cubicBezTo>
                  <a:cubicBezTo>
                    <a:pt x="294252" y="231452"/>
                    <a:pt x="348064" y="203059"/>
                    <a:pt x="455529" y="203059"/>
                  </a:cubicBezTo>
                  <a:cubicBezTo>
                    <a:pt x="546571" y="203059"/>
                    <a:pt x="602376" y="229378"/>
                    <a:pt x="621111" y="275875"/>
                  </a:cubicBezTo>
                  <a:cubicBezTo>
                    <a:pt x="637534" y="318386"/>
                    <a:pt x="678032" y="340558"/>
                    <a:pt x="737424" y="342631"/>
                  </a:cubicBezTo>
                  <a:lnTo>
                    <a:pt x="898542" y="342631"/>
                  </a:lnTo>
                  <a:cubicBezTo>
                    <a:pt x="892802" y="231452"/>
                    <a:pt x="852463" y="146910"/>
                    <a:pt x="777764" y="86934"/>
                  </a:cubicBezTo>
                  <a:cubicBezTo>
                    <a:pt x="701151" y="28951"/>
                    <a:pt x="592251" y="0"/>
                    <a:pt x="451543" y="0"/>
                  </a:cubicBezTo>
                  <a:cubicBezTo>
                    <a:pt x="206080" y="3908"/>
                    <a:pt x="29577" y="108388"/>
                    <a:pt x="29577" y="334417"/>
                  </a:cubicBezTo>
                  <a:cubicBezTo>
                    <a:pt x="31649" y="502141"/>
                    <a:pt x="149159" y="607421"/>
                    <a:pt x="383141" y="649693"/>
                  </a:cubicBezTo>
                  <a:cubicBezTo>
                    <a:pt x="571284" y="682230"/>
                    <a:pt x="666472" y="726578"/>
                    <a:pt x="666472" y="781214"/>
                  </a:cubicBezTo>
                  <a:cubicBezTo>
                    <a:pt x="666472" y="849880"/>
                    <a:pt x="608515" y="882103"/>
                    <a:pt x="492679" y="882103"/>
                  </a:cubicBezTo>
                  <a:cubicBezTo>
                    <a:pt x="358348" y="882103"/>
                    <a:pt x="272648" y="841907"/>
                    <a:pt x="266668" y="7245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g12709bdffa8_0_3384"/>
            <p:cNvSpPr/>
            <p:nvPr/>
          </p:nvSpPr>
          <p:spPr>
            <a:xfrm>
              <a:off x="1374890" y="4819443"/>
              <a:ext cx="1517750" cy="1067689"/>
            </a:xfrm>
            <a:custGeom>
              <a:rect b="b" l="l" r="r" t="t"/>
              <a:pathLst>
                <a:path extrusionOk="0" h="1067689" w="1517750">
                  <a:moveTo>
                    <a:pt x="448672" y="223396"/>
                  </a:moveTo>
                  <a:cubicBezTo>
                    <a:pt x="569444" y="223396"/>
                    <a:pt x="630673" y="277471"/>
                    <a:pt x="636890" y="387375"/>
                  </a:cubicBezTo>
                  <a:lnTo>
                    <a:pt x="636890" y="1063784"/>
                  </a:lnTo>
                  <a:lnTo>
                    <a:pt x="880920" y="1063784"/>
                  </a:lnTo>
                  <a:lnTo>
                    <a:pt x="880920" y="391522"/>
                  </a:lnTo>
                  <a:cubicBezTo>
                    <a:pt x="882995" y="281379"/>
                    <a:pt x="944138" y="227305"/>
                    <a:pt x="1064996" y="227305"/>
                  </a:cubicBezTo>
                  <a:cubicBezTo>
                    <a:pt x="1185778" y="227305"/>
                    <a:pt x="1246998" y="281379"/>
                    <a:pt x="1253139" y="391522"/>
                  </a:cubicBezTo>
                  <a:lnTo>
                    <a:pt x="1253139" y="935778"/>
                  </a:lnTo>
                  <a:cubicBezTo>
                    <a:pt x="1253139" y="1019760"/>
                    <a:pt x="1296268" y="1061794"/>
                    <a:pt x="1382527" y="1067690"/>
                  </a:cubicBezTo>
                  <a:lnTo>
                    <a:pt x="1517733" y="1067690"/>
                  </a:lnTo>
                  <a:lnTo>
                    <a:pt x="1517733" y="445517"/>
                  </a:lnTo>
                  <a:cubicBezTo>
                    <a:pt x="1519571" y="146911"/>
                    <a:pt x="1372645" y="3669"/>
                    <a:pt x="1069062" y="3669"/>
                  </a:cubicBezTo>
                  <a:cubicBezTo>
                    <a:pt x="930028" y="3669"/>
                    <a:pt x="829973" y="30387"/>
                    <a:pt x="760699" y="85897"/>
                  </a:cubicBezTo>
                  <a:cubicBezTo>
                    <a:pt x="691502" y="28553"/>
                    <a:pt x="591847" y="0"/>
                    <a:pt x="452737" y="0"/>
                  </a:cubicBezTo>
                  <a:cubicBezTo>
                    <a:pt x="148992" y="0"/>
                    <a:pt x="0" y="143242"/>
                    <a:pt x="0" y="441449"/>
                  </a:cubicBezTo>
                  <a:lnTo>
                    <a:pt x="0" y="1063784"/>
                  </a:lnTo>
                  <a:lnTo>
                    <a:pt x="264509" y="1063784"/>
                  </a:lnTo>
                  <a:lnTo>
                    <a:pt x="264509" y="387375"/>
                  </a:lnTo>
                  <a:cubicBezTo>
                    <a:pt x="266747" y="277471"/>
                    <a:pt x="327890" y="223396"/>
                    <a:pt x="448672" y="2233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g12709bdffa8_0_3384"/>
            <p:cNvSpPr/>
            <p:nvPr/>
          </p:nvSpPr>
          <p:spPr>
            <a:xfrm>
              <a:off x="3018422" y="4817769"/>
              <a:ext cx="880929" cy="1069283"/>
            </a:xfrm>
            <a:custGeom>
              <a:rect b="b" l="l" r="r" t="t"/>
              <a:pathLst>
                <a:path extrusionOk="0" h="1069283" w="880929">
                  <a:moveTo>
                    <a:pt x="450909" y="203059"/>
                  </a:moveTo>
                  <a:cubicBezTo>
                    <a:pt x="567140" y="203059"/>
                    <a:pt x="626293" y="232648"/>
                    <a:pt x="632672" y="291907"/>
                  </a:cubicBezTo>
                  <a:cubicBezTo>
                    <a:pt x="632672" y="349012"/>
                    <a:pt x="571443" y="382510"/>
                    <a:pt x="450909" y="396308"/>
                  </a:cubicBezTo>
                  <a:cubicBezTo>
                    <a:pt x="176822" y="421989"/>
                    <a:pt x="5503" y="489301"/>
                    <a:pt x="0" y="739732"/>
                  </a:cubicBezTo>
                  <a:cubicBezTo>
                    <a:pt x="0" y="970552"/>
                    <a:pt x="163912" y="1086833"/>
                    <a:pt x="421566" y="1067135"/>
                  </a:cubicBezTo>
                  <a:cubicBezTo>
                    <a:pt x="714466" y="1047438"/>
                    <a:pt x="880929" y="919183"/>
                    <a:pt x="880929" y="631186"/>
                  </a:cubicBezTo>
                  <a:lnTo>
                    <a:pt x="880929" y="276035"/>
                  </a:lnTo>
                  <a:cubicBezTo>
                    <a:pt x="875188" y="89406"/>
                    <a:pt x="735279" y="0"/>
                    <a:pt x="438475" y="0"/>
                  </a:cubicBezTo>
                  <a:cubicBezTo>
                    <a:pt x="188228" y="0"/>
                    <a:pt x="59639" y="89406"/>
                    <a:pt x="29819" y="276035"/>
                  </a:cubicBezTo>
                  <a:lnTo>
                    <a:pt x="282056" y="276035"/>
                  </a:lnTo>
                  <a:cubicBezTo>
                    <a:pt x="296804" y="226746"/>
                    <a:pt x="351730" y="203059"/>
                    <a:pt x="450909" y="203059"/>
                  </a:cubicBezTo>
                  <a:close/>
                  <a:moveTo>
                    <a:pt x="385615" y="854023"/>
                  </a:moveTo>
                  <a:cubicBezTo>
                    <a:pt x="296804" y="854023"/>
                    <a:pt x="250409" y="814551"/>
                    <a:pt x="244030" y="731760"/>
                  </a:cubicBezTo>
                  <a:cubicBezTo>
                    <a:pt x="244030" y="654874"/>
                    <a:pt x="300955" y="605582"/>
                    <a:pt x="412959" y="585808"/>
                  </a:cubicBezTo>
                  <a:cubicBezTo>
                    <a:pt x="495314" y="570016"/>
                    <a:pt x="571529" y="548404"/>
                    <a:pt x="636899" y="522724"/>
                  </a:cubicBezTo>
                  <a:lnTo>
                    <a:pt x="636899" y="619308"/>
                  </a:lnTo>
                  <a:cubicBezTo>
                    <a:pt x="636814" y="767250"/>
                    <a:pt x="541872" y="854023"/>
                    <a:pt x="385615" y="8540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g12709bdffa8_0_3384"/>
            <p:cNvSpPr/>
            <p:nvPr/>
          </p:nvSpPr>
          <p:spPr>
            <a:xfrm>
              <a:off x="5216460" y="4303183"/>
              <a:ext cx="408455" cy="1583837"/>
            </a:xfrm>
            <a:custGeom>
              <a:rect b="b" l="l" r="r" t="t"/>
              <a:pathLst>
                <a:path extrusionOk="0" h="1583837" w="408455">
                  <a:moveTo>
                    <a:pt x="244078" y="292465"/>
                  </a:moveTo>
                  <a:lnTo>
                    <a:pt x="244078" y="129683"/>
                  </a:lnTo>
                  <a:cubicBezTo>
                    <a:pt x="244078" y="62050"/>
                    <a:pt x="190904" y="0"/>
                    <a:pt x="126647" y="0"/>
                  </a:cubicBezTo>
                  <a:lnTo>
                    <a:pt x="48" y="0"/>
                  </a:lnTo>
                  <a:lnTo>
                    <a:pt x="48" y="1388707"/>
                  </a:lnTo>
                  <a:cubicBezTo>
                    <a:pt x="-1704" y="1505236"/>
                    <a:pt x="44215" y="1566253"/>
                    <a:pt x="139958" y="1576140"/>
                  </a:cubicBezTo>
                  <a:cubicBezTo>
                    <a:pt x="235938" y="1586027"/>
                    <a:pt x="325872" y="1586027"/>
                    <a:pt x="408456" y="1578216"/>
                  </a:cubicBezTo>
                  <a:lnTo>
                    <a:pt x="408456" y="1378820"/>
                  </a:lnTo>
                  <a:lnTo>
                    <a:pt x="329776" y="1378820"/>
                  </a:lnTo>
                  <a:cubicBezTo>
                    <a:pt x="269747" y="1378820"/>
                    <a:pt x="244078" y="1354017"/>
                    <a:pt x="244078" y="1308402"/>
                  </a:cubicBezTo>
                  <a:lnTo>
                    <a:pt x="244078" y="700816"/>
                  </a:lnTo>
                  <a:lnTo>
                    <a:pt x="244078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g12709bdffa8_0_3384"/>
            <p:cNvSpPr/>
            <p:nvPr/>
          </p:nvSpPr>
          <p:spPr>
            <a:xfrm>
              <a:off x="5647957" y="4819443"/>
              <a:ext cx="942548" cy="1081815"/>
            </a:xfrm>
            <a:custGeom>
              <a:rect b="b" l="l" r="r" t="t"/>
              <a:pathLst>
                <a:path extrusionOk="0" h="1081815" w="942548">
                  <a:moveTo>
                    <a:pt x="474350" y="223396"/>
                  </a:moveTo>
                  <a:cubicBezTo>
                    <a:pt x="610108" y="223396"/>
                    <a:pt x="677954" y="326920"/>
                    <a:pt x="677954" y="535718"/>
                  </a:cubicBezTo>
                  <a:cubicBezTo>
                    <a:pt x="676040" y="748907"/>
                    <a:pt x="608042" y="858416"/>
                    <a:pt x="472274" y="858416"/>
                  </a:cubicBezTo>
                  <a:cubicBezTo>
                    <a:pt x="336507" y="858416"/>
                    <a:pt x="266432" y="752822"/>
                    <a:pt x="264595" y="544015"/>
                  </a:cubicBezTo>
                  <a:cubicBezTo>
                    <a:pt x="264681" y="330908"/>
                    <a:pt x="334431" y="223396"/>
                    <a:pt x="474350" y="223396"/>
                  </a:cubicBezTo>
                  <a:close/>
                  <a:moveTo>
                    <a:pt x="474350" y="0"/>
                  </a:moveTo>
                  <a:cubicBezTo>
                    <a:pt x="156733" y="0"/>
                    <a:pt x="0" y="173868"/>
                    <a:pt x="0" y="544015"/>
                  </a:cubicBezTo>
                  <a:cubicBezTo>
                    <a:pt x="0" y="908984"/>
                    <a:pt x="156733" y="1081815"/>
                    <a:pt x="474350" y="1081815"/>
                  </a:cubicBezTo>
                  <a:cubicBezTo>
                    <a:pt x="788206" y="1081815"/>
                    <a:pt x="942549" y="908898"/>
                    <a:pt x="942549" y="544015"/>
                  </a:cubicBezTo>
                  <a:cubicBezTo>
                    <a:pt x="942549" y="173947"/>
                    <a:pt x="788206" y="0"/>
                    <a:pt x="474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g12709bdffa8_0_3384"/>
            <p:cNvSpPr/>
            <p:nvPr/>
          </p:nvSpPr>
          <p:spPr>
            <a:xfrm>
              <a:off x="6716152" y="4817830"/>
              <a:ext cx="963113" cy="1497041"/>
            </a:xfrm>
            <a:custGeom>
              <a:rect b="b" l="l" r="r" t="t"/>
              <a:pathLst>
                <a:path extrusionOk="0" h="1497041" w="963113">
                  <a:moveTo>
                    <a:pt x="414073" y="1083504"/>
                  </a:moveTo>
                  <a:cubicBezTo>
                    <a:pt x="547365" y="1083504"/>
                    <a:pt x="650524" y="1033974"/>
                    <a:pt x="719084" y="934438"/>
                  </a:cubicBezTo>
                  <a:lnTo>
                    <a:pt x="719084" y="1037641"/>
                  </a:lnTo>
                  <a:cubicBezTo>
                    <a:pt x="719084" y="1206805"/>
                    <a:pt x="646382" y="1293978"/>
                    <a:pt x="505036" y="1293978"/>
                  </a:cubicBezTo>
                  <a:cubicBezTo>
                    <a:pt x="393898" y="1293978"/>
                    <a:pt x="331156" y="1255697"/>
                    <a:pt x="313142" y="1174983"/>
                  </a:cubicBezTo>
                  <a:lnTo>
                    <a:pt x="27183" y="1174983"/>
                  </a:lnTo>
                  <a:cubicBezTo>
                    <a:pt x="86973" y="1395505"/>
                    <a:pt x="233585" y="1497042"/>
                    <a:pt x="474578" y="1497042"/>
                  </a:cubicBezTo>
                  <a:cubicBezTo>
                    <a:pt x="807733" y="1491536"/>
                    <a:pt x="963114" y="1370226"/>
                    <a:pt x="963114" y="1100649"/>
                  </a:cubicBezTo>
                  <a:lnTo>
                    <a:pt x="963114" y="465398"/>
                  </a:lnTo>
                  <a:cubicBezTo>
                    <a:pt x="963114" y="140866"/>
                    <a:pt x="809732" y="-1817"/>
                    <a:pt x="484861" y="17"/>
                  </a:cubicBezTo>
                  <a:cubicBezTo>
                    <a:pt x="158485" y="5601"/>
                    <a:pt x="0" y="166548"/>
                    <a:pt x="0" y="530559"/>
                  </a:cubicBezTo>
                  <a:cubicBezTo>
                    <a:pt x="76" y="907720"/>
                    <a:pt x="135283" y="1083504"/>
                    <a:pt x="414073" y="1083504"/>
                  </a:cubicBezTo>
                  <a:close/>
                  <a:moveTo>
                    <a:pt x="488850" y="860105"/>
                  </a:moveTo>
                  <a:cubicBezTo>
                    <a:pt x="343437" y="860105"/>
                    <a:pt x="270650" y="753073"/>
                    <a:pt x="264671" y="538846"/>
                  </a:cubicBezTo>
                  <a:cubicBezTo>
                    <a:pt x="264671" y="314177"/>
                    <a:pt x="339448" y="202997"/>
                    <a:pt x="492915" y="202997"/>
                  </a:cubicBezTo>
                  <a:cubicBezTo>
                    <a:pt x="646382" y="202997"/>
                    <a:pt x="720922" y="314177"/>
                    <a:pt x="719084" y="538846"/>
                  </a:cubicBezTo>
                  <a:cubicBezTo>
                    <a:pt x="711115" y="753073"/>
                    <a:pt x="634263" y="860105"/>
                    <a:pt x="488850" y="8601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g12709bdffa8_0_3384"/>
            <p:cNvSpPr/>
            <p:nvPr/>
          </p:nvSpPr>
          <p:spPr>
            <a:xfrm>
              <a:off x="4661889" y="4843290"/>
              <a:ext cx="419889" cy="1039937"/>
            </a:xfrm>
            <a:custGeom>
              <a:rect b="b" l="l" r="r" t="t"/>
              <a:pathLst>
                <a:path extrusionOk="0" h="1039937" w="419889">
                  <a:moveTo>
                    <a:pt x="0" y="1039938"/>
                  </a:moveTo>
                  <a:lnTo>
                    <a:pt x="264595" y="1039938"/>
                  </a:lnTo>
                  <a:lnTo>
                    <a:pt x="264595" y="492412"/>
                  </a:lnTo>
                  <a:cubicBezTo>
                    <a:pt x="264595" y="363368"/>
                    <a:pt x="316331" y="20497"/>
                    <a:pt x="419890" y="0"/>
                  </a:cubicBezTo>
                  <a:cubicBezTo>
                    <a:pt x="146841" y="33737"/>
                    <a:pt x="6931" y="198992"/>
                    <a:pt x="0" y="496403"/>
                  </a:cubicBezTo>
                  <a:lnTo>
                    <a:pt x="0" y="10399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g12709bdffa8_0_3384"/>
            <p:cNvSpPr/>
            <p:nvPr/>
          </p:nvSpPr>
          <p:spPr>
            <a:xfrm>
              <a:off x="4661889" y="4488137"/>
              <a:ext cx="244020" cy="471437"/>
            </a:xfrm>
            <a:custGeom>
              <a:rect b="b" l="l" r="r" t="t"/>
              <a:pathLst>
                <a:path extrusionOk="0" h="471437" w="244020">
                  <a:moveTo>
                    <a:pt x="244020" y="292465"/>
                  </a:moveTo>
                  <a:lnTo>
                    <a:pt x="244020" y="129683"/>
                  </a:lnTo>
                  <a:cubicBezTo>
                    <a:pt x="244020" y="62050"/>
                    <a:pt x="190846" y="0"/>
                    <a:pt x="126513" y="0"/>
                  </a:cubicBezTo>
                  <a:lnTo>
                    <a:pt x="0" y="0"/>
                  </a:lnTo>
                  <a:lnTo>
                    <a:pt x="152" y="471438"/>
                  </a:lnTo>
                  <a:lnTo>
                    <a:pt x="244020" y="471438"/>
                  </a:lnTo>
                  <a:lnTo>
                    <a:pt x="244020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g12709bdffa8_0_3384"/>
            <p:cNvSpPr/>
            <p:nvPr/>
          </p:nvSpPr>
          <p:spPr>
            <a:xfrm>
              <a:off x="4025065" y="4842652"/>
              <a:ext cx="522658" cy="1040575"/>
            </a:xfrm>
            <a:custGeom>
              <a:rect b="b" l="l" r="r" t="t"/>
              <a:pathLst>
                <a:path extrusionOk="0" h="1040575" w="522658">
                  <a:moveTo>
                    <a:pt x="0" y="1040576"/>
                  </a:moveTo>
                  <a:lnTo>
                    <a:pt x="264604" y="1040576"/>
                  </a:lnTo>
                  <a:lnTo>
                    <a:pt x="264604" y="493050"/>
                  </a:lnTo>
                  <a:cubicBezTo>
                    <a:pt x="264604" y="339762"/>
                    <a:pt x="337544" y="262078"/>
                    <a:pt x="483356" y="262078"/>
                  </a:cubicBezTo>
                  <a:lnTo>
                    <a:pt x="522658" y="262078"/>
                  </a:lnTo>
                  <a:lnTo>
                    <a:pt x="522658" y="0"/>
                  </a:lnTo>
                  <a:cubicBezTo>
                    <a:pt x="214534" y="21774"/>
                    <a:pt x="7417" y="184795"/>
                    <a:pt x="86" y="496955"/>
                  </a:cubicBezTo>
                  <a:lnTo>
                    <a:pt x="86" y="1040576"/>
                  </a:lnTo>
                  <a:lnTo>
                    <a:pt x="0" y="10405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g12709bdffa8_0_3384"/>
            <p:cNvSpPr/>
            <p:nvPr/>
          </p:nvSpPr>
          <p:spPr>
            <a:xfrm>
              <a:off x="356946" y="6029112"/>
              <a:ext cx="1060969" cy="277368"/>
            </a:xfrm>
            <a:custGeom>
              <a:rect b="b" l="l" r="r" t="t"/>
              <a:pathLst>
                <a:path extrusionOk="0" h="277368" w="1060969">
                  <a:moveTo>
                    <a:pt x="101302" y="277368"/>
                  </a:moveTo>
                  <a:cubicBezTo>
                    <a:pt x="87338" y="277368"/>
                    <a:pt x="74263" y="276225"/>
                    <a:pt x="62076" y="273939"/>
                  </a:cubicBezTo>
                  <a:cubicBezTo>
                    <a:pt x="49889" y="271396"/>
                    <a:pt x="38591" y="267586"/>
                    <a:pt x="28182" y="262509"/>
                  </a:cubicBezTo>
                  <a:cubicBezTo>
                    <a:pt x="17772" y="257175"/>
                    <a:pt x="8378" y="250698"/>
                    <a:pt x="0" y="243078"/>
                  </a:cubicBezTo>
                  <a:lnTo>
                    <a:pt x="11806" y="219075"/>
                  </a:lnTo>
                  <a:cubicBezTo>
                    <a:pt x="25516" y="230505"/>
                    <a:pt x="39226" y="238630"/>
                    <a:pt x="52936" y="243459"/>
                  </a:cubicBezTo>
                  <a:cubicBezTo>
                    <a:pt x="66900" y="248288"/>
                    <a:pt x="83149" y="250698"/>
                    <a:pt x="101683" y="250698"/>
                  </a:cubicBezTo>
                  <a:cubicBezTo>
                    <a:pt x="123264" y="250698"/>
                    <a:pt x="140021" y="246507"/>
                    <a:pt x="151953" y="238125"/>
                  </a:cubicBezTo>
                  <a:cubicBezTo>
                    <a:pt x="163886" y="229486"/>
                    <a:pt x="169853" y="217427"/>
                    <a:pt x="169853" y="201930"/>
                  </a:cubicBezTo>
                  <a:cubicBezTo>
                    <a:pt x="169853" y="192529"/>
                    <a:pt x="166806" y="185042"/>
                    <a:pt x="160712" y="179451"/>
                  </a:cubicBezTo>
                  <a:cubicBezTo>
                    <a:pt x="154873" y="173612"/>
                    <a:pt x="146748" y="169040"/>
                    <a:pt x="136339" y="165735"/>
                  </a:cubicBezTo>
                  <a:cubicBezTo>
                    <a:pt x="126183" y="162182"/>
                    <a:pt x="114631" y="158877"/>
                    <a:pt x="101683" y="155829"/>
                  </a:cubicBezTo>
                  <a:cubicBezTo>
                    <a:pt x="88735" y="153038"/>
                    <a:pt x="76421" y="149857"/>
                    <a:pt x="64742" y="146304"/>
                  </a:cubicBezTo>
                  <a:cubicBezTo>
                    <a:pt x="53063" y="142494"/>
                    <a:pt x="42654" y="137798"/>
                    <a:pt x="33514" y="132207"/>
                  </a:cubicBezTo>
                  <a:cubicBezTo>
                    <a:pt x="24627" y="126616"/>
                    <a:pt x="17645" y="119510"/>
                    <a:pt x="12568" y="110871"/>
                  </a:cubicBezTo>
                  <a:cubicBezTo>
                    <a:pt x="7490" y="102232"/>
                    <a:pt x="4951" y="91440"/>
                    <a:pt x="4951" y="78486"/>
                  </a:cubicBezTo>
                  <a:cubicBezTo>
                    <a:pt x="4951" y="62989"/>
                    <a:pt x="9013" y="49406"/>
                    <a:pt x="17138" y="37719"/>
                  </a:cubicBezTo>
                  <a:cubicBezTo>
                    <a:pt x="25262" y="25784"/>
                    <a:pt x="36687" y="16507"/>
                    <a:pt x="51413" y="9906"/>
                  </a:cubicBezTo>
                  <a:cubicBezTo>
                    <a:pt x="66138" y="3305"/>
                    <a:pt x="83530" y="0"/>
                    <a:pt x="103587" y="0"/>
                  </a:cubicBezTo>
                  <a:cubicBezTo>
                    <a:pt x="116028" y="0"/>
                    <a:pt x="127961" y="1400"/>
                    <a:pt x="139386" y="4191"/>
                  </a:cubicBezTo>
                  <a:cubicBezTo>
                    <a:pt x="150811" y="6734"/>
                    <a:pt x="161348" y="10544"/>
                    <a:pt x="170995" y="15621"/>
                  </a:cubicBezTo>
                  <a:cubicBezTo>
                    <a:pt x="180897" y="20698"/>
                    <a:pt x="189656" y="26927"/>
                    <a:pt x="197273" y="34290"/>
                  </a:cubicBezTo>
                  <a:lnTo>
                    <a:pt x="185086" y="58293"/>
                  </a:lnTo>
                  <a:cubicBezTo>
                    <a:pt x="172645" y="47368"/>
                    <a:pt x="159824" y="39367"/>
                    <a:pt x="146622" y="34290"/>
                  </a:cubicBezTo>
                  <a:cubicBezTo>
                    <a:pt x="133419" y="29213"/>
                    <a:pt x="119075" y="26670"/>
                    <a:pt x="103587" y="26670"/>
                  </a:cubicBezTo>
                  <a:cubicBezTo>
                    <a:pt x="82515" y="26670"/>
                    <a:pt x="66011" y="31118"/>
                    <a:pt x="54079" y="40005"/>
                  </a:cubicBezTo>
                  <a:cubicBezTo>
                    <a:pt x="42146" y="48892"/>
                    <a:pt x="36179" y="61341"/>
                    <a:pt x="36179" y="77343"/>
                  </a:cubicBezTo>
                  <a:cubicBezTo>
                    <a:pt x="36179" y="87249"/>
                    <a:pt x="38845" y="95250"/>
                    <a:pt x="44177" y="101346"/>
                  </a:cubicBezTo>
                  <a:cubicBezTo>
                    <a:pt x="49509" y="107442"/>
                    <a:pt x="56998" y="112395"/>
                    <a:pt x="66646" y="116205"/>
                  </a:cubicBezTo>
                  <a:cubicBezTo>
                    <a:pt x="76294" y="119758"/>
                    <a:pt x="87338" y="123063"/>
                    <a:pt x="99779" y="126111"/>
                  </a:cubicBezTo>
                  <a:cubicBezTo>
                    <a:pt x="112981" y="129159"/>
                    <a:pt x="125676" y="132464"/>
                    <a:pt x="137862" y="136017"/>
                  </a:cubicBezTo>
                  <a:cubicBezTo>
                    <a:pt x="150049" y="139570"/>
                    <a:pt x="160839" y="144018"/>
                    <a:pt x="170233" y="149352"/>
                  </a:cubicBezTo>
                  <a:cubicBezTo>
                    <a:pt x="179881" y="154429"/>
                    <a:pt x="187498" y="161163"/>
                    <a:pt x="193084" y="169545"/>
                  </a:cubicBezTo>
                  <a:cubicBezTo>
                    <a:pt x="198669" y="177670"/>
                    <a:pt x="201462" y="188090"/>
                    <a:pt x="201462" y="200787"/>
                  </a:cubicBezTo>
                  <a:cubicBezTo>
                    <a:pt x="201462" y="216284"/>
                    <a:pt x="197399" y="229743"/>
                    <a:pt x="189275" y="241173"/>
                  </a:cubicBezTo>
                  <a:cubicBezTo>
                    <a:pt x="181151" y="252603"/>
                    <a:pt x="169598" y="261490"/>
                    <a:pt x="154619" y="267843"/>
                  </a:cubicBezTo>
                  <a:cubicBezTo>
                    <a:pt x="139640" y="274196"/>
                    <a:pt x="121867" y="277368"/>
                    <a:pt x="101302" y="277368"/>
                  </a:cubicBezTo>
                  <a:close/>
                  <a:moveTo>
                    <a:pt x="248704" y="274320"/>
                  </a:moveTo>
                  <a:lnTo>
                    <a:pt x="248704" y="136398"/>
                  </a:lnTo>
                  <a:cubicBezTo>
                    <a:pt x="248704" y="127511"/>
                    <a:pt x="248449" y="118615"/>
                    <a:pt x="247942" y="109728"/>
                  </a:cubicBezTo>
                  <a:cubicBezTo>
                    <a:pt x="247688" y="100584"/>
                    <a:pt x="246926" y="91564"/>
                    <a:pt x="245657" y="82677"/>
                  </a:cubicBezTo>
                  <a:lnTo>
                    <a:pt x="274981" y="82677"/>
                  </a:lnTo>
                  <a:lnTo>
                    <a:pt x="278409" y="122301"/>
                  </a:lnTo>
                  <a:lnTo>
                    <a:pt x="274600" y="124968"/>
                  </a:lnTo>
                  <a:cubicBezTo>
                    <a:pt x="279170" y="109985"/>
                    <a:pt x="287040" y="98422"/>
                    <a:pt x="298212" y="90297"/>
                  </a:cubicBezTo>
                  <a:cubicBezTo>
                    <a:pt x="309637" y="82172"/>
                    <a:pt x="323093" y="78105"/>
                    <a:pt x="338581" y="78105"/>
                  </a:cubicBezTo>
                  <a:cubicBezTo>
                    <a:pt x="357114" y="78105"/>
                    <a:pt x="371459" y="82677"/>
                    <a:pt x="381615" y="91821"/>
                  </a:cubicBezTo>
                  <a:cubicBezTo>
                    <a:pt x="392024" y="100965"/>
                    <a:pt x="398625" y="114938"/>
                    <a:pt x="401419" y="133731"/>
                  </a:cubicBezTo>
                  <a:lnTo>
                    <a:pt x="392278" y="128778"/>
                  </a:lnTo>
                  <a:cubicBezTo>
                    <a:pt x="396340" y="113281"/>
                    <a:pt x="404465" y="100965"/>
                    <a:pt x="416652" y="91821"/>
                  </a:cubicBezTo>
                  <a:cubicBezTo>
                    <a:pt x="429092" y="82677"/>
                    <a:pt x="443944" y="78105"/>
                    <a:pt x="461210" y="78105"/>
                  </a:cubicBezTo>
                  <a:cubicBezTo>
                    <a:pt x="482282" y="78105"/>
                    <a:pt x="498151" y="84458"/>
                    <a:pt x="508814" y="97155"/>
                  </a:cubicBezTo>
                  <a:cubicBezTo>
                    <a:pt x="519477" y="109604"/>
                    <a:pt x="524809" y="128521"/>
                    <a:pt x="524809" y="153924"/>
                  </a:cubicBezTo>
                  <a:lnTo>
                    <a:pt x="524809" y="274320"/>
                  </a:lnTo>
                  <a:lnTo>
                    <a:pt x="493961" y="274320"/>
                  </a:lnTo>
                  <a:lnTo>
                    <a:pt x="493961" y="155448"/>
                  </a:lnTo>
                  <a:cubicBezTo>
                    <a:pt x="493961" y="137665"/>
                    <a:pt x="490787" y="124711"/>
                    <a:pt x="484441" y="116586"/>
                  </a:cubicBezTo>
                  <a:cubicBezTo>
                    <a:pt x="478093" y="108204"/>
                    <a:pt x="468065" y="104013"/>
                    <a:pt x="454355" y="104013"/>
                  </a:cubicBezTo>
                  <a:cubicBezTo>
                    <a:pt x="438360" y="104013"/>
                    <a:pt x="425664" y="109471"/>
                    <a:pt x="416271" y="120396"/>
                  </a:cubicBezTo>
                  <a:cubicBezTo>
                    <a:pt x="407131" y="131321"/>
                    <a:pt x="402561" y="146180"/>
                    <a:pt x="402561" y="164973"/>
                  </a:cubicBezTo>
                  <a:lnTo>
                    <a:pt x="402561" y="274320"/>
                  </a:lnTo>
                  <a:lnTo>
                    <a:pt x="371713" y="274320"/>
                  </a:lnTo>
                  <a:lnTo>
                    <a:pt x="371713" y="155448"/>
                  </a:lnTo>
                  <a:cubicBezTo>
                    <a:pt x="371713" y="137665"/>
                    <a:pt x="368412" y="124711"/>
                    <a:pt x="361812" y="116586"/>
                  </a:cubicBezTo>
                  <a:cubicBezTo>
                    <a:pt x="355464" y="108204"/>
                    <a:pt x="345436" y="104013"/>
                    <a:pt x="331726" y="104013"/>
                  </a:cubicBezTo>
                  <a:cubicBezTo>
                    <a:pt x="315476" y="104013"/>
                    <a:pt x="302655" y="109471"/>
                    <a:pt x="293261" y="120396"/>
                  </a:cubicBezTo>
                  <a:cubicBezTo>
                    <a:pt x="284121" y="131321"/>
                    <a:pt x="279551" y="146180"/>
                    <a:pt x="279551" y="164973"/>
                  </a:cubicBezTo>
                  <a:lnTo>
                    <a:pt x="279551" y="274320"/>
                  </a:lnTo>
                  <a:lnTo>
                    <a:pt x="248704" y="274320"/>
                  </a:lnTo>
                  <a:close/>
                  <a:moveTo>
                    <a:pt x="656923" y="276987"/>
                  </a:moveTo>
                  <a:cubicBezTo>
                    <a:pt x="639913" y="276987"/>
                    <a:pt x="624933" y="273053"/>
                    <a:pt x="611984" y="265176"/>
                  </a:cubicBezTo>
                  <a:cubicBezTo>
                    <a:pt x="599290" y="257051"/>
                    <a:pt x="589388" y="245621"/>
                    <a:pt x="582279" y="230886"/>
                  </a:cubicBezTo>
                  <a:cubicBezTo>
                    <a:pt x="575424" y="215903"/>
                    <a:pt x="571997" y="198377"/>
                    <a:pt x="571997" y="178308"/>
                  </a:cubicBezTo>
                  <a:cubicBezTo>
                    <a:pt x="571997" y="158239"/>
                    <a:pt x="575552" y="140713"/>
                    <a:pt x="582660" y="125730"/>
                  </a:cubicBezTo>
                  <a:cubicBezTo>
                    <a:pt x="589769" y="110747"/>
                    <a:pt x="599671" y="99060"/>
                    <a:pt x="612365" y="90678"/>
                  </a:cubicBezTo>
                  <a:cubicBezTo>
                    <a:pt x="625313" y="82296"/>
                    <a:pt x="640166" y="78105"/>
                    <a:pt x="656923" y="78105"/>
                  </a:cubicBezTo>
                  <a:cubicBezTo>
                    <a:pt x="674441" y="78105"/>
                    <a:pt x="689294" y="82420"/>
                    <a:pt x="701481" y="91059"/>
                  </a:cubicBezTo>
                  <a:cubicBezTo>
                    <a:pt x="713667" y="99698"/>
                    <a:pt x="721919" y="112014"/>
                    <a:pt x="726235" y="128016"/>
                  </a:cubicBezTo>
                  <a:lnTo>
                    <a:pt x="721665" y="131064"/>
                  </a:lnTo>
                  <a:lnTo>
                    <a:pt x="721665" y="82677"/>
                  </a:lnTo>
                  <a:lnTo>
                    <a:pt x="752132" y="82677"/>
                  </a:lnTo>
                  <a:lnTo>
                    <a:pt x="752132" y="274320"/>
                  </a:lnTo>
                  <a:lnTo>
                    <a:pt x="721665" y="274320"/>
                  </a:lnTo>
                  <a:lnTo>
                    <a:pt x="721665" y="224790"/>
                  </a:lnTo>
                  <a:lnTo>
                    <a:pt x="726235" y="227076"/>
                  </a:lnTo>
                  <a:cubicBezTo>
                    <a:pt x="721919" y="243078"/>
                    <a:pt x="713667" y="255394"/>
                    <a:pt x="701481" y="264033"/>
                  </a:cubicBezTo>
                  <a:cubicBezTo>
                    <a:pt x="689294" y="272672"/>
                    <a:pt x="674441" y="276987"/>
                    <a:pt x="656923" y="276987"/>
                  </a:cubicBezTo>
                  <a:close/>
                  <a:moveTo>
                    <a:pt x="663016" y="251460"/>
                  </a:moveTo>
                  <a:cubicBezTo>
                    <a:pt x="681805" y="251460"/>
                    <a:pt x="696276" y="245107"/>
                    <a:pt x="706431" y="232410"/>
                  </a:cubicBezTo>
                  <a:cubicBezTo>
                    <a:pt x="716587" y="219456"/>
                    <a:pt x="721665" y="201168"/>
                    <a:pt x="721665" y="177546"/>
                  </a:cubicBezTo>
                  <a:cubicBezTo>
                    <a:pt x="721665" y="153924"/>
                    <a:pt x="716461" y="135760"/>
                    <a:pt x="706051" y="123063"/>
                  </a:cubicBezTo>
                  <a:cubicBezTo>
                    <a:pt x="695896" y="110366"/>
                    <a:pt x="681550" y="104013"/>
                    <a:pt x="663016" y="104013"/>
                  </a:cubicBezTo>
                  <a:cubicBezTo>
                    <a:pt x="644229" y="104013"/>
                    <a:pt x="629503" y="110614"/>
                    <a:pt x="618839" y="123825"/>
                  </a:cubicBezTo>
                  <a:cubicBezTo>
                    <a:pt x="608430" y="136779"/>
                    <a:pt x="603225" y="154943"/>
                    <a:pt x="603225" y="178308"/>
                  </a:cubicBezTo>
                  <a:cubicBezTo>
                    <a:pt x="603225" y="201673"/>
                    <a:pt x="608430" y="219713"/>
                    <a:pt x="618839" y="232410"/>
                  </a:cubicBezTo>
                  <a:cubicBezTo>
                    <a:pt x="629503" y="245107"/>
                    <a:pt x="644229" y="251460"/>
                    <a:pt x="663016" y="251460"/>
                  </a:cubicBezTo>
                  <a:close/>
                  <a:moveTo>
                    <a:pt x="811774" y="274320"/>
                  </a:moveTo>
                  <a:lnTo>
                    <a:pt x="811774" y="136398"/>
                  </a:lnTo>
                  <a:cubicBezTo>
                    <a:pt x="811774" y="127511"/>
                    <a:pt x="811520" y="118615"/>
                    <a:pt x="811013" y="109728"/>
                  </a:cubicBezTo>
                  <a:cubicBezTo>
                    <a:pt x="810758" y="100584"/>
                    <a:pt x="809997" y="91564"/>
                    <a:pt x="808728" y="82677"/>
                  </a:cubicBezTo>
                  <a:lnTo>
                    <a:pt x="838052" y="82677"/>
                  </a:lnTo>
                  <a:lnTo>
                    <a:pt x="842241" y="129921"/>
                  </a:lnTo>
                  <a:lnTo>
                    <a:pt x="838052" y="128778"/>
                  </a:lnTo>
                  <a:cubicBezTo>
                    <a:pt x="841606" y="112014"/>
                    <a:pt x="849223" y="99441"/>
                    <a:pt x="860902" y="91059"/>
                  </a:cubicBezTo>
                  <a:cubicBezTo>
                    <a:pt x="872835" y="82420"/>
                    <a:pt x="886164" y="78105"/>
                    <a:pt x="900890" y="78105"/>
                  </a:cubicBezTo>
                  <a:cubicBezTo>
                    <a:pt x="904191" y="78105"/>
                    <a:pt x="907237" y="78362"/>
                    <a:pt x="910030" y="78867"/>
                  </a:cubicBezTo>
                  <a:cubicBezTo>
                    <a:pt x="913076" y="79124"/>
                    <a:pt x="915869" y="79629"/>
                    <a:pt x="918408" y="80391"/>
                  </a:cubicBezTo>
                  <a:lnTo>
                    <a:pt x="917646" y="108585"/>
                  </a:lnTo>
                  <a:cubicBezTo>
                    <a:pt x="911807" y="106556"/>
                    <a:pt x="905079" y="105537"/>
                    <a:pt x="897462" y="105537"/>
                  </a:cubicBezTo>
                  <a:cubicBezTo>
                    <a:pt x="884260" y="105537"/>
                    <a:pt x="873596" y="108461"/>
                    <a:pt x="865472" y="114300"/>
                  </a:cubicBezTo>
                  <a:cubicBezTo>
                    <a:pt x="857601" y="120139"/>
                    <a:pt x="851762" y="127635"/>
                    <a:pt x="847954" y="136779"/>
                  </a:cubicBezTo>
                  <a:cubicBezTo>
                    <a:pt x="844399" y="145666"/>
                    <a:pt x="842622" y="155067"/>
                    <a:pt x="842622" y="164973"/>
                  </a:cubicBezTo>
                  <a:lnTo>
                    <a:pt x="842622" y="274320"/>
                  </a:lnTo>
                  <a:lnTo>
                    <a:pt x="811774" y="274320"/>
                  </a:lnTo>
                  <a:close/>
                  <a:moveTo>
                    <a:pt x="937959" y="107061"/>
                  </a:moveTo>
                  <a:lnTo>
                    <a:pt x="937959" y="82677"/>
                  </a:lnTo>
                  <a:lnTo>
                    <a:pt x="1060969" y="82677"/>
                  </a:lnTo>
                  <a:lnTo>
                    <a:pt x="1060969" y="107061"/>
                  </a:lnTo>
                  <a:lnTo>
                    <a:pt x="937959" y="107061"/>
                  </a:lnTo>
                  <a:close/>
                  <a:moveTo>
                    <a:pt x="1060207" y="246888"/>
                  </a:moveTo>
                  <a:lnTo>
                    <a:pt x="1060207" y="273177"/>
                  </a:lnTo>
                  <a:cubicBezTo>
                    <a:pt x="1055894" y="274444"/>
                    <a:pt x="1051582" y="275339"/>
                    <a:pt x="1047259" y="275844"/>
                  </a:cubicBezTo>
                  <a:cubicBezTo>
                    <a:pt x="1043203" y="276606"/>
                    <a:pt x="1038633" y="276987"/>
                    <a:pt x="1033549" y="276987"/>
                  </a:cubicBezTo>
                  <a:cubicBezTo>
                    <a:pt x="1015783" y="276987"/>
                    <a:pt x="1001559" y="271910"/>
                    <a:pt x="990895" y="261747"/>
                  </a:cubicBezTo>
                  <a:cubicBezTo>
                    <a:pt x="980489" y="251584"/>
                    <a:pt x="975281" y="236344"/>
                    <a:pt x="975281" y="216027"/>
                  </a:cubicBezTo>
                  <a:lnTo>
                    <a:pt x="975281" y="33528"/>
                  </a:lnTo>
                  <a:lnTo>
                    <a:pt x="1006129" y="22479"/>
                  </a:lnTo>
                  <a:lnTo>
                    <a:pt x="1006129" y="211836"/>
                  </a:lnTo>
                  <a:cubicBezTo>
                    <a:pt x="1006129" y="221999"/>
                    <a:pt x="1007528" y="229867"/>
                    <a:pt x="1010318" y="235458"/>
                  </a:cubicBezTo>
                  <a:cubicBezTo>
                    <a:pt x="1013365" y="241049"/>
                    <a:pt x="1017430" y="244983"/>
                    <a:pt x="1022505" y="247269"/>
                  </a:cubicBezTo>
                  <a:cubicBezTo>
                    <a:pt x="1027589" y="249298"/>
                    <a:pt x="1033301" y="250317"/>
                    <a:pt x="1039642" y="250317"/>
                  </a:cubicBezTo>
                  <a:cubicBezTo>
                    <a:pt x="1043451" y="250317"/>
                    <a:pt x="1046878" y="250060"/>
                    <a:pt x="1049925" y="249555"/>
                  </a:cubicBezTo>
                  <a:cubicBezTo>
                    <a:pt x="1052972" y="249050"/>
                    <a:pt x="1056399" y="248155"/>
                    <a:pt x="1060207" y="2468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g12709bdffa8_0_3384"/>
            <p:cNvSpPr/>
            <p:nvPr/>
          </p:nvSpPr>
          <p:spPr>
            <a:xfrm>
              <a:off x="2533419" y="6030637"/>
              <a:ext cx="1481153" cy="357758"/>
            </a:xfrm>
            <a:custGeom>
              <a:rect b="b" l="l" r="r" t="t"/>
              <a:pathLst>
                <a:path extrusionOk="0" h="357758" w="1481153">
                  <a:moveTo>
                    <a:pt x="0" y="272796"/>
                  </a:moveTo>
                  <a:lnTo>
                    <a:pt x="0" y="1524"/>
                  </a:lnTo>
                  <a:lnTo>
                    <a:pt x="31228" y="1524"/>
                  </a:lnTo>
                  <a:lnTo>
                    <a:pt x="31228" y="246126"/>
                  </a:lnTo>
                  <a:lnTo>
                    <a:pt x="167187" y="246126"/>
                  </a:lnTo>
                  <a:lnTo>
                    <a:pt x="167187" y="272796"/>
                  </a:lnTo>
                  <a:lnTo>
                    <a:pt x="0" y="272796"/>
                  </a:lnTo>
                  <a:close/>
                  <a:moveTo>
                    <a:pt x="282561" y="275463"/>
                  </a:moveTo>
                  <a:cubicBezTo>
                    <a:pt x="264281" y="275463"/>
                    <a:pt x="248285" y="271396"/>
                    <a:pt x="234576" y="263271"/>
                  </a:cubicBezTo>
                  <a:cubicBezTo>
                    <a:pt x="221113" y="255146"/>
                    <a:pt x="210583" y="243716"/>
                    <a:pt x="202966" y="228981"/>
                  </a:cubicBezTo>
                  <a:cubicBezTo>
                    <a:pt x="195597" y="213998"/>
                    <a:pt x="191922" y="196339"/>
                    <a:pt x="191922" y="176022"/>
                  </a:cubicBezTo>
                  <a:cubicBezTo>
                    <a:pt x="191922" y="155953"/>
                    <a:pt x="195597" y="138427"/>
                    <a:pt x="202966" y="123444"/>
                  </a:cubicBezTo>
                  <a:cubicBezTo>
                    <a:pt x="210583" y="108461"/>
                    <a:pt x="221113" y="96898"/>
                    <a:pt x="234576" y="88773"/>
                  </a:cubicBezTo>
                  <a:cubicBezTo>
                    <a:pt x="248285" y="80648"/>
                    <a:pt x="264281" y="76581"/>
                    <a:pt x="282561" y="76581"/>
                  </a:cubicBezTo>
                  <a:cubicBezTo>
                    <a:pt x="300841" y="76581"/>
                    <a:pt x="316703" y="80648"/>
                    <a:pt x="330165" y="88773"/>
                  </a:cubicBezTo>
                  <a:cubicBezTo>
                    <a:pt x="343875" y="96898"/>
                    <a:pt x="354405" y="108461"/>
                    <a:pt x="361774" y="123444"/>
                  </a:cubicBezTo>
                  <a:cubicBezTo>
                    <a:pt x="369391" y="138427"/>
                    <a:pt x="373199" y="155953"/>
                    <a:pt x="373199" y="176022"/>
                  </a:cubicBezTo>
                  <a:cubicBezTo>
                    <a:pt x="373199" y="196339"/>
                    <a:pt x="369391" y="213998"/>
                    <a:pt x="361774" y="228981"/>
                  </a:cubicBezTo>
                  <a:cubicBezTo>
                    <a:pt x="354405" y="243716"/>
                    <a:pt x="343875" y="255146"/>
                    <a:pt x="330165" y="263271"/>
                  </a:cubicBezTo>
                  <a:cubicBezTo>
                    <a:pt x="316703" y="271396"/>
                    <a:pt x="300841" y="275463"/>
                    <a:pt x="282561" y="275463"/>
                  </a:cubicBezTo>
                  <a:close/>
                  <a:moveTo>
                    <a:pt x="282561" y="249936"/>
                  </a:moveTo>
                  <a:cubicBezTo>
                    <a:pt x="301345" y="249936"/>
                    <a:pt x="315817" y="243716"/>
                    <a:pt x="325976" y="231267"/>
                  </a:cubicBezTo>
                  <a:cubicBezTo>
                    <a:pt x="336382" y="218570"/>
                    <a:pt x="341590" y="200149"/>
                    <a:pt x="341590" y="176022"/>
                  </a:cubicBezTo>
                  <a:cubicBezTo>
                    <a:pt x="341590" y="152400"/>
                    <a:pt x="336382" y="134236"/>
                    <a:pt x="325976" y="121539"/>
                  </a:cubicBezTo>
                  <a:cubicBezTo>
                    <a:pt x="315560" y="108842"/>
                    <a:pt x="301088" y="102489"/>
                    <a:pt x="282561" y="102489"/>
                  </a:cubicBezTo>
                  <a:cubicBezTo>
                    <a:pt x="264024" y="102489"/>
                    <a:pt x="249428" y="108842"/>
                    <a:pt x="238765" y="121539"/>
                  </a:cubicBezTo>
                  <a:cubicBezTo>
                    <a:pt x="228349" y="134236"/>
                    <a:pt x="223150" y="152400"/>
                    <a:pt x="223150" y="176022"/>
                  </a:cubicBezTo>
                  <a:cubicBezTo>
                    <a:pt x="223150" y="200149"/>
                    <a:pt x="228225" y="218570"/>
                    <a:pt x="238384" y="231267"/>
                  </a:cubicBezTo>
                  <a:cubicBezTo>
                    <a:pt x="248790" y="243716"/>
                    <a:pt x="263519" y="249936"/>
                    <a:pt x="282561" y="249936"/>
                  </a:cubicBezTo>
                  <a:close/>
                  <a:moveTo>
                    <a:pt x="505445" y="357759"/>
                  </a:moveTo>
                  <a:cubicBezTo>
                    <a:pt x="476501" y="357759"/>
                    <a:pt x="451366" y="351158"/>
                    <a:pt x="430039" y="337947"/>
                  </a:cubicBezTo>
                  <a:lnTo>
                    <a:pt x="435371" y="312801"/>
                  </a:lnTo>
                  <a:cubicBezTo>
                    <a:pt x="447310" y="319659"/>
                    <a:pt x="458602" y="324612"/>
                    <a:pt x="469265" y="327660"/>
                  </a:cubicBezTo>
                  <a:cubicBezTo>
                    <a:pt x="479929" y="330708"/>
                    <a:pt x="491992" y="332232"/>
                    <a:pt x="505445" y="332232"/>
                  </a:cubicBezTo>
                  <a:cubicBezTo>
                    <a:pt x="523725" y="332232"/>
                    <a:pt x="537568" y="327279"/>
                    <a:pt x="546955" y="317373"/>
                  </a:cubicBezTo>
                  <a:cubicBezTo>
                    <a:pt x="556610" y="307724"/>
                    <a:pt x="561427" y="293246"/>
                    <a:pt x="561427" y="273939"/>
                  </a:cubicBezTo>
                  <a:lnTo>
                    <a:pt x="561427" y="222123"/>
                  </a:lnTo>
                  <a:lnTo>
                    <a:pt x="565617" y="217170"/>
                  </a:lnTo>
                  <a:cubicBezTo>
                    <a:pt x="562570" y="227333"/>
                    <a:pt x="557752" y="236220"/>
                    <a:pt x="551145" y="243840"/>
                  </a:cubicBezTo>
                  <a:cubicBezTo>
                    <a:pt x="544804" y="251203"/>
                    <a:pt x="536930" y="256918"/>
                    <a:pt x="527533" y="260985"/>
                  </a:cubicBezTo>
                  <a:cubicBezTo>
                    <a:pt x="518145" y="265052"/>
                    <a:pt x="507482" y="267081"/>
                    <a:pt x="495543" y="267081"/>
                  </a:cubicBezTo>
                  <a:cubicBezTo>
                    <a:pt x="478539" y="267081"/>
                    <a:pt x="463553" y="263147"/>
                    <a:pt x="450604" y="255270"/>
                  </a:cubicBezTo>
                  <a:cubicBezTo>
                    <a:pt x="437913" y="247145"/>
                    <a:pt x="427888" y="235963"/>
                    <a:pt x="420518" y="221742"/>
                  </a:cubicBezTo>
                  <a:cubicBezTo>
                    <a:pt x="413416" y="207521"/>
                    <a:pt x="409855" y="190881"/>
                    <a:pt x="409855" y="171831"/>
                  </a:cubicBezTo>
                  <a:cubicBezTo>
                    <a:pt x="409855" y="152781"/>
                    <a:pt x="413416" y="136141"/>
                    <a:pt x="420518" y="121920"/>
                  </a:cubicBezTo>
                  <a:cubicBezTo>
                    <a:pt x="427888" y="107699"/>
                    <a:pt x="437913" y="96650"/>
                    <a:pt x="450604" y="88773"/>
                  </a:cubicBezTo>
                  <a:cubicBezTo>
                    <a:pt x="463553" y="80648"/>
                    <a:pt x="478539" y="76581"/>
                    <a:pt x="495543" y="76581"/>
                  </a:cubicBezTo>
                  <a:cubicBezTo>
                    <a:pt x="513318" y="76581"/>
                    <a:pt x="528295" y="81029"/>
                    <a:pt x="540481" y="89916"/>
                  </a:cubicBezTo>
                  <a:cubicBezTo>
                    <a:pt x="552925" y="98555"/>
                    <a:pt x="561304" y="110747"/>
                    <a:pt x="565617" y="126492"/>
                  </a:cubicBezTo>
                  <a:lnTo>
                    <a:pt x="561047" y="122301"/>
                  </a:lnTo>
                  <a:lnTo>
                    <a:pt x="561047" y="81153"/>
                  </a:lnTo>
                  <a:lnTo>
                    <a:pt x="591894" y="81153"/>
                  </a:lnTo>
                  <a:lnTo>
                    <a:pt x="591894" y="271272"/>
                  </a:lnTo>
                  <a:cubicBezTo>
                    <a:pt x="591894" y="299971"/>
                    <a:pt x="584535" y="321564"/>
                    <a:pt x="569806" y="336042"/>
                  </a:cubicBezTo>
                  <a:cubicBezTo>
                    <a:pt x="555334" y="350520"/>
                    <a:pt x="533883" y="357759"/>
                    <a:pt x="505445" y="357759"/>
                  </a:cubicBezTo>
                  <a:close/>
                  <a:moveTo>
                    <a:pt x="501636" y="241173"/>
                  </a:moveTo>
                  <a:cubicBezTo>
                    <a:pt x="520173" y="241173"/>
                    <a:pt x="534645" y="235077"/>
                    <a:pt x="545051" y="222885"/>
                  </a:cubicBezTo>
                  <a:cubicBezTo>
                    <a:pt x="555715" y="210436"/>
                    <a:pt x="561047" y="193424"/>
                    <a:pt x="561047" y="171831"/>
                  </a:cubicBezTo>
                  <a:cubicBezTo>
                    <a:pt x="561047" y="150238"/>
                    <a:pt x="555715" y="133350"/>
                    <a:pt x="545051" y="121158"/>
                  </a:cubicBezTo>
                  <a:cubicBezTo>
                    <a:pt x="534645" y="108709"/>
                    <a:pt x="520173" y="102489"/>
                    <a:pt x="501636" y="102489"/>
                  </a:cubicBezTo>
                  <a:cubicBezTo>
                    <a:pt x="482851" y="102489"/>
                    <a:pt x="467999" y="108709"/>
                    <a:pt x="457079" y="121158"/>
                  </a:cubicBezTo>
                  <a:cubicBezTo>
                    <a:pt x="446415" y="133350"/>
                    <a:pt x="441083" y="150238"/>
                    <a:pt x="441083" y="171831"/>
                  </a:cubicBezTo>
                  <a:cubicBezTo>
                    <a:pt x="441083" y="193672"/>
                    <a:pt x="446415" y="210693"/>
                    <a:pt x="457079" y="222885"/>
                  </a:cubicBezTo>
                  <a:cubicBezTo>
                    <a:pt x="467999" y="235077"/>
                    <a:pt x="482851" y="241173"/>
                    <a:pt x="501636" y="241173"/>
                  </a:cubicBezTo>
                  <a:close/>
                  <a:moveTo>
                    <a:pt x="651124" y="272796"/>
                  </a:moveTo>
                  <a:lnTo>
                    <a:pt x="651124" y="81153"/>
                  </a:lnTo>
                  <a:lnTo>
                    <a:pt x="681971" y="81153"/>
                  </a:lnTo>
                  <a:lnTo>
                    <a:pt x="681971" y="272796"/>
                  </a:lnTo>
                  <a:lnTo>
                    <a:pt x="651124" y="272796"/>
                  </a:lnTo>
                  <a:close/>
                  <a:moveTo>
                    <a:pt x="648077" y="0"/>
                  </a:moveTo>
                  <a:lnTo>
                    <a:pt x="685780" y="0"/>
                  </a:lnTo>
                  <a:lnTo>
                    <a:pt x="685780" y="35052"/>
                  </a:lnTo>
                  <a:lnTo>
                    <a:pt x="648077" y="35052"/>
                  </a:lnTo>
                  <a:lnTo>
                    <a:pt x="648077" y="0"/>
                  </a:lnTo>
                  <a:close/>
                  <a:moveTo>
                    <a:pt x="806609" y="275463"/>
                  </a:moveTo>
                  <a:cubicBezTo>
                    <a:pt x="774371" y="275463"/>
                    <a:pt x="748856" y="267205"/>
                    <a:pt x="730061" y="250698"/>
                  </a:cubicBezTo>
                  <a:lnTo>
                    <a:pt x="740344" y="227838"/>
                  </a:lnTo>
                  <a:cubicBezTo>
                    <a:pt x="750502" y="235715"/>
                    <a:pt x="760909" y="241554"/>
                    <a:pt x="771572" y="245364"/>
                  </a:cubicBezTo>
                  <a:cubicBezTo>
                    <a:pt x="782493" y="248917"/>
                    <a:pt x="794556" y="250698"/>
                    <a:pt x="807751" y="250698"/>
                  </a:cubicBezTo>
                  <a:cubicBezTo>
                    <a:pt x="822223" y="250698"/>
                    <a:pt x="833144" y="248288"/>
                    <a:pt x="840503" y="243459"/>
                  </a:cubicBezTo>
                  <a:cubicBezTo>
                    <a:pt x="848120" y="238382"/>
                    <a:pt x="851929" y="231143"/>
                    <a:pt x="851929" y="221742"/>
                  </a:cubicBezTo>
                  <a:cubicBezTo>
                    <a:pt x="851929" y="214122"/>
                    <a:pt x="849396" y="208150"/>
                    <a:pt x="844312" y="203835"/>
                  </a:cubicBezTo>
                  <a:cubicBezTo>
                    <a:pt x="839237" y="199263"/>
                    <a:pt x="830859" y="195577"/>
                    <a:pt x="819177" y="192786"/>
                  </a:cubicBezTo>
                  <a:lnTo>
                    <a:pt x="786806" y="185166"/>
                  </a:lnTo>
                  <a:cubicBezTo>
                    <a:pt x="770811" y="181613"/>
                    <a:pt x="758376" y="175260"/>
                    <a:pt x="749484" y="166116"/>
                  </a:cubicBezTo>
                  <a:cubicBezTo>
                    <a:pt x="740858" y="156972"/>
                    <a:pt x="736535" y="146047"/>
                    <a:pt x="736535" y="133350"/>
                  </a:cubicBezTo>
                  <a:cubicBezTo>
                    <a:pt x="736535" y="122177"/>
                    <a:pt x="739582" y="112395"/>
                    <a:pt x="745675" y="104013"/>
                  </a:cubicBezTo>
                  <a:cubicBezTo>
                    <a:pt x="751769" y="95374"/>
                    <a:pt x="760280" y="88649"/>
                    <a:pt x="771191" y="83820"/>
                  </a:cubicBezTo>
                  <a:cubicBezTo>
                    <a:pt x="782112" y="78991"/>
                    <a:pt x="795060" y="76581"/>
                    <a:pt x="810037" y="76581"/>
                  </a:cubicBezTo>
                  <a:cubicBezTo>
                    <a:pt x="823499" y="76581"/>
                    <a:pt x="836190" y="78743"/>
                    <a:pt x="848120" y="83058"/>
                  </a:cubicBezTo>
                  <a:cubicBezTo>
                    <a:pt x="860059" y="87373"/>
                    <a:pt x="870085" y="93602"/>
                    <a:pt x="878206" y="101727"/>
                  </a:cubicBezTo>
                  <a:lnTo>
                    <a:pt x="867924" y="124206"/>
                  </a:lnTo>
                  <a:cubicBezTo>
                    <a:pt x="858784" y="116586"/>
                    <a:pt x="849396" y="110995"/>
                    <a:pt x="839742" y="107442"/>
                  </a:cubicBezTo>
                  <a:cubicBezTo>
                    <a:pt x="830354" y="103632"/>
                    <a:pt x="820452" y="101727"/>
                    <a:pt x="810037" y="101727"/>
                  </a:cubicBezTo>
                  <a:cubicBezTo>
                    <a:pt x="796327" y="101727"/>
                    <a:pt x="785663" y="104394"/>
                    <a:pt x="778046" y="109728"/>
                  </a:cubicBezTo>
                  <a:cubicBezTo>
                    <a:pt x="770687" y="115062"/>
                    <a:pt x="767002" y="122301"/>
                    <a:pt x="767002" y="131445"/>
                  </a:cubicBezTo>
                  <a:cubicBezTo>
                    <a:pt x="767002" y="139322"/>
                    <a:pt x="769287" y="145542"/>
                    <a:pt x="773857" y="150114"/>
                  </a:cubicBezTo>
                  <a:cubicBezTo>
                    <a:pt x="778684" y="154686"/>
                    <a:pt x="786301" y="158239"/>
                    <a:pt x="796708" y="160782"/>
                  </a:cubicBezTo>
                  <a:lnTo>
                    <a:pt x="829078" y="168783"/>
                  </a:lnTo>
                  <a:cubicBezTo>
                    <a:pt x="847111" y="172593"/>
                    <a:pt x="860307" y="178946"/>
                    <a:pt x="868685" y="187833"/>
                  </a:cubicBezTo>
                  <a:cubicBezTo>
                    <a:pt x="877321" y="196472"/>
                    <a:pt x="881634" y="207521"/>
                    <a:pt x="881634" y="220980"/>
                  </a:cubicBezTo>
                  <a:cubicBezTo>
                    <a:pt x="881634" y="237487"/>
                    <a:pt x="874912" y="250698"/>
                    <a:pt x="861449" y="260604"/>
                  </a:cubicBezTo>
                  <a:cubicBezTo>
                    <a:pt x="847996" y="270510"/>
                    <a:pt x="829716" y="275463"/>
                    <a:pt x="806609" y="275463"/>
                  </a:cubicBezTo>
                  <a:close/>
                  <a:moveTo>
                    <a:pt x="901904" y="105537"/>
                  </a:moveTo>
                  <a:lnTo>
                    <a:pt x="901904" y="81153"/>
                  </a:lnTo>
                  <a:lnTo>
                    <a:pt x="1024913" y="81153"/>
                  </a:lnTo>
                  <a:lnTo>
                    <a:pt x="1024913" y="105537"/>
                  </a:lnTo>
                  <a:lnTo>
                    <a:pt x="901904" y="105537"/>
                  </a:lnTo>
                  <a:close/>
                  <a:moveTo>
                    <a:pt x="1024152" y="245364"/>
                  </a:moveTo>
                  <a:lnTo>
                    <a:pt x="1024152" y="271653"/>
                  </a:lnTo>
                  <a:cubicBezTo>
                    <a:pt x="1019829" y="272920"/>
                    <a:pt x="1015516" y="273815"/>
                    <a:pt x="1011203" y="274320"/>
                  </a:cubicBezTo>
                  <a:cubicBezTo>
                    <a:pt x="1007138" y="275082"/>
                    <a:pt x="1002568" y="275463"/>
                    <a:pt x="997493" y="275463"/>
                  </a:cubicBezTo>
                  <a:cubicBezTo>
                    <a:pt x="979718" y="275463"/>
                    <a:pt x="965503" y="270386"/>
                    <a:pt x="954840" y="260223"/>
                  </a:cubicBezTo>
                  <a:cubicBezTo>
                    <a:pt x="944424" y="250060"/>
                    <a:pt x="939226" y="234820"/>
                    <a:pt x="939226" y="214503"/>
                  </a:cubicBezTo>
                  <a:lnTo>
                    <a:pt x="939226" y="32004"/>
                  </a:lnTo>
                  <a:lnTo>
                    <a:pt x="970073" y="20955"/>
                  </a:lnTo>
                  <a:lnTo>
                    <a:pt x="970073" y="210312"/>
                  </a:lnTo>
                  <a:cubicBezTo>
                    <a:pt x="970073" y="220475"/>
                    <a:pt x="971463" y="228343"/>
                    <a:pt x="974262" y="233934"/>
                  </a:cubicBezTo>
                  <a:cubicBezTo>
                    <a:pt x="977309" y="239525"/>
                    <a:pt x="981365" y="243459"/>
                    <a:pt x="986449" y="245745"/>
                  </a:cubicBezTo>
                  <a:cubicBezTo>
                    <a:pt x="991524" y="247774"/>
                    <a:pt x="997236" y="248793"/>
                    <a:pt x="1003587" y="248793"/>
                  </a:cubicBezTo>
                  <a:cubicBezTo>
                    <a:pt x="1007395" y="248793"/>
                    <a:pt x="1010822" y="248536"/>
                    <a:pt x="1013869" y="248031"/>
                  </a:cubicBezTo>
                  <a:cubicBezTo>
                    <a:pt x="1016916" y="247526"/>
                    <a:pt x="1020343" y="246631"/>
                    <a:pt x="1024152" y="245364"/>
                  </a:cubicBezTo>
                  <a:close/>
                  <a:moveTo>
                    <a:pt x="1062083" y="272796"/>
                  </a:moveTo>
                  <a:lnTo>
                    <a:pt x="1062083" y="81153"/>
                  </a:lnTo>
                  <a:lnTo>
                    <a:pt x="1092931" y="81153"/>
                  </a:lnTo>
                  <a:lnTo>
                    <a:pt x="1092931" y="272796"/>
                  </a:lnTo>
                  <a:lnTo>
                    <a:pt x="1062083" y="272796"/>
                  </a:lnTo>
                  <a:close/>
                  <a:moveTo>
                    <a:pt x="1059036" y="0"/>
                  </a:moveTo>
                  <a:lnTo>
                    <a:pt x="1096739" y="0"/>
                  </a:lnTo>
                  <a:lnTo>
                    <a:pt x="1096739" y="35052"/>
                  </a:lnTo>
                  <a:lnTo>
                    <a:pt x="1059036" y="35052"/>
                  </a:lnTo>
                  <a:lnTo>
                    <a:pt x="1059036" y="0"/>
                  </a:lnTo>
                  <a:close/>
                  <a:moveTo>
                    <a:pt x="1233183" y="275463"/>
                  </a:moveTo>
                  <a:cubicBezTo>
                    <a:pt x="1214398" y="275463"/>
                    <a:pt x="1198146" y="271396"/>
                    <a:pt x="1184436" y="263271"/>
                  </a:cubicBezTo>
                  <a:cubicBezTo>
                    <a:pt x="1170726" y="255146"/>
                    <a:pt x="1160062" y="243716"/>
                    <a:pt x="1152446" y="228981"/>
                  </a:cubicBezTo>
                  <a:cubicBezTo>
                    <a:pt x="1145086" y="214246"/>
                    <a:pt x="1141401" y="196853"/>
                    <a:pt x="1141401" y="176784"/>
                  </a:cubicBezTo>
                  <a:cubicBezTo>
                    <a:pt x="1141401" y="156972"/>
                    <a:pt x="1145210" y="139570"/>
                    <a:pt x="1152827" y="124587"/>
                  </a:cubicBezTo>
                  <a:cubicBezTo>
                    <a:pt x="1160443" y="109347"/>
                    <a:pt x="1171240" y="97536"/>
                    <a:pt x="1185197" y="89154"/>
                  </a:cubicBezTo>
                  <a:cubicBezTo>
                    <a:pt x="1199165" y="80772"/>
                    <a:pt x="1215664" y="76581"/>
                    <a:pt x="1234706" y="76581"/>
                  </a:cubicBezTo>
                  <a:cubicBezTo>
                    <a:pt x="1247654" y="76581"/>
                    <a:pt x="1260098" y="78867"/>
                    <a:pt x="1272028" y="83439"/>
                  </a:cubicBezTo>
                  <a:cubicBezTo>
                    <a:pt x="1284215" y="87754"/>
                    <a:pt x="1294250" y="93850"/>
                    <a:pt x="1302114" y="101727"/>
                  </a:cubicBezTo>
                  <a:lnTo>
                    <a:pt x="1291831" y="124587"/>
                  </a:lnTo>
                  <a:cubicBezTo>
                    <a:pt x="1282444" y="117224"/>
                    <a:pt x="1273170" y="111757"/>
                    <a:pt x="1264030" y="108204"/>
                  </a:cubicBezTo>
                  <a:cubicBezTo>
                    <a:pt x="1255148" y="104394"/>
                    <a:pt x="1245884" y="102489"/>
                    <a:pt x="1236230" y="102489"/>
                  </a:cubicBezTo>
                  <a:cubicBezTo>
                    <a:pt x="1216940" y="102489"/>
                    <a:pt x="1201573" y="108966"/>
                    <a:pt x="1190148" y="121920"/>
                  </a:cubicBezTo>
                  <a:cubicBezTo>
                    <a:pt x="1178980" y="134874"/>
                    <a:pt x="1173392" y="153162"/>
                    <a:pt x="1173392" y="176784"/>
                  </a:cubicBezTo>
                  <a:cubicBezTo>
                    <a:pt x="1173392" y="200149"/>
                    <a:pt x="1178980" y="218189"/>
                    <a:pt x="1190148" y="230886"/>
                  </a:cubicBezTo>
                  <a:cubicBezTo>
                    <a:pt x="1201326" y="243583"/>
                    <a:pt x="1216683" y="249936"/>
                    <a:pt x="1236230" y="249936"/>
                  </a:cubicBezTo>
                  <a:cubicBezTo>
                    <a:pt x="1245627" y="249936"/>
                    <a:pt x="1254890" y="248155"/>
                    <a:pt x="1264030" y="244602"/>
                  </a:cubicBezTo>
                  <a:cubicBezTo>
                    <a:pt x="1273170" y="240792"/>
                    <a:pt x="1282444" y="235201"/>
                    <a:pt x="1291831" y="227838"/>
                  </a:cubicBezTo>
                  <a:lnTo>
                    <a:pt x="1302114" y="250698"/>
                  </a:lnTo>
                  <a:cubicBezTo>
                    <a:pt x="1293993" y="258318"/>
                    <a:pt x="1283710" y="264414"/>
                    <a:pt x="1271266" y="268986"/>
                  </a:cubicBezTo>
                  <a:cubicBezTo>
                    <a:pt x="1259080" y="273301"/>
                    <a:pt x="1246388" y="275463"/>
                    <a:pt x="1233183" y="275463"/>
                  </a:cubicBezTo>
                  <a:close/>
                  <a:moveTo>
                    <a:pt x="1406130" y="275463"/>
                  </a:moveTo>
                  <a:cubicBezTo>
                    <a:pt x="1373882" y="275463"/>
                    <a:pt x="1348366" y="267205"/>
                    <a:pt x="1329582" y="250698"/>
                  </a:cubicBezTo>
                  <a:lnTo>
                    <a:pt x="1339864" y="227838"/>
                  </a:lnTo>
                  <a:cubicBezTo>
                    <a:pt x="1350023" y="235715"/>
                    <a:pt x="1360429" y="241554"/>
                    <a:pt x="1371093" y="245364"/>
                  </a:cubicBezTo>
                  <a:cubicBezTo>
                    <a:pt x="1382013" y="248917"/>
                    <a:pt x="1394066" y="250698"/>
                    <a:pt x="1407272" y="250698"/>
                  </a:cubicBezTo>
                  <a:cubicBezTo>
                    <a:pt x="1421744" y="250698"/>
                    <a:pt x="1432664" y="248288"/>
                    <a:pt x="1440024" y="243459"/>
                  </a:cubicBezTo>
                  <a:cubicBezTo>
                    <a:pt x="1447641" y="238382"/>
                    <a:pt x="1451449" y="231143"/>
                    <a:pt x="1451449" y="221742"/>
                  </a:cubicBezTo>
                  <a:cubicBezTo>
                    <a:pt x="1451449" y="214122"/>
                    <a:pt x="1448907" y="208150"/>
                    <a:pt x="1443832" y="203835"/>
                  </a:cubicBezTo>
                  <a:cubicBezTo>
                    <a:pt x="1438757" y="199263"/>
                    <a:pt x="1430379" y="195577"/>
                    <a:pt x="1418697" y="192786"/>
                  </a:cubicBezTo>
                  <a:lnTo>
                    <a:pt x="1386326" y="185166"/>
                  </a:lnTo>
                  <a:cubicBezTo>
                    <a:pt x="1370331" y="181613"/>
                    <a:pt x="1357887" y="175260"/>
                    <a:pt x="1349004" y="166116"/>
                  </a:cubicBezTo>
                  <a:cubicBezTo>
                    <a:pt x="1340369" y="156972"/>
                    <a:pt x="1336056" y="146047"/>
                    <a:pt x="1336056" y="133350"/>
                  </a:cubicBezTo>
                  <a:cubicBezTo>
                    <a:pt x="1336056" y="122177"/>
                    <a:pt x="1339103" y="112395"/>
                    <a:pt x="1345196" y="104013"/>
                  </a:cubicBezTo>
                  <a:cubicBezTo>
                    <a:pt x="1351289" y="95374"/>
                    <a:pt x="1359792" y="88649"/>
                    <a:pt x="1370712" y="83820"/>
                  </a:cubicBezTo>
                  <a:cubicBezTo>
                    <a:pt x="1381632" y="78991"/>
                    <a:pt x="1394581" y="76581"/>
                    <a:pt x="1409557" y="76581"/>
                  </a:cubicBezTo>
                  <a:cubicBezTo>
                    <a:pt x="1423010" y="76581"/>
                    <a:pt x="1435711" y="78743"/>
                    <a:pt x="1447641" y="83058"/>
                  </a:cubicBezTo>
                  <a:cubicBezTo>
                    <a:pt x="1459570" y="87373"/>
                    <a:pt x="1469605" y="93602"/>
                    <a:pt x="1477727" y="101727"/>
                  </a:cubicBezTo>
                  <a:lnTo>
                    <a:pt x="1467444" y="124206"/>
                  </a:lnTo>
                  <a:cubicBezTo>
                    <a:pt x="1458304" y="116586"/>
                    <a:pt x="1448907" y="110995"/>
                    <a:pt x="1439262" y="107442"/>
                  </a:cubicBezTo>
                  <a:cubicBezTo>
                    <a:pt x="1429865" y="103632"/>
                    <a:pt x="1419963" y="101727"/>
                    <a:pt x="1409557" y="101727"/>
                  </a:cubicBezTo>
                  <a:cubicBezTo>
                    <a:pt x="1395847" y="101727"/>
                    <a:pt x="1385184" y="104394"/>
                    <a:pt x="1377567" y="109728"/>
                  </a:cubicBezTo>
                  <a:cubicBezTo>
                    <a:pt x="1370207" y="115062"/>
                    <a:pt x="1366523" y="122301"/>
                    <a:pt x="1366523" y="131445"/>
                  </a:cubicBezTo>
                  <a:cubicBezTo>
                    <a:pt x="1366523" y="139322"/>
                    <a:pt x="1368808" y="145542"/>
                    <a:pt x="1373378" y="150114"/>
                  </a:cubicBezTo>
                  <a:cubicBezTo>
                    <a:pt x="1378205" y="154686"/>
                    <a:pt x="1385821" y="158239"/>
                    <a:pt x="1396228" y="160782"/>
                  </a:cubicBezTo>
                  <a:lnTo>
                    <a:pt x="1428599" y="168783"/>
                  </a:lnTo>
                  <a:cubicBezTo>
                    <a:pt x="1446622" y="172593"/>
                    <a:pt x="1459827" y="178946"/>
                    <a:pt x="1468206" y="187833"/>
                  </a:cubicBezTo>
                  <a:cubicBezTo>
                    <a:pt x="1476841" y="196472"/>
                    <a:pt x="1481154" y="207521"/>
                    <a:pt x="1481154" y="220980"/>
                  </a:cubicBezTo>
                  <a:cubicBezTo>
                    <a:pt x="1481154" y="237487"/>
                    <a:pt x="1474423" y="250698"/>
                    <a:pt x="1460970" y="260604"/>
                  </a:cubicBezTo>
                  <a:cubicBezTo>
                    <a:pt x="1447517" y="270510"/>
                    <a:pt x="1429237" y="275463"/>
                    <a:pt x="1406130" y="2754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g12709bdffa8_0_3384"/>
            <p:cNvSpPr/>
            <p:nvPr/>
          </p:nvSpPr>
          <p:spPr>
            <a:xfrm>
              <a:off x="5142141" y="6021492"/>
              <a:ext cx="1459056" cy="284607"/>
            </a:xfrm>
            <a:custGeom>
              <a:rect b="b" l="l" r="r" t="t"/>
              <a:pathLst>
                <a:path extrusionOk="0" h="284607" w="1459056">
                  <a:moveTo>
                    <a:pt x="0" y="281940"/>
                  </a:moveTo>
                  <a:lnTo>
                    <a:pt x="0" y="10668"/>
                  </a:lnTo>
                  <a:lnTo>
                    <a:pt x="108157" y="10668"/>
                  </a:lnTo>
                  <a:cubicBezTo>
                    <a:pt x="136082" y="10668"/>
                    <a:pt x="157790" y="17402"/>
                    <a:pt x="173280" y="30861"/>
                  </a:cubicBezTo>
                  <a:cubicBezTo>
                    <a:pt x="189018" y="44320"/>
                    <a:pt x="196892" y="62865"/>
                    <a:pt x="196892" y="86487"/>
                  </a:cubicBezTo>
                  <a:cubicBezTo>
                    <a:pt x="196892" y="109852"/>
                    <a:pt x="189018" y="128397"/>
                    <a:pt x="173280" y="142113"/>
                  </a:cubicBezTo>
                  <a:cubicBezTo>
                    <a:pt x="157542" y="155829"/>
                    <a:pt x="135834" y="162687"/>
                    <a:pt x="108157" y="162687"/>
                  </a:cubicBezTo>
                  <a:lnTo>
                    <a:pt x="31228" y="162687"/>
                  </a:lnTo>
                  <a:lnTo>
                    <a:pt x="31228" y="281940"/>
                  </a:lnTo>
                  <a:lnTo>
                    <a:pt x="0" y="281940"/>
                  </a:lnTo>
                  <a:close/>
                  <a:moveTo>
                    <a:pt x="31228" y="136779"/>
                  </a:moveTo>
                  <a:lnTo>
                    <a:pt x="105491" y="136779"/>
                  </a:lnTo>
                  <a:cubicBezTo>
                    <a:pt x="125552" y="136779"/>
                    <a:pt x="140652" y="132464"/>
                    <a:pt x="150811" y="123825"/>
                  </a:cubicBezTo>
                  <a:cubicBezTo>
                    <a:pt x="160970" y="114938"/>
                    <a:pt x="166045" y="102489"/>
                    <a:pt x="166045" y="86487"/>
                  </a:cubicBezTo>
                  <a:cubicBezTo>
                    <a:pt x="166045" y="70485"/>
                    <a:pt x="160970" y="58169"/>
                    <a:pt x="150811" y="49530"/>
                  </a:cubicBezTo>
                  <a:cubicBezTo>
                    <a:pt x="140652" y="40891"/>
                    <a:pt x="125552" y="36576"/>
                    <a:pt x="105491" y="36576"/>
                  </a:cubicBezTo>
                  <a:lnTo>
                    <a:pt x="31228" y="36576"/>
                  </a:lnTo>
                  <a:lnTo>
                    <a:pt x="31228" y="136779"/>
                  </a:lnTo>
                  <a:close/>
                  <a:moveTo>
                    <a:pt x="244258" y="281940"/>
                  </a:moveTo>
                  <a:lnTo>
                    <a:pt x="244258" y="1524"/>
                  </a:lnTo>
                  <a:lnTo>
                    <a:pt x="275106" y="1524"/>
                  </a:lnTo>
                  <a:lnTo>
                    <a:pt x="275106" y="281940"/>
                  </a:lnTo>
                  <a:lnTo>
                    <a:pt x="244258" y="281940"/>
                  </a:lnTo>
                  <a:close/>
                  <a:moveTo>
                    <a:pt x="408503" y="284607"/>
                  </a:moveTo>
                  <a:cubicBezTo>
                    <a:pt x="391489" y="284607"/>
                    <a:pt x="376513" y="280673"/>
                    <a:pt x="363564" y="272796"/>
                  </a:cubicBezTo>
                  <a:cubicBezTo>
                    <a:pt x="350873" y="264671"/>
                    <a:pt x="340972" y="253241"/>
                    <a:pt x="333859" y="238506"/>
                  </a:cubicBezTo>
                  <a:cubicBezTo>
                    <a:pt x="327005" y="223523"/>
                    <a:pt x="323577" y="205997"/>
                    <a:pt x="323577" y="185928"/>
                  </a:cubicBezTo>
                  <a:cubicBezTo>
                    <a:pt x="323577" y="165859"/>
                    <a:pt x="327128" y="148333"/>
                    <a:pt x="334240" y="133350"/>
                  </a:cubicBezTo>
                  <a:cubicBezTo>
                    <a:pt x="341352" y="118367"/>
                    <a:pt x="351254" y="106680"/>
                    <a:pt x="363945" y="98298"/>
                  </a:cubicBezTo>
                  <a:cubicBezTo>
                    <a:pt x="376894" y="89916"/>
                    <a:pt x="391746" y="85725"/>
                    <a:pt x="408503" y="85725"/>
                  </a:cubicBezTo>
                  <a:cubicBezTo>
                    <a:pt x="426021" y="85725"/>
                    <a:pt x="440874" y="90040"/>
                    <a:pt x="453061" y="98679"/>
                  </a:cubicBezTo>
                  <a:cubicBezTo>
                    <a:pt x="465247" y="107318"/>
                    <a:pt x="473502" y="119634"/>
                    <a:pt x="477815" y="135636"/>
                  </a:cubicBezTo>
                  <a:lnTo>
                    <a:pt x="473245" y="138684"/>
                  </a:lnTo>
                  <a:lnTo>
                    <a:pt x="473245" y="90297"/>
                  </a:lnTo>
                  <a:lnTo>
                    <a:pt x="503712" y="90297"/>
                  </a:lnTo>
                  <a:lnTo>
                    <a:pt x="503712" y="281940"/>
                  </a:lnTo>
                  <a:lnTo>
                    <a:pt x="473245" y="281940"/>
                  </a:lnTo>
                  <a:lnTo>
                    <a:pt x="473245" y="232410"/>
                  </a:lnTo>
                  <a:lnTo>
                    <a:pt x="477815" y="234696"/>
                  </a:lnTo>
                  <a:cubicBezTo>
                    <a:pt x="473502" y="250698"/>
                    <a:pt x="465247" y="263014"/>
                    <a:pt x="453061" y="271653"/>
                  </a:cubicBezTo>
                  <a:cubicBezTo>
                    <a:pt x="440874" y="280292"/>
                    <a:pt x="426021" y="284607"/>
                    <a:pt x="408503" y="284607"/>
                  </a:cubicBezTo>
                  <a:close/>
                  <a:moveTo>
                    <a:pt x="414596" y="259080"/>
                  </a:moveTo>
                  <a:cubicBezTo>
                    <a:pt x="433381" y="259080"/>
                    <a:pt x="447853" y="252727"/>
                    <a:pt x="458011" y="240030"/>
                  </a:cubicBezTo>
                  <a:cubicBezTo>
                    <a:pt x="468170" y="227076"/>
                    <a:pt x="473245" y="208788"/>
                    <a:pt x="473245" y="185166"/>
                  </a:cubicBezTo>
                  <a:cubicBezTo>
                    <a:pt x="473245" y="161544"/>
                    <a:pt x="468037" y="143380"/>
                    <a:pt x="457631" y="130683"/>
                  </a:cubicBezTo>
                  <a:cubicBezTo>
                    <a:pt x="447472" y="117986"/>
                    <a:pt x="433134" y="111633"/>
                    <a:pt x="414596" y="111633"/>
                  </a:cubicBezTo>
                  <a:cubicBezTo>
                    <a:pt x="395812" y="111633"/>
                    <a:pt x="381083" y="118234"/>
                    <a:pt x="370420" y="131445"/>
                  </a:cubicBezTo>
                  <a:cubicBezTo>
                    <a:pt x="360013" y="144399"/>
                    <a:pt x="354805" y="162563"/>
                    <a:pt x="354805" y="185928"/>
                  </a:cubicBezTo>
                  <a:cubicBezTo>
                    <a:pt x="354805" y="209293"/>
                    <a:pt x="360013" y="227333"/>
                    <a:pt x="370420" y="240030"/>
                  </a:cubicBezTo>
                  <a:cubicBezTo>
                    <a:pt x="381083" y="252727"/>
                    <a:pt x="395812" y="259080"/>
                    <a:pt x="414596" y="259080"/>
                  </a:cubicBezTo>
                  <a:close/>
                  <a:moveTo>
                    <a:pt x="536311" y="114681"/>
                  </a:moveTo>
                  <a:lnTo>
                    <a:pt x="536311" y="90297"/>
                  </a:lnTo>
                  <a:lnTo>
                    <a:pt x="659321" y="90297"/>
                  </a:lnTo>
                  <a:lnTo>
                    <a:pt x="659321" y="114681"/>
                  </a:lnTo>
                  <a:lnTo>
                    <a:pt x="536311" y="114681"/>
                  </a:lnTo>
                  <a:close/>
                  <a:moveTo>
                    <a:pt x="658560" y="254508"/>
                  </a:moveTo>
                  <a:lnTo>
                    <a:pt x="658560" y="280797"/>
                  </a:lnTo>
                  <a:cubicBezTo>
                    <a:pt x="654247" y="282064"/>
                    <a:pt x="649934" y="282959"/>
                    <a:pt x="645611" y="283464"/>
                  </a:cubicBezTo>
                  <a:cubicBezTo>
                    <a:pt x="641555" y="284226"/>
                    <a:pt x="636985" y="284607"/>
                    <a:pt x="631901" y="284607"/>
                  </a:cubicBezTo>
                  <a:cubicBezTo>
                    <a:pt x="614135" y="284607"/>
                    <a:pt x="599911" y="279530"/>
                    <a:pt x="589247" y="269367"/>
                  </a:cubicBezTo>
                  <a:cubicBezTo>
                    <a:pt x="578841" y="259204"/>
                    <a:pt x="573633" y="243964"/>
                    <a:pt x="573633" y="223647"/>
                  </a:cubicBezTo>
                  <a:lnTo>
                    <a:pt x="573633" y="41148"/>
                  </a:lnTo>
                  <a:lnTo>
                    <a:pt x="604481" y="30099"/>
                  </a:lnTo>
                  <a:lnTo>
                    <a:pt x="604481" y="219456"/>
                  </a:lnTo>
                  <a:cubicBezTo>
                    <a:pt x="604481" y="229619"/>
                    <a:pt x="605880" y="237487"/>
                    <a:pt x="608670" y="243078"/>
                  </a:cubicBezTo>
                  <a:cubicBezTo>
                    <a:pt x="611717" y="248669"/>
                    <a:pt x="615782" y="252603"/>
                    <a:pt x="620857" y="254889"/>
                  </a:cubicBezTo>
                  <a:cubicBezTo>
                    <a:pt x="625941" y="256918"/>
                    <a:pt x="631654" y="257937"/>
                    <a:pt x="637995" y="257937"/>
                  </a:cubicBezTo>
                  <a:cubicBezTo>
                    <a:pt x="641803" y="257937"/>
                    <a:pt x="645230" y="257680"/>
                    <a:pt x="648277" y="257175"/>
                  </a:cubicBezTo>
                  <a:cubicBezTo>
                    <a:pt x="651324" y="256670"/>
                    <a:pt x="654751" y="255775"/>
                    <a:pt x="658560" y="254508"/>
                  </a:cubicBezTo>
                  <a:close/>
                  <a:moveTo>
                    <a:pt x="673545" y="114681"/>
                  </a:moveTo>
                  <a:lnTo>
                    <a:pt x="673545" y="90297"/>
                  </a:lnTo>
                  <a:lnTo>
                    <a:pt x="788558" y="90297"/>
                  </a:lnTo>
                  <a:lnTo>
                    <a:pt x="788558" y="114681"/>
                  </a:lnTo>
                  <a:lnTo>
                    <a:pt x="673545" y="114681"/>
                  </a:lnTo>
                  <a:close/>
                  <a:moveTo>
                    <a:pt x="793889" y="29718"/>
                  </a:moveTo>
                  <a:cubicBezTo>
                    <a:pt x="786787" y="27689"/>
                    <a:pt x="780179" y="26670"/>
                    <a:pt x="774086" y="26670"/>
                  </a:cubicBezTo>
                  <a:cubicBezTo>
                    <a:pt x="767993" y="26670"/>
                    <a:pt x="762414" y="27813"/>
                    <a:pt x="757329" y="30099"/>
                  </a:cubicBezTo>
                  <a:cubicBezTo>
                    <a:pt x="752511" y="32128"/>
                    <a:pt x="748703" y="35938"/>
                    <a:pt x="745904" y="41529"/>
                  </a:cubicBezTo>
                  <a:cubicBezTo>
                    <a:pt x="743114" y="47120"/>
                    <a:pt x="741715" y="54864"/>
                    <a:pt x="741715" y="64770"/>
                  </a:cubicBezTo>
                  <a:lnTo>
                    <a:pt x="741715" y="281940"/>
                  </a:lnTo>
                  <a:lnTo>
                    <a:pt x="710867" y="281940"/>
                  </a:lnTo>
                  <a:lnTo>
                    <a:pt x="710867" y="60960"/>
                  </a:lnTo>
                  <a:cubicBezTo>
                    <a:pt x="710867" y="40386"/>
                    <a:pt x="715952" y="25146"/>
                    <a:pt x="726101" y="15240"/>
                  </a:cubicBezTo>
                  <a:cubicBezTo>
                    <a:pt x="736260" y="5077"/>
                    <a:pt x="750227" y="0"/>
                    <a:pt x="767993" y="0"/>
                  </a:cubicBezTo>
                  <a:cubicBezTo>
                    <a:pt x="772315" y="0"/>
                    <a:pt x="776628" y="257"/>
                    <a:pt x="780941" y="762"/>
                  </a:cubicBezTo>
                  <a:cubicBezTo>
                    <a:pt x="785263" y="1267"/>
                    <a:pt x="789576" y="2162"/>
                    <a:pt x="793889" y="3429"/>
                  </a:cubicBezTo>
                  <a:lnTo>
                    <a:pt x="793889" y="29718"/>
                  </a:lnTo>
                  <a:close/>
                  <a:moveTo>
                    <a:pt x="906255" y="284607"/>
                  </a:moveTo>
                  <a:cubicBezTo>
                    <a:pt x="887975" y="284607"/>
                    <a:pt x="871980" y="280540"/>
                    <a:pt x="858270" y="272415"/>
                  </a:cubicBezTo>
                  <a:cubicBezTo>
                    <a:pt x="844807" y="264290"/>
                    <a:pt x="834277" y="252860"/>
                    <a:pt x="826660" y="238125"/>
                  </a:cubicBezTo>
                  <a:cubicBezTo>
                    <a:pt x="819291" y="223142"/>
                    <a:pt x="815616" y="205483"/>
                    <a:pt x="815616" y="185166"/>
                  </a:cubicBezTo>
                  <a:cubicBezTo>
                    <a:pt x="815616" y="165097"/>
                    <a:pt x="819291" y="147571"/>
                    <a:pt x="826660" y="132588"/>
                  </a:cubicBezTo>
                  <a:cubicBezTo>
                    <a:pt x="834277" y="117605"/>
                    <a:pt x="844807" y="106042"/>
                    <a:pt x="858270" y="97917"/>
                  </a:cubicBezTo>
                  <a:cubicBezTo>
                    <a:pt x="871980" y="89792"/>
                    <a:pt x="887975" y="85725"/>
                    <a:pt x="906255" y="85725"/>
                  </a:cubicBezTo>
                  <a:cubicBezTo>
                    <a:pt x="924535" y="85725"/>
                    <a:pt x="940397" y="89792"/>
                    <a:pt x="953859" y="97917"/>
                  </a:cubicBezTo>
                  <a:cubicBezTo>
                    <a:pt x="967569" y="106042"/>
                    <a:pt x="978100" y="117605"/>
                    <a:pt x="985469" y="132588"/>
                  </a:cubicBezTo>
                  <a:cubicBezTo>
                    <a:pt x="993085" y="147571"/>
                    <a:pt x="996894" y="165097"/>
                    <a:pt x="996894" y="185166"/>
                  </a:cubicBezTo>
                  <a:cubicBezTo>
                    <a:pt x="996894" y="205483"/>
                    <a:pt x="993085" y="223142"/>
                    <a:pt x="985469" y="238125"/>
                  </a:cubicBezTo>
                  <a:cubicBezTo>
                    <a:pt x="978100" y="252860"/>
                    <a:pt x="967569" y="264290"/>
                    <a:pt x="953859" y="272415"/>
                  </a:cubicBezTo>
                  <a:cubicBezTo>
                    <a:pt x="940397" y="280540"/>
                    <a:pt x="924535" y="284607"/>
                    <a:pt x="906255" y="284607"/>
                  </a:cubicBezTo>
                  <a:close/>
                  <a:moveTo>
                    <a:pt x="906255" y="259080"/>
                  </a:moveTo>
                  <a:cubicBezTo>
                    <a:pt x="925040" y="259080"/>
                    <a:pt x="939511" y="252860"/>
                    <a:pt x="949670" y="240411"/>
                  </a:cubicBezTo>
                  <a:cubicBezTo>
                    <a:pt x="960076" y="227714"/>
                    <a:pt x="965284" y="209293"/>
                    <a:pt x="965284" y="185166"/>
                  </a:cubicBezTo>
                  <a:cubicBezTo>
                    <a:pt x="965284" y="161544"/>
                    <a:pt x="960076" y="143380"/>
                    <a:pt x="949670" y="130683"/>
                  </a:cubicBezTo>
                  <a:cubicBezTo>
                    <a:pt x="939254" y="117986"/>
                    <a:pt x="924782" y="111633"/>
                    <a:pt x="906255" y="111633"/>
                  </a:cubicBezTo>
                  <a:cubicBezTo>
                    <a:pt x="887717" y="111633"/>
                    <a:pt x="873122" y="117986"/>
                    <a:pt x="862459" y="130683"/>
                  </a:cubicBezTo>
                  <a:cubicBezTo>
                    <a:pt x="852043" y="143380"/>
                    <a:pt x="846845" y="161544"/>
                    <a:pt x="846845" y="185166"/>
                  </a:cubicBezTo>
                  <a:cubicBezTo>
                    <a:pt x="846845" y="209293"/>
                    <a:pt x="851919" y="227714"/>
                    <a:pt x="862078" y="240411"/>
                  </a:cubicBezTo>
                  <a:cubicBezTo>
                    <a:pt x="872484" y="252860"/>
                    <a:pt x="887213" y="259080"/>
                    <a:pt x="906255" y="259080"/>
                  </a:cubicBezTo>
                  <a:close/>
                  <a:moveTo>
                    <a:pt x="1044974" y="281940"/>
                  </a:moveTo>
                  <a:lnTo>
                    <a:pt x="1044974" y="144018"/>
                  </a:lnTo>
                  <a:cubicBezTo>
                    <a:pt x="1044974" y="135131"/>
                    <a:pt x="1044727" y="126235"/>
                    <a:pt x="1044212" y="117348"/>
                  </a:cubicBezTo>
                  <a:cubicBezTo>
                    <a:pt x="1043965" y="108204"/>
                    <a:pt x="1043203" y="99184"/>
                    <a:pt x="1041927" y="90297"/>
                  </a:cubicBezTo>
                  <a:lnTo>
                    <a:pt x="1071252" y="90297"/>
                  </a:lnTo>
                  <a:lnTo>
                    <a:pt x="1075441" y="137541"/>
                  </a:lnTo>
                  <a:lnTo>
                    <a:pt x="1071252" y="136398"/>
                  </a:lnTo>
                  <a:cubicBezTo>
                    <a:pt x="1074812" y="119634"/>
                    <a:pt x="1082429" y="107061"/>
                    <a:pt x="1094102" y="98679"/>
                  </a:cubicBezTo>
                  <a:cubicBezTo>
                    <a:pt x="1106041" y="90040"/>
                    <a:pt x="1119371" y="85725"/>
                    <a:pt x="1134089" y="85725"/>
                  </a:cubicBezTo>
                  <a:cubicBezTo>
                    <a:pt x="1137393" y="85725"/>
                    <a:pt x="1140440" y="85982"/>
                    <a:pt x="1143230" y="86487"/>
                  </a:cubicBezTo>
                  <a:cubicBezTo>
                    <a:pt x="1146276" y="86744"/>
                    <a:pt x="1149076" y="87249"/>
                    <a:pt x="1151608" y="88011"/>
                  </a:cubicBezTo>
                  <a:lnTo>
                    <a:pt x="1150846" y="116205"/>
                  </a:lnTo>
                  <a:cubicBezTo>
                    <a:pt x="1145010" y="114176"/>
                    <a:pt x="1138279" y="113157"/>
                    <a:pt x="1130662" y="113157"/>
                  </a:cubicBezTo>
                  <a:cubicBezTo>
                    <a:pt x="1117466" y="113157"/>
                    <a:pt x="1106803" y="116081"/>
                    <a:pt x="1098672" y="121920"/>
                  </a:cubicBezTo>
                  <a:cubicBezTo>
                    <a:pt x="1090808" y="127759"/>
                    <a:pt x="1084962" y="135255"/>
                    <a:pt x="1081153" y="144399"/>
                  </a:cubicBezTo>
                  <a:cubicBezTo>
                    <a:pt x="1077602" y="153286"/>
                    <a:pt x="1075822" y="162687"/>
                    <a:pt x="1075822" y="172593"/>
                  </a:cubicBezTo>
                  <a:lnTo>
                    <a:pt x="1075822" y="281940"/>
                  </a:lnTo>
                  <a:lnTo>
                    <a:pt x="1044974" y="281940"/>
                  </a:lnTo>
                  <a:close/>
                  <a:moveTo>
                    <a:pt x="1182951" y="281940"/>
                  </a:moveTo>
                  <a:lnTo>
                    <a:pt x="1182951" y="144018"/>
                  </a:lnTo>
                  <a:cubicBezTo>
                    <a:pt x="1182951" y="135131"/>
                    <a:pt x="1182703" y="126235"/>
                    <a:pt x="1182189" y="117348"/>
                  </a:cubicBezTo>
                  <a:cubicBezTo>
                    <a:pt x="1181941" y="108204"/>
                    <a:pt x="1181180" y="99184"/>
                    <a:pt x="1179904" y="90297"/>
                  </a:cubicBezTo>
                  <a:lnTo>
                    <a:pt x="1209228" y="90297"/>
                  </a:lnTo>
                  <a:lnTo>
                    <a:pt x="1212656" y="129921"/>
                  </a:lnTo>
                  <a:lnTo>
                    <a:pt x="1208847" y="132588"/>
                  </a:lnTo>
                  <a:cubicBezTo>
                    <a:pt x="1213418" y="117605"/>
                    <a:pt x="1221291" y="106042"/>
                    <a:pt x="1232459" y="97917"/>
                  </a:cubicBezTo>
                  <a:cubicBezTo>
                    <a:pt x="1243885" y="89792"/>
                    <a:pt x="1257347" y="85725"/>
                    <a:pt x="1272828" y="85725"/>
                  </a:cubicBezTo>
                  <a:cubicBezTo>
                    <a:pt x="1291365" y="85725"/>
                    <a:pt x="1305713" y="90297"/>
                    <a:pt x="1315862" y="99441"/>
                  </a:cubicBezTo>
                  <a:cubicBezTo>
                    <a:pt x="1326278" y="108585"/>
                    <a:pt x="1332876" y="122558"/>
                    <a:pt x="1335665" y="141351"/>
                  </a:cubicBezTo>
                  <a:lnTo>
                    <a:pt x="1326526" y="136398"/>
                  </a:lnTo>
                  <a:cubicBezTo>
                    <a:pt x="1330591" y="120901"/>
                    <a:pt x="1338712" y="108585"/>
                    <a:pt x="1350899" y="99441"/>
                  </a:cubicBezTo>
                  <a:cubicBezTo>
                    <a:pt x="1363343" y="90297"/>
                    <a:pt x="1378196" y="85725"/>
                    <a:pt x="1395457" y="85725"/>
                  </a:cubicBezTo>
                  <a:cubicBezTo>
                    <a:pt x="1416536" y="85725"/>
                    <a:pt x="1432398" y="92078"/>
                    <a:pt x="1443061" y="104775"/>
                  </a:cubicBezTo>
                  <a:cubicBezTo>
                    <a:pt x="1453725" y="117224"/>
                    <a:pt x="1459056" y="136141"/>
                    <a:pt x="1459056" y="161544"/>
                  </a:cubicBezTo>
                  <a:lnTo>
                    <a:pt x="1459056" y="281940"/>
                  </a:lnTo>
                  <a:lnTo>
                    <a:pt x="1428209" y="281940"/>
                  </a:lnTo>
                  <a:lnTo>
                    <a:pt x="1428209" y="163068"/>
                  </a:lnTo>
                  <a:cubicBezTo>
                    <a:pt x="1428209" y="145285"/>
                    <a:pt x="1425038" y="132331"/>
                    <a:pt x="1418688" y="124206"/>
                  </a:cubicBezTo>
                  <a:cubicBezTo>
                    <a:pt x="1412347" y="115824"/>
                    <a:pt x="1402312" y="111633"/>
                    <a:pt x="1388602" y="111633"/>
                  </a:cubicBezTo>
                  <a:cubicBezTo>
                    <a:pt x="1372607" y="111633"/>
                    <a:pt x="1359915" y="117091"/>
                    <a:pt x="1350518" y="128016"/>
                  </a:cubicBezTo>
                  <a:cubicBezTo>
                    <a:pt x="1341378" y="138941"/>
                    <a:pt x="1336808" y="153800"/>
                    <a:pt x="1336808" y="172593"/>
                  </a:cubicBezTo>
                  <a:lnTo>
                    <a:pt x="1336808" y="281940"/>
                  </a:lnTo>
                  <a:lnTo>
                    <a:pt x="1305960" y="281940"/>
                  </a:lnTo>
                  <a:lnTo>
                    <a:pt x="1305960" y="163068"/>
                  </a:lnTo>
                  <a:cubicBezTo>
                    <a:pt x="1305960" y="145285"/>
                    <a:pt x="1302666" y="132331"/>
                    <a:pt x="1296059" y="124206"/>
                  </a:cubicBezTo>
                  <a:cubicBezTo>
                    <a:pt x="1289718" y="115824"/>
                    <a:pt x="1279683" y="111633"/>
                    <a:pt x="1265973" y="111633"/>
                  </a:cubicBezTo>
                  <a:cubicBezTo>
                    <a:pt x="1249730" y="111633"/>
                    <a:pt x="1236906" y="117091"/>
                    <a:pt x="1227508" y="128016"/>
                  </a:cubicBezTo>
                  <a:cubicBezTo>
                    <a:pt x="1218368" y="138941"/>
                    <a:pt x="1213798" y="153800"/>
                    <a:pt x="1213798" y="172593"/>
                  </a:cubicBezTo>
                  <a:lnTo>
                    <a:pt x="1213798" y="281940"/>
                  </a:lnTo>
                  <a:lnTo>
                    <a:pt x="1182951" y="2819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g12709bdffa8_0_3384"/>
            <p:cNvSpPr/>
            <p:nvPr/>
          </p:nvSpPr>
          <p:spPr>
            <a:xfrm>
              <a:off x="4527854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g12709bdffa8_0_3384"/>
            <p:cNvSpPr/>
            <p:nvPr/>
          </p:nvSpPr>
          <p:spPr>
            <a:xfrm>
              <a:off x="1919132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77" name="Google Shape;977;g12709bdffa8_0_33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3593" y="1156890"/>
            <a:ext cx="5857289" cy="4922178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g12709bdffa8_0_3384"/>
          <p:cNvSpPr txBox="1"/>
          <p:nvPr>
            <p:ph idx="2" type="body"/>
          </p:nvPr>
        </p:nvSpPr>
        <p:spPr>
          <a:xfrm>
            <a:off x="155786" y="6472155"/>
            <a:ext cx="5940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979" name="Google Shape;979;g12709bdffa8_0_3384"/>
          <p:cNvGrpSpPr/>
          <p:nvPr/>
        </p:nvGrpSpPr>
        <p:grpSpPr>
          <a:xfrm>
            <a:off x="270086" y="4540251"/>
            <a:ext cx="5332451" cy="1733400"/>
            <a:chOff x="155786" y="4540251"/>
            <a:chExt cx="5332451" cy="1733400"/>
          </a:xfrm>
        </p:grpSpPr>
        <p:sp>
          <p:nvSpPr>
            <p:cNvPr id="980" name="Google Shape;980;g12709bdffa8_0_3384"/>
            <p:cNvSpPr txBox="1"/>
            <p:nvPr/>
          </p:nvSpPr>
          <p:spPr>
            <a:xfrm>
              <a:off x="1368637" y="4540251"/>
              <a:ext cx="4119600" cy="17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Rokkitt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Rokkitt"/>
                  <a:ea typeface="Rokkitt"/>
                  <a:cs typeface="Rokkitt"/>
                  <a:sym typeface="Rokkitt"/>
                </a:rPr>
                <a:t>CÔNG TY CỔ PHẦN GIẢI PHÁP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Rokkitt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Rokkitt"/>
                  <a:ea typeface="Rokkitt"/>
                  <a:cs typeface="Rokkitt"/>
                  <a:sym typeface="Rokkitt"/>
                </a:rPr>
                <a:t>CHUỖI CUNG ỨNG SMARTLOG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215B37 Nguyễn Văn Hưởng, Phường Thảo Điền, Thành phố Thủ Đức, Thành Phố Hồ Chí Minh</a:t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6BB24"/>
                </a:buClr>
                <a:buSzPts val="800"/>
                <a:buFont typeface="Rokkitt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en-US" sz="1400" u="sng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www.gosmartlog.com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81" name="Google Shape;981;g12709bdffa8_0_338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55786" y="5026167"/>
              <a:ext cx="1111200" cy="1107000"/>
            </a:xfrm>
            <a:prstGeom prst="roundRect">
              <a:avLst>
                <a:gd fmla="val 3122" name="adj"/>
              </a:avLst>
            </a:prstGeom>
            <a:noFill/>
            <a:ln>
              <a:noFill/>
            </a:ln>
          </p:spPr>
        </p:pic>
      </p:grpSp>
      <p:sp>
        <p:nvSpPr>
          <p:cNvPr id="982" name="Google Shape;982;g12709bdffa8_0_3384"/>
          <p:cNvSpPr txBox="1"/>
          <p:nvPr/>
        </p:nvSpPr>
        <p:spPr>
          <a:xfrm>
            <a:off x="153248" y="2976245"/>
            <a:ext cx="35589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Liên hệ: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g12709bdffa8_0_3384"/>
          <p:cNvSpPr txBox="1"/>
          <p:nvPr>
            <p:ph idx="3" type="body"/>
          </p:nvPr>
        </p:nvSpPr>
        <p:spPr>
          <a:xfrm>
            <a:off x="155786" y="3397250"/>
            <a:ext cx="3901800" cy="15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ackground--ALL">
  <p:cSld name="1_Background--ALL">
    <p:bg>
      <p:bgPr>
        <a:solidFill>
          <a:schemeClr val="accent1"/>
        </a:solidFill>
      </p:bgPr>
    </p:bg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5" name="Google Shape;985;g12709bdffa8_0_3409"/>
          <p:cNvPicPr preferRelativeResize="0"/>
          <p:nvPr/>
        </p:nvPicPr>
        <p:blipFill rotWithShape="1">
          <a:blip r:embed="rId2">
            <a:alphaModFix amt="40000"/>
          </a:blip>
          <a:srcRect b="12059" l="0" r="52412" t="24769"/>
          <a:stretch/>
        </p:blipFill>
        <p:spPr>
          <a:xfrm>
            <a:off x="3007268" y="-1"/>
            <a:ext cx="918473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g12709bdffa8_0_3409"/>
          <p:cNvSpPr txBox="1"/>
          <p:nvPr>
            <p:ph type="title"/>
          </p:nvPr>
        </p:nvSpPr>
        <p:spPr>
          <a:xfrm>
            <a:off x="155786" y="1191528"/>
            <a:ext cx="5054700" cy="48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  <a:defRPr b="1" sz="32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87" name="Google Shape;987;g12709bdffa8_0_3409"/>
          <p:cNvGrpSpPr/>
          <p:nvPr/>
        </p:nvGrpSpPr>
        <p:grpSpPr>
          <a:xfrm>
            <a:off x="300945" y="308243"/>
            <a:ext cx="2012792" cy="571765"/>
            <a:chOff x="338666" y="4303183"/>
            <a:chExt cx="7340599" cy="2085212"/>
          </a:xfrm>
        </p:grpSpPr>
        <p:sp>
          <p:nvSpPr>
            <p:cNvPr id="988" name="Google Shape;988;g12709bdffa8_0_3409"/>
            <p:cNvSpPr/>
            <p:nvPr/>
          </p:nvSpPr>
          <p:spPr>
            <a:xfrm>
              <a:off x="338666" y="4817769"/>
              <a:ext cx="931067" cy="1085156"/>
            </a:xfrm>
            <a:custGeom>
              <a:rect b="b" l="l" r="r" t="t"/>
              <a:pathLst>
                <a:path extrusionOk="0" h="1085156" w="931067">
                  <a:moveTo>
                    <a:pt x="266668" y="724502"/>
                  </a:moveTo>
                  <a:lnTo>
                    <a:pt x="0" y="724502"/>
                  </a:lnTo>
                  <a:cubicBezTo>
                    <a:pt x="0" y="847803"/>
                    <a:pt x="39462" y="937691"/>
                    <a:pt x="117749" y="995117"/>
                  </a:cubicBezTo>
                  <a:cubicBezTo>
                    <a:pt x="188382" y="1054534"/>
                    <a:pt x="298318" y="1085157"/>
                    <a:pt x="451383" y="1085157"/>
                  </a:cubicBezTo>
                  <a:cubicBezTo>
                    <a:pt x="735511" y="1085157"/>
                    <a:pt x="931068" y="993278"/>
                    <a:pt x="931068" y="736551"/>
                  </a:cubicBezTo>
                  <a:cubicBezTo>
                    <a:pt x="931068" y="663885"/>
                    <a:pt x="908108" y="599124"/>
                    <a:pt x="860036" y="546727"/>
                  </a:cubicBezTo>
                  <a:cubicBezTo>
                    <a:pt x="804550" y="492016"/>
                    <a:pt x="691505" y="445600"/>
                    <a:pt x="507268" y="409227"/>
                  </a:cubicBezTo>
                  <a:cubicBezTo>
                    <a:pt x="364487" y="382909"/>
                    <a:pt x="294252" y="340558"/>
                    <a:pt x="294252" y="285925"/>
                  </a:cubicBezTo>
                  <a:cubicBezTo>
                    <a:pt x="294252" y="231452"/>
                    <a:pt x="348064" y="203059"/>
                    <a:pt x="455529" y="203059"/>
                  </a:cubicBezTo>
                  <a:cubicBezTo>
                    <a:pt x="546571" y="203059"/>
                    <a:pt x="602376" y="229378"/>
                    <a:pt x="621111" y="275875"/>
                  </a:cubicBezTo>
                  <a:cubicBezTo>
                    <a:pt x="637534" y="318386"/>
                    <a:pt x="678032" y="340558"/>
                    <a:pt x="737424" y="342631"/>
                  </a:cubicBezTo>
                  <a:lnTo>
                    <a:pt x="898542" y="342631"/>
                  </a:lnTo>
                  <a:cubicBezTo>
                    <a:pt x="892802" y="231452"/>
                    <a:pt x="852463" y="146910"/>
                    <a:pt x="777764" y="86934"/>
                  </a:cubicBezTo>
                  <a:cubicBezTo>
                    <a:pt x="701151" y="28951"/>
                    <a:pt x="592251" y="0"/>
                    <a:pt x="451543" y="0"/>
                  </a:cubicBezTo>
                  <a:cubicBezTo>
                    <a:pt x="206080" y="3908"/>
                    <a:pt x="29577" y="108388"/>
                    <a:pt x="29577" y="334417"/>
                  </a:cubicBezTo>
                  <a:cubicBezTo>
                    <a:pt x="31649" y="502141"/>
                    <a:pt x="149159" y="607421"/>
                    <a:pt x="383141" y="649693"/>
                  </a:cubicBezTo>
                  <a:cubicBezTo>
                    <a:pt x="571284" y="682230"/>
                    <a:pt x="666472" y="726578"/>
                    <a:pt x="666472" y="781214"/>
                  </a:cubicBezTo>
                  <a:cubicBezTo>
                    <a:pt x="666472" y="849880"/>
                    <a:pt x="608515" y="882103"/>
                    <a:pt x="492679" y="882103"/>
                  </a:cubicBezTo>
                  <a:cubicBezTo>
                    <a:pt x="358348" y="882103"/>
                    <a:pt x="272648" y="841907"/>
                    <a:pt x="266668" y="7245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g12709bdffa8_0_3409"/>
            <p:cNvSpPr/>
            <p:nvPr/>
          </p:nvSpPr>
          <p:spPr>
            <a:xfrm>
              <a:off x="1374890" y="4819443"/>
              <a:ext cx="1517750" cy="1067689"/>
            </a:xfrm>
            <a:custGeom>
              <a:rect b="b" l="l" r="r" t="t"/>
              <a:pathLst>
                <a:path extrusionOk="0" h="1067689" w="1517750">
                  <a:moveTo>
                    <a:pt x="448672" y="223396"/>
                  </a:moveTo>
                  <a:cubicBezTo>
                    <a:pt x="569444" y="223396"/>
                    <a:pt x="630673" y="277471"/>
                    <a:pt x="636890" y="387375"/>
                  </a:cubicBezTo>
                  <a:lnTo>
                    <a:pt x="636890" y="1063784"/>
                  </a:lnTo>
                  <a:lnTo>
                    <a:pt x="880920" y="1063784"/>
                  </a:lnTo>
                  <a:lnTo>
                    <a:pt x="880920" y="391522"/>
                  </a:lnTo>
                  <a:cubicBezTo>
                    <a:pt x="882995" y="281379"/>
                    <a:pt x="944138" y="227305"/>
                    <a:pt x="1064996" y="227305"/>
                  </a:cubicBezTo>
                  <a:cubicBezTo>
                    <a:pt x="1185778" y="227305"/>
                    <a:pt x="1246998" y="281379"/>
                    <a:pt x="1253139" y="391522"/>
                  </a:cubicBezTo>
                  <a:lnTo>
                    <a:pt x="1253139" y="935778"/>
                  </a:lnTo>
                  <a:cubicBezTo>
                    <a:pt x="1253139" y="1019760"/>
                    <a:pt x="1296268" y="1061794"/>
                    <a:pt x="1382527" y="1067690"/>
                  </a:cubicBezTo>
                  <a:lnTo>
                    <a:pt x="1517733" y="1067690"/>
                  </a:lnTo>
                  <a:lnTo>
                    <a:pt x="1517733" y="445517"/>
                  </a:lnTo>
                  <a:cubicBezTo>
                    <a:pt x="1519571" y="146911"/>
                    <a:pt x="1372645" y="3669"/>
                    <a:pt x="1069062" y="3669"/>
                  </a:cubicBezTo>
                  <a:cubicBezTo>
                    <a:pt x="930028" y="3669"/>
                    <a:pt x="829973" y="30387"/>
                    <a:pt x="760699" y="85897"/>
                  </a:cubicBezTo>
                  <a:cubicBezTo>
                    <a:pt x="691502" y="28553"/>
                    <a:pt x="591847" y="0"/>
                    <a:pt x="452737" y="0"/>
                  </a:cubicBezTo>
                  <a:cubicBezTo>
                    <a:pt x="148992" y="0"/>
                    <a:pt x="0" y="143242"/>
                    <a:pt x="0" y="441449"/>
                  </a:cubicBezTo>
                  <a:lnTo>
                    <a:pt x="0" y="1063784"/>
                  </a:lnTo>
                  <a:lnTo>
                    <a:pt x="264509" y="1063784"/>
                  </a:lnTo>
                  <a:lnTo>
                    <a:pt x="264509" y="387375"/>
                  </a:lnTo>
                  <a:cubicBezTo>
                    <a:pt x="266747" y="277471"/>
                    <a:pt x="327890" y="223396"/>
                    <a:pt x="448672" y="2233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g12709bdffa8_0_3409"/>
            <p:cNvSpPr/>
            <p:nvPr/>
          </p:nvSpPr>
          <p:spPr>
            <a:xfrm>
              <a:off x="3018422" y="4817769"/>
              <a:ext cx="880929" cy="1069283"/>
            </a:xfrm>
            <a:custGeom>
              <a:rect b="b" l="l" r="r" t="t"/>
              <a:pathLst>
                <a:path extrusionOk="0" h="1069283" w="880929">
                  <a:moveTo>
                    <a:pt x="450909" y="203059"/>
                  </a:moveTo>
                  <a:cubicBezTo>
                    <a:pt x="567140" y="203059"/>
                    <a:pt x="626293" y="232648"/>
                    <a:pt x="632672" y="291907"/>
                  </a:cubicBezTo>
                  <a:cubicBezTo>
                    <a:pt x="632672" y="349012"/>
                    <a:pt x="571443" y="382510"/>
                    <a:pt x="450909" y="396308"/>
                  </a:cubicBezTo>
                  <a:cubicBezTo>
                    <a:pt x="176822" y="421989"/>
                    <a:pt x="5503" y="489301"/>
                    <a:pt x="0" y="739732"/>
                  </a:cubicBezTo>
                  <a:cubicBezTo>
                    <a:pt x="0" y="970552"/>
                    <a:pt x="163912" y="1086833"/>
                    <a:pt x="421566" y="1067135"/>
                  </a:cubicBezTo>
                  <a:cubicBezTo>
                    <a:pt x="714466" y="1047438"/>
                    <a:pt x="880929" y="919183"/>
                    <a:pt x="880929" y="631186"/>
                  </a:cubicBezTo>
                  <a:lnTo>
                    <a:pt x="880929" y="276035"/>
                  </a:lnTo>
                  <a:cubicBezTo>
                    <a:pt x="875188" y="89406"/>
                    <a:pt x="735279" y="0"/>
                    <a:pt x="438475" y="0"/>
                  </a:cubicBezTo>
                  <a:cubicBezTo>
                    <a:pt x="188228" y="0"/>
                    <a:pt x="59639" y="89406"/>
                    <a:pt x="29819" y="276035"/>
                  </a:cubicBezTo>
                  <a:lnTo>
                    <a:pt x="282056" y="276035"/>
                  </a:lnTo>
                  <a:cubicBezTo>
                    <a:pt x="296804" y="226746"/>
                    <a:pt x="351730" y="203059"/>
                    <a:pt x="450909" y="203059"/>
                  </a:cubicBezTo>
                  <a:close/>
                  <a:moveTo>
                    <a:pt x="385615" y="854023"/>
                  </a:moveTo>
                  <a:cubicBezTo>
                    <a:pt x="296804" y="854023"/>
                    <a:pt x="250409" y="814551"/>
                    <a:pt x="244030" y="731760"/>
                  </a:cubicBezTo>
                  <a:cubicBezTo>
                    <a:pt x="244030" y="654874"/>
                    <a:pt x="300955" y="605582"/>
                    <a:pt x="412959" y="585808"/>
                  </a:cubicBezTo>
                  <a:cubicBezTo>
                    <a:pt x="495314" y="570016"/>
                    <a:pt x="571529" y="548404"/>
                    <a:pt x="636899" y="522724"/>
                  </a:cubicBezTo>
                  <a:lnTo>
                    <a:pt x="636899" y="619308"/>
                  </a:lnTo>
                  <a:cubicBezTo>
                    <a:pt x="636814" y="767250"/>
                    <a:pt x="541872" y="854023"/>
                    <a:pt x="385615" y="8540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g12709bdffa8_0_3409"/>
            <p:cNvSpPr/>
            <p:nvPr/>
          </p:nvSpPr>
          <p:spPr>
            <a:xfrm>
              <a:off x="5216460" y="4303183"/>
              <a:ext cx="408455" cy="1583837"/>
            </a:xfrm>
            <a:custGeom>
              <a:rect b="b" l="l" r="r" t="t"/>
              <a:pathLst>
                <a:path extrusionOk="0" h="1583837" w="408455">
                  <a:moveTo>
                    <a:pt x="244078" y="292465"/>
                  </a:moveTo>
                  <a:lnTo>
                    <a:pt x="244078" y="129683"/>
                  </a:lnTo>
                  <a:cubicBezTo>
                    <a:pt x="244078" y="62050"/>
                    <a:pt x="190904" y="0"/>
                    <a:pt x="126647" y="0"/>
                  </a:cubicBezTo>
                  <a:lnTo>
                    <a:pt x="48" y="0"/>
                  </a:lnTo>
                  <a:lnTo>
                    <a:pt x="48" y="1388707"/>
                  </a:lnTo>
                  <a:cubicBezTo>
                    <a:pt x="-1704" y="1505236"/>
                    <a:pt x="44215" y="1566253"/>
                    <a:pt x="139958" y="1576140"/>
                  </a:cubicBezTo>
                  <a:cubicBezTo>
                    <a:pt x="235938" y="1586027"/>
                    <a:pt x="325872" y="1586027"/>
                    <a:pt x="408456" y="1578216"/>
                  </a:cubicBezTo>
                  <a:lnTo>
                    <a:pt x="408456" y="1378820"/>
                  </a:lnTo>
                  <a:lnTo>
                    <a:pt x="329776" y="1378820"/>
                  </a:lnTo>
                  <a:cubicBezTo>
                    <a:pt x="269747" y="1378820"/>
                    <a:pt x="244078" y="1354017"/>
                    <a:pt x="244078" y="1308402"/>
                  </a:cubicBezTo>
                  <a:lnTo>
                    <a:pt x="244078" y="700816"/>
                  </a:lnTo>
                  <a:lnTo>
                    <a:pt x="244078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g12709bdffa8_0_3409"/>
            <p:cNvSpPr/>
            <p:nvPr/>
          </p:nvSpPr>
          <p:spPr>
            <a:xfrm>
              <a:off x="5647957" y="4819443"/>
              <a:ext cx="942548" cy="1081815"/>
            </a:xfrm>
            <a:custGeom>
              <a:rect b="b" l="l" r="r" t="t"/>
              <a:pathLst>
                <a:path extrusionOk="0" h="1081815" w="942548">
                  <a:moveTo>
                    <a:pt x="474350" y="223396"/>
                  </a:moveTo>
                  <a:cubicBezTo>
                    <a:pt x="610108" y="223396"/>
                    <a:pt x="677954" y="326920"/>
                    <a:pt x="677954" y="535718"/>
                  </a:cubicBezTo>
                  <a:cubicBezTo>
                    <a:pt x="676040" y="748907"/>
                    <a:pt x="608042" y="858416"/>
                    <a:pt x="472274" y="858416"/>
                  </a:cubicBezTo>
                  <a:cubicBezTo>
                    <a:pt x="336507" y="858416"/>
                    <a:pt x="266432" y="752822"/>
                    <a:pt x="264595" y="544015"/>
                  </a:cubicBezTo>
                  <a:cubicBezTo>
                    <a:pt x="264681" y="330908"/>
                    <a:pt x="334431" y="223396"/>
                    <a:pt x="474350" y="223396"/>
                  </a:cubicBezTo>
                  <a:close/>
                  <a:moveTo>
                    <a:pt x="474350" y="0"/>
                  </a:moveTo>
                  <a:cubicBezTo>
                    <a:pt x="156733" y="0"/>
                    <a:pt x="0" y="173868"/>
                    <a:pt x="0" y="544015"/>
                  </a:cubicBezTo>
                  <a:cubicBezTo>
                    <a:pt x="0" y="908984"/>
                    <a:pt x="156733" y="1081815"/>
                    <a:pt x="474350" y="1081815"/>
                  </a:cubicBezTo>
                  <a:cubicBezTo>
                    <a:pt x="788206" y="1081815"/>
                    <a:pt x="942549" y="908898"/>
                    <a:pt x="942549" y="544015"/>
                  </a:cubicBezTo>
                  <a:cubicBezTo>
                    <a:pt x="942549" y="173947"/>
                    <a:pt x="788206" y="0"/>
                    <a:pt x="474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g12709bdffa8_0_3409"/>
            <p:cNvSpPr/>
            <p:nvPr/>
          </p:nvSpPr>
          <p:spPr>
            <a:xfrm>
              <a:off x="6716152" y="4817830"/>
              <a:ext cx="963113" cy="1497041"/>
            </a:xfrm>
            <a:custGeom>
              <a:rect b="b" l="l" r="r" t="t"/>
              <a:pathLst>
                <a:path extrusionOk="0" h="1497041" w="963113">
                  <a:moveTo>
                    <a:pt x="414073" y="1083504"/>
                  </a:moveTo>
                  <a:cubicBezTo>
                    <a:pt x="547365" y="1083504"/>
                    <a:pt x="650524" y="1033974"/>
                    <a:pt x="719084" y="934438"/>
                  </a:cubicBezTo>
                  <a:lnTo>
                    <a:pt x="719084" y="1037641"/>
                  </a:lnTo>
                  <a:cubicBezTo>
                    <a:pt x="719084" y="1206805"/>
                    <a:pt x="646382" y="1293978"/>
                    <a:pt x="505036" y="1293978"/>
                  </a:cubicBezTo>
                  <a:cubicBezTo>
                    <a:pt x="393898" y="1293978"/>
                    <a:pt x="331156" y="1255697"/>
                    <a:pt x="313142" y="1174983"/>
                  </a:cubicBezTo>
                  <a:lnTo>
                    <a:pt x="27183" y="1174983"/>
                  </a:lnTo>
                  <a:cubicBezTo>
                    <a:pt x="86973" y="1395505"/>
                    <a:pt x="233585" y="1497042"/>
                    <a:pt x="474578" y="1497042"/>
                  </a:cubicBezTo>
                  <a:cubicBezTo>
                    <a:pt x="807733" y="1491536"/>
                    <a:pt x="963114" y="1370226"/>
                    <a:pt x="963114" y="1100649"/>
                  </a:cubicBezTo>
                  <a:lnTo>
                    <a:pt x="963114" y="465398"/>
                  </a:lnTo>
                  <a:cubicBezTo>
                    <a:pt x="963114" y="140866"/>
                    <a:pt x="809732" y="-1817"/>
                    <a:pt x="484861" y="17"/>
                  </a:cubicBezTo>
                  <a:cubicBezTo>
                    <a:pt x="158485" y="5601"/>
                    <a:pt x="0" y="166548"/>
                    <a:pt x="0" y="530559"/>
                  </a:cubicBezTo>
                  <a:cubicBezTo>
                    <a:pt x="76" y="907720"/>
                    <a:pt x="135283" y="1083504"/>
                    <a:pt x="414073" y="1083504"/>
                  </a:cubicBezTo>
                  <a:close/>
                  <a:moveTo>
                    <a:pt x="488850" y="860105"/>
                  </a:moveTo>
                  <a:cubicBezTo>
                    <a:pt x="343437" y="860105"/>
                    <a:pt x="270650" y="753073"/>
                    <a:pt x="264671" y="538846"/>
                  </a:cubicBezTo>
                  <a:cubicBezTo>
                    <a:pt x="264671" y="314177"/>
                    <a:pt x="339448" y="202997"/>
                    <a:pt x="492915" y="202997"/>
                  </a:cubicBezTo>
                  <a:cubicBezTo>
                    <a:pt x="646382" y="202997"/>
                    <a:pt x="720922" y="314177"/>
                    <a:pt x="719084" y="538846"/>
                  </a:cubicBezTo>
                  <a:cubicBezTo>
                    <a:pt x="711115" y="753073"/>
                    <a:pt x="634263" y="860105"/>
                    <a:pt x="488850" y="8601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g12709bdffa8_0_3409"/>
            <p:cNvSpPr/>
            <p:nvPr/>
          </p:nvSpPr>
          <p:spPr>
            <a:xfrm>
              <a:off x="4661889" y="4843290"/>
              <a:ext cx="419889" cy="1039937"/>
            </a:xfrm>
            <a:custGeom>
              <a:rect b="b" l="l" r="r" t="t"/>
              <a:pathLst>
                <a:path extrusionOk="0" h="1039937" w="419889">
                  <a:moveTo>
                    <a:pt x="0" y="1039938"/>
                  </a:moveTo>
                  <a:lnTo>
                    <a:pt x="264595" y="1039938"/>
                  </a:lnTo>
                  <a:lnTo>
                    <a:pt x="264595" y="492412"/>
                  </a:lnTo>
                  <a:cubicBezTo>
                    <a:pt x="264595" y="363368"/>
                    <a:pt x="316331" y="20497"/>
                    <a:pt x="419890" y="0"/>
                  </a:cubicBezTo>
                  <a:cubicBezTo>
                    <a:pt x="146841" y="33737"/>
                    <a:pt x="6931" y="198992"/>
                    <a:pt x="0" y="496403"/>
                  </a:cubicBezTo>
                  <a:lnTo>
                    <a:pt x="0" y="10399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5" name="Google Shape;995;g12709bdffa8_0_3409"/>
            <p:cNvSpPr/>
            <p:nvPr/>
          </p:nvSpPr>
          <p:spPr>
            <a:xfrm>
              <a:off x="4661889" y="4488137"/>
              <a:ext cx="244020" cy="471437"/>
            </a:xfrm>
            <a:custGeom>
              <a:rect b="b" l="l" r="r" t="t"/>
              <a:pathLst>
                <a:path extrusionOk="0" h="471437" w="244020">
                  <a:moveTo>
                    <a:pt x="244020" y="292465"/>
                  </a:moveTo>
                  <a:lnTo>
                    <a:pt x="244020" y="129683"/>
                  </a:lnTo>
                  <a:cubicBezTo>
                    <a:pt x="244020" y="62050"/>
                    <a:pt x="190846" y="0"/>
                    <a:pt x="126513" y="0"/>
                  </a:cubicBezTo>
                  <a:lnTo>
                    <a:pt x="0" y="0"/>
                  </a:lnTo>
                  <a:lnTo>
                    <a:pt x="152" y="471438"/>
                  </a:lnTo>
                  <a:lnTo>
                    <a:pt x="244020" y="471438"/>
                  </a:lnTo>
                  <a:lnTo>
                    <a:pt x="244020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g12709bdffa8_0_3409"/>
            <p:cNvSpPr/>
            <p:nvPr/>
          </p:nvSpPr>
          <p:spPr>
            <a:xfrm>
              <a:off x="4025065" y="4842652"/>
              <a:ext cx="522658" cy="1040575"/>
            </a:xfrm>
            <a:custGeom>
              <a:rect b="b" l="l" r="r" t="t"/>
              <a:pathLst>
                <a:path extrusionOk="0" h="1040575" w="522658">
                  <a:moveTo>
                    <a:pt x="0" y="1040576"/>
                  </a:moveTo>
                  <a:lnTo>
                    <a:pt x="264604" y="1040576"/>
                  </a:lnTo>
                  <a:lnTo>
                    <a:pt x="264604" y="493050"/>
                  </a:lnTo>
                  <a:cubicBezTo>
                    <a:pt x="264604" y="339762"/>
                    <a:pt x="337544" y="262078"/>
                    <a:pt x="483356" y="262078"/>
                  </a:cubicBezTo>
                  <a:lnTo>
                    <a:pt x="522658" y="262078"/>
                  </a:lnTo>
                  <a:lnTo>
                    <a:pt x="522658" y="0"/>
                  </a:lnTo>
                  <a:cubicBezTo>
                    <a:pt x="214534" y="21774"/>
                    <a:pt x="7417" y="184795"/>
                    <a:pt x="86" y="496955"/>
                  </a:cubicBezTo>
                  <a:lnTo>
                    <a:pt x="86" y="1040576"/>
                  </a:lnTo>
                  <a:lnTo>
                    <a:pt x="0" y="10405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g12709bdffa8_0_3409"/>
            <p:cNvSpPr/>
            <p:nvPr/>
          </p:nvSpPr>
          <p:spPr>
            <a:xfrm>
              <a:off x="356946" y="6029112"/>
              <a:ext cx="1060969" cy="277368"/>
            </a:xfrm>
            <a:custGeom>
              <a:rect b="b" l="l" r="r" t="t"/>
              <a:pathLst>
                <a:path extrusionOk="0" h="277368" w="1060969">
                  <a:moveTo>
                    <a:pt x="101302" y="277368"/>
                  </a:moveTo>
                  <a:cubicBezTo>
                    <a:pt x="87338" y="277368"/>
                    <a:pt x="74263" y="276225"/>
                    <a:pt x="62076" y="273939"/>
                  </a:cubicBezTo>
                  <a:cubicBezTo>
                    <a:pt x="49889" y="271396"/>
                    <a:pt x="38591" y="267586"/>
                    <a:pt x="28182" y="262509"/>
                  </a:cubicBezTo>
                  <a:cubicBezTo>
                    <a:pt x="17772" y="257175"/>
                    <a:pt x="8378" y="250698"/>
                    <a:pt x="0" y="243078"/>
                  </a:cubicBezTo>
                  <a:lnTo>
                    <a:pt x="11806" y="219075"/>
                  </a:lnTo>
                  <a:cubicBezTo>
                    <a:pt x="25516" y="230505"/>
                    <a:pt x="39226" y="238630"/>
                    <a:pt x="52936" y="243459"/>
                  </a:cubicBezTo>
                  <a:cubicBezTo>
                    <a:pt x="66900" y="248288"/>
                    <a:pt x="83149" y="250698"/>
                    <a:pt x="101683" y="250698"/>
                  </a:cubicBezTo>
                  <a:cubicBezTo>
                    <a:pt x="123264" y="250698"/>
                    <a:pt x="140021" y="246507"/>
                    <a:pt x="151953" y="238125"/>
                  </a:cubicBezTo>
                  <a:cubicBezTo>
                    <a:pt x="163886" y="229486"/>
                    <a:pt x="169853" y="217427"/>
                    <a:pt x="169853" y="201930"/>
                  </a:cubicBezTo>
                  <a:cubicBezTo>
                    <a:pt x="169853" y="192529"/>
                    <a:pt x="166806" y="185042"/>
                    <a:pt x="160712" y="179451"/>
                  </a:cubicBezTo>
                  <a:cubicBezTo>
                    <a:pt x="154873" y="173612"/>
                    <a:pt x="146748" y="169040"/>
                    <a:pt x="136339" y="165735"/>
                  </a:cubicBezTo>
                  <a:cubicBezTo>
                    <a:pt x="126183" y="162182"/>
                    <a:pt x="114631" y="158877"/>
                    <a:pt x="101683" y="155829"/>
                  </a:cubicBezTo>
                  <a:cubicBezTo>
                    <a:pt x="88735" y="153038"/>
                    <a:pt x="76421" y="149857"/>
                    <a:pt x="64742" y="146304"/>
                  </a:cubicBezTo>
                  <a:cubicBezTo>
                    <a:pt x="53063" y="142494"/>
                    <a:pt x="42654" y="137798"/>
                    <a:pt x="33514" y="132207"/>
                  </a:cubicBezTo>
                  <a:cubicBezTo>
                    <a:pt x="24627" y="126616"/>
                    <a:pt x="17645" y="119510"/>
                    <a:pt x="12568" y="110871"/>
                  </a:cubicBezTo>
                  <a:cubicBezTo>
                    <a:pt x="7490" y="102232"/>
                    <a:pt x="4951" y="91440"/>
                    <a:pt x="4951" y="78486"/>
                  </a:cubicBezTo>
                  <a:cubicBezTo>
                    <a:pt x="4951" y="62989"/>
                    <a:pt x="9013" y="49406"/>
                    <a:pt x="17138" y="37719"/>
                  </a:cubicBezTo>
                  <a:cubicBezTo>
                    <a:pt x="25262" y="25784"/>
                    <a:pt x="36687" y="16507"/>
                    <a:pt x="51413" y="9906"/>
                  </a:cubicBezTo>
                  <a:cubicBezTo>
                    <a:pt x="66138" y="3305"/>
                    <a:pt x="83530" y="0"/>
                    <a:pt x="103587" y="0"/>
                  </a:cubicBezTo>
                  <a:cubicBezTo>
                    <a:pt x="116028" y="0"/>
                    <a:pt x="127961" y="1400"/>
                    <a:pt x="139386" y="4191"/>
                  </a:cubicBezTo>
                  <a:cubicBezTo>
                    <a:pt x="150811" y="6734"/>
                    <a:pt x="161348" y="10544"/>
                    <a:pt x="170995" y="15621"/>
                  </a:cubicBezTo>
                  <a:cubicBezTo>
                    <a:pt x="180897" y="20698"/>
                    <a:pt x="189656" y="26927"/>
                    <a:pt x="197273" y="34290"/>
                  </a:cubicBezTo>
                  <a:lnTo>
                    <a:pt x="185086" y="58293"/>
                  </a:lnTo>
                  <a:cubicBezTo>
                    <a:pt x="172645" y="47368"/>
                    <a:pt x="159824" y="39367"/>
                    <a:pt x="146622" y="34290"/>
                  </a:cubicBezTo>
                  <a:cubicBezTo>
                    <a:pt x="133419" y="29213"/>
                    <a:pt x="119075" y="26670"/>
                    <a:pt x="103587" y="26670"/>
                  </a:cubicBezTo>
                  <a:cubicBezTo>
                    <a:pt x="82515" y="26670"/>
                    <a:pt x="66011" y="31118"/>
                    <a:pt x="54079" y="40005"/>
                  </a:cubicBezTo>
                  <a:cubicBezTo>
                    <a:pt x="42146" y="48892"/>
                    <a:pt x="36179" y="61341"/>
                    <a:pt x="36179" y="77343"/>
                  </a:cubicBezTo>
                  <a:cubicBezTo>
                    <a:pt x="36179" y="87249"/>
                    <a:pt x="38845" y="95250"/>
                    <a:pt x="44177" y="101346"/>
                  </a:cubicBezTo>
                  <a:cubicBezTo>
                    <a:pt x="49509" y="107442"/>
                    <a:pt x="56998" y="112395"/>
                    <a:pt x="66646" y="116205"/>
                  </a:cubicBezTo>
                  <a:cubicBezTo>
                    <a:pt x="76294" y="119758"/>
                    <a:pt x="87338" y="123063"/>
                    <a:pt x="99779" y="126111"/>
                  </a:cubicBezTo>
                  <a:cubicBezTo>
                    <a:pt x="112981" y="129159"/>
                    <a:pt x="125676" y="132464"/>
                    <a:pt x="137862" y="136017"/>
                  </a:cubicBezTo>
                  <a:cubicBezTo>
                    <a:pt x="150049" y="139570"/>
                    <a:pt x="160839" y="144018"/>
                    <a:pt x="170233" y="149352"/>
                  </a:cubicBezTo>
                  <a:cubicBezTo>
                    <a:pt x="179881" y="154429"/>
                    <a:pt x="187498" y="161163"/>
                    <a:pt x="193084" y="169545"/>
                  </a:cubicBezTo>
                  <a:cubicBezTo>
                    <a:pt x="198669" y="177670"/>
                    <a:pt x="201462" y="188090"/>
                    <a:pt x="201462" y="200787"/>
                  </a:cubicBezTo>
                  <a:cubicBezTo>
                    <a:pt x="201462" y="216284"/>
                    <a:pt x="197399" y="229743"/>
                    <a:pt x="189275" y="241173"/>
                  </a:cubicBezTo>
                  <a:cubicBezTo>
                    <a:pt x="181151" y="252603"/>
                    <a:pt x="169598" y="261490"/>
                    <a:pt x="154619" y="267843"/>
                  </a:cubicBezTo>
                  <a:cubicBezTo>
                    <a:pt x="139640" y="274196"/>
                    <a:pt x="121867" y="277368"/>
                    <a:pt x="101302" y="277368"/>
                  </a:cubicBezTo>
                  <a:close/>
                  <a:moveTo>
                    <a:pt x="248704" y="274320"/>
                  </a:moveTo>
                  <a:lnTo>
                    <a:pt x="248704" y="136398"/>
                  </a:lnTo>
                  <a:cubicBezTo>
                    <a:pt x="248704" y="127511"/>
                    <a:pt x="248449" y="118615"/>
                    <a:pt x="247942" y="109728"/>
                  </a:cubicBezTo>
                  <a:cubicBezTo>
                    <a:pt x="247688" y="100584"/>
                    <a:pt x="246926" y="91564"/>
                    <a:pt x="245657" y="82677"/>
                  </a:cubicBezTo>
                  <a:lnTo>
                    <a:pt x="274981" y="82677"/>
                  </a:lnTo>
                  <a:lnTo>
                    <a:pt x="278409" y="122301"/>
                  </a:lnTo>
                  <a:lnTo>
                    <a:pt x="274600" y="124968"/>
                  </a:lnTo>
                  <a:cubicBezTo>
                    <a:pt x="279170" y="109985"/>
                    <a:pt x="287040" y="98422"/>
                    <a:pt x="298212" y="90297"/>
                  </a:cubicBezTo>
                  <a:cubicBezTo>
                    <a:pt x="309637" y="82172"/>
                    <a:pt x="323093" y="78105"/>
                    <a:pt x="338581" y="78105"/>
                  </a:cubicBezTo>
                  <a:cubicBezTo>
                    <a:pt x="357114" y="78105"/>
                    <a:pt x="371459" y="82677"/>
                    <a:pt x="381615" y="91821"/>
                  </a:cubicBezTo>
                  <a:cubicBezTo>
                    <a:pt x="392024" y="100965"/>
                    <a:pt x="398625" y="114938"/>
                    <a:pt x="401419" y="133731"/>
                  </a:cubicBezTo>
                  <a:lnTo>
                    <a:pt x="392278" y="128778"/>
                  </a:lnTo>
                  <a:cubicBezTo>
                    <a:pt x="396340" y="113281"/>
                    <a:pt x="404465" y="100965"/>
                    <a:pt x="416652" y="91821"/>
                  </a:cubicBezTo>
                  <a:cubicBezTo>
                    <a:pt x="429092" y="82677"/>
                    <a:pt x="443944" y="78105"/>
                    <a:pt x="461210" y="78105"/>
                  </a:cubicBezTo>
                  <a:cubicBezTo>
                    <a:pt x="482282" y="78105"/>
                    <a:pt x="498151" y="84458"/>
                    <a:pt x="508814" y="97155"/>
                  </a:cubicBezTo>
                  <a:cubicBezTo>
                    <a:pt x="519477" y="109604"/>
                    <a:pt x="524809" y="128521"/>
                    <a:pt x="524809" y="153924"/>
                  </a:cubicBezTo>
                  <a:lnTo>
                    <a:pt x="524809" y="274320"/>
                  </a:lnTo>
                  <a:lnTo>
                    <a:pt x="493961" y="274320"/>
                  </a:lnTo>
                  <a:lnTo>
                    <a:pt x="493961" y="155448"/>
                  </a:lnTo>
                  <a:cubicBezTo>
                    <a:pt x="493961" y="137665"/>
                    <a:pt x="490787" y="124711"/>
                    <a:pt x="484441" y="116586"/>
                  </a:cubicBezTo>
                  <a:cubicBezTo>
                    <a:pt x="478093" y="108204"/>
                    <a:pt x="468065" y="104013"/>
                    <a:pt x="454355" y="104013"/>
                  </a:cubicBezTo>
                  <a:cubicBezTo>
                    <a:pt x="438360" y="104013"/>
                    <a:pt x="425664" y="109471"/>
                    <a:pt x="416271" y="120396"/>
                  </a:cubicBezTo>
                  <a:cubicBezTo>
                    <a:pt x="407131" y="131321"/>
                    <a:pt x="402561" y="146180"/>
                    <a:pt x="402561" y="164973"/>
                  </a:cubicBezTo>
                  <a:lnTo>
                    <a:pt x="402561" y="274320"/>
                  </a:lnTo>
                  <a:lnTo>
                    <a:pt x="371713" y="274320"/>
                  </a:lnTo>
                  <a:lnTo>
                    <a:pt x="371713" y="155448"/>
                  </a:lnTo>
                  <a:cubicBezTo>
                    <a:pt x="371713" y="137665"/>
                    <a:pt x="368412" y="124711"/>
                    <a:pt x="361812" y="116586"/>
                  </a:cubicBezTo>
                  <a:cubicBezTo>
                    <a:pt x="355464" y="108204"/>
                    <a:pt x="345436" y="104013"/>
                    <a:pt x="331726" y="104013"/>
                  </a:cubicBezTo>
                  <a:cubicBezTo>
                    <a:pt x="315476" y="104013"/>
                    <a:pt x="302655" y="109471"/>
                    <a:pt x="293261" y="120396"/>
                  </a:cubicBezTo>
                  <a:cubicBezTo>
                    <a:pt x="284121" y="131321"/>
                    <a:pt x="279551" y="146180"/>
                    <a:pt x="279551" y="164973"/>
                  </a:cubicBezTo>
                  <a:lnTo>
                    <a:pt x="279551" y="274320"/>
                  </a:lnTo>
                  <a:lnTo>
                    <a:pt x="248704" y="274320"/>
                  </a:lnTo>
                  <a:close/>
                  <a:moveTo>
                    <a:pt x="656923" y="276987"/>
                  </a:moveTo>
                  <a:cubicBezTo>
                    <a:pt x="639913" y="276987"/>
                    <a:pt x="624933" y="273053"/>
                    <a:pt x="611984" y="265176"/>
                  </a:cubicBezTo>
                  <a:cubicBezTo>
                    <a:pt x="599290" y="257051"/>
                    <a:pt x="589388" y="245621"/>
                    <a:pt x="582279" y="230886"/>
                  </a:cubicBezTo>
                  <a:cubicBezTo>
                    <a:pt x="575424" y="215903"/>
                    <a:pt x="571997" y="198377"/>
                    <a:pt x="571997" y="178308"/>
                  </a:cubicBezTo>
                  <a:cubicBezTo>
                    <a:pt x="571997" y="158239"/>
                    <a:pt x="575552" y="140713"/>
                    <a:pt x="582660" y="125730"/>
                  </a:cubicBezTo>
                  <a:cubicBezTo>
                    <a:pt x="589769" y="110747"/>
                    <a:pt x="599671" y="99060"/>
                    <a:pt x="612365" y="90678"/>
                  </a:cubicBezTo>
                  <a:cubicBezTo>
                    <a:pt x="625313" y="82296"/>
                    <a:pt x="640166" y="78105"/>
                    <a:pt x="656923" y="78105"/>
                  </a:cubicBezTo>
                  <a:cubicBezTo>
                    <a:pt x="674441" y="78105"/>
                    <a:pt x="689294" y="82420"/>
                    <a:pt x="701481" y="91059"/>
                  </a:cubicBezTo>
                  <a:cubicBezTo>
                    <a:pt x="713667" y="99698"/>
                    <a:pt x="721919" y="112014"/>
                    <a:pt x="726235" y="128016"/>
                  </a:cubicBezTo>
                  <a:lnTo>
                    <a:pt x="721665" y="131064"/>
                  </a:lnTo>
                  <a:lnTo>
                    <a:pt x="721665" y="82677"/>
                  </a:lnTo>
                  <a:lnTo>
                    <a:pt x="752132" y="82677"/>
                  </a:lnTo>
                  <a:lnTo>
                    <a:pt x="752132" y="274320"/>
                  </a:lnTo>
                  <a:lnTo>
                    <a:pt x="721665" y="274320"/>
                  </a:lnTo>
                  <a:lnTo>
                    <a:pt x="721665" y="224790"/>
                  </a:lnTo>
                  <a:lnTo>
                    <a:pt x="726235" y="227076"/>
                  </a:lnTo>
                  <a:cubicBezTo>
                    <a:pt x="721919" y="243078"/>
                    <a:pt x="713667" y="255394"/>
                    <a:pt x="701481" y="264033"/>
                  </a:cubicBezTo>
                  <a:cubicBezTo>
                    <a:pt x="689294" y="272672"/>
                    <a:pt x="674441" y="276987"/>
                    <a:pt x="656923" y="276987"/>
                  </a:cubicBezTo>
                  <a:close/>
                  <a:moveTo>
                    <a:pt x="663016" y="251460"/>
                  </a:moveTo>
                  <a:cubicBezTo>
                    <a:pt x="681805" y="251460"/>
                    <a:pt x="696276" y="245107"/>
                    <a:pt x="706431" y="232410"/>
                  </a:cubicBezTo>
                  <a:cubicBezTo>
                    <a:pt x="716587" y="219456"/>
                    <a:pt x="721665" y="201168"/>
                    <a:pt x="721665" y="177546"/>
                  </a:cubicBezTo>
                  <a:cubicBezTo>
                    <a:pt x="721665" y="153924"/>
                    <a:pt x="716461" y="135760"/>
                    <a:pt x="706051" y="123063"/>
                  </a:cubicBezTo>
                  <a:cubicBezTo>
                    <a:pt x="695896" y="110366"/>
                    <a:pt x="681550" y="104013"/>
                    <a:pt x="663016" y="104013"/>
                  </a:cubicBezTo>
                  <a:cubicBezTo>
                    <a:pt x="644229" y="104013"/>
                    <a:pt x="629503" y="110614"/>
                    <a:pt x="618839" y="123825"/>
                  </a:cubicBezTo>
                  <a:cubicBezTo>
                    <a:pt x="608430" y="136779"/>
                    <a:pt x="603225" y="154943"/>
                    <a:pt x="603225" y="178308"/>
                  </a:cubicBezTo>
                  <a:cubicBezTo>
                    <a:pt x="603225" y="201673"/>
                    <a:pt x="608430" y="219713"/>
                    <a:pt x="618839" y="232410"/>
                  </a:cubicBezTo>
                  <a:cubicBezTo>
                    <a:pt x="629503" y="245107"/>
                    <a:pt x="644229" y="251460"/>
                    <a:pt x="663016" y="251460"/>
                  </a:cubicBezTo>
                  <a:close/>
                  <a:moveTo>
                    <a:pt x="811774" y="274320"/>
                  </a:moveTo>
                  <a:lnTo>
                    <a:pt x="811774" y="136398"/>
                  </a:lnTo>
                  <a:cubicBezTo>
                    <a:pt x="811774" y="127511"/>
                    <a:pt x="811520" y="118615"/>
                    <a:pt x="811013" y="109728"/>
                  </a:cubicBezTo>
                  <a:cubicBezTo>
                    <a:pt x="810758" y="100584"/>
                    <a:pt x="809997" y="91564"/>
                    <a:pt x="808728" y="82677"/>
                  </a:cubicBezTo>
                  <a:lnTo>
                    <a:pt x="838052" y="82677"/>
                  </a:lnTo>
                  <a:lnTo>
                    <a:pt x="842241" y="129921"/>
                  </a:lnTo>
                  <a:lnTo>
                    <a:pt x="838052" y="128778"/>
                  </a:lnTo>
                  <a:cubicBezTo>
                    <a:pt x="841606" y="112014"/>
                    <a:pt x="849223" y="99441"/>
                    <a:pt x="860902" y="91059"/>
                  </a:cubicBezTo>
                  <a:cubicBezTo>
                    <a:pt x="872835" y="82420"/>
                    <a:pt x="886164" y="78105"/>
                    <a:pt x="900890" y="78105"/>
                  </a:cubicBezTo>
                  <a:cubicBezTo>
                    <a:pt x="904191" y="78105"/>
                    <a:pt x="907237" y="78362"/>
                    <a:pt x="910030" y="78867"/>
                  </a:cubicBezTo>
                  <a:cubicBezTo>
                    <a:pt x="913076" y="79124"/>
                    <a:pt x="915869" y="79629"/>
                    <a:pt x="918408" y="80391"/>
                  </a:cubicBezTo>
                  <a:lnTo>
                    <a:pt x="917646" y="108585"/>
                  </a:lnTo>
                  <a:cubicBezTo>
                    <a:pt x="911807" y="106556"/>
                    <a:pt x="905079" y="105537"/>
                    <a:pt x="897462" y="105537"/>
                  </a:cubicBezTo>
                  <a:cubicBezTo>
                    <a:pt x="884260" y="105537"/>
                    <a:pt x="873596" y="108461"/>
                    <a:pt x="865472" y="114300"/>
                  </a:cubicBezTo>
                  <a:cubicBezTo>
                    <a:pt x="857601" y="120139"/>
                    <a:pt x="851762" y="127635"/>
                    <a:pt x="847954" y="136779"/>
                  </a:cubicBezTo>
                  <a:cubicBezTo>
                    <a:pt x="844399" y="145666"/>
                    <a:pt x="842622" y="155067"/>
                    <a:pt x="842622" y="164973"/>
                  </a:cubicBezTo>
                  <a:lnTo>
                    <a:pt x="842622" y="274320"/>
                  </a:lnTo>
                  <a:lnTo>
                    <a:pt x="811774" y="274320"/>
                  </a:lnTo>
                  <a:close/>
                  <a:moveTo>
                    <a:pt x="937959" y="107061"/>
                  </a:moveTo>
                  <a:lnTo>
                    <a:pt x="937959" y="82677"/>
                  </a:lnTo>
                  <a:lnTo>
                    <a:pt x="1060969" y="82677"/>
                  </a:lnTo>
                  <a:lnTo>
                    <a:pt x="1060969" y="107061"/>
                  </a:lnTo>
                  <a:lnTo>
                    <a:pt x="937959" y="107061"/>
                  </a:lnTo>
                  <a:close/>
                  <a:moveTo>
                    <a:pt x="1060207" y="246888"/>
                  </a:moveTo>
                  <a:lnTo>
                    <a:pt x="1060207" y="273177"/>
                  </a:lnTo>
                  <a:cubicBezTo>
                    <a:pt x="1055894" y="274444"/>
                    <a:pt x="1051582" y="275339"/>
                    <a:pt x="1047259" y="275844"/>
                  </a:cubicBezTo>
                  <a:cubicBezTo>
                    <a:pt x="1043203" y="276606"/>
                    <a:pt x="1038633" y="276987"/>
                    <a:pt x="1033549" y="276987"/>
                  </a:cubicBezTo>
                  <a:cubicBezTo>
                    <a:pt x="1015783" y="276987"/>
                    <a:pt x="1001559" y="271910"/>
                    <a:pt x="990895" y="261747"/>
                  </a:cubicBezTo>
                  <a:cubicBezTo>
                    <a:pt x="980489" y="251584"/>
                    <a:pt x="975281" y="236344"/>
                    <a:pt x="975281" y="216027"/>
                  </a:cubicBezTo>
                  <a:lnTo>
                    <a:pt x="975281" y="33528"/>
                  </a:lnTo>
                  <a:lnTo>
                    <a:pt x="1006129" y="22479"/>
                  </a:lnTo>
                  <a:lnTo>
                    <a:pt x="1006129" y="211836"/>
                  </a:lnTo>
                  <a:cubicBezTo>
                    <a:pt x="1006129" y="221999"/>
                    <a:pt x="1007528" y="229867"/>
                    <a:pt x="1010318" y="235458"/>
                  </a:cubicBezTo>
                  <a:cubicBezTo>
                    <a:pt x="1013365" y="241049"/>
                    <a:pt x="1017430" y="244983"/>
                    <a:pt x="1022505" y="247269"/>
                  </a:cubicBezTo>
                  <a:cubicBezTo>
                    <a:pt x="1027589" y="249298"/>
                    <a:pt x="1033301" y="250317"/>
                    <a:pt x="1039642" y="250317"/>
                  </a:cubicBezTo>
                  <a:cubicBezTo>
                    <a:pt x="1043451" y="250317"/>
                    <a:pt x="1046878" y="250060"/>
                    <a:pt x="1049925" y="249555"/>
                  </a:cubicBezTo>
                  <a:cubicBezTo>
                    <a:pt x="1052972" y="249050"/>
                    <a:pt x="1056399" y="248155"/>
                    <a:pt x="1060207" y="2468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g12709bdffa8_0_3409"/>
            <p:cNvSpPr/>
            <p:nvPr/>
          </p:nvSpPr>
          <p:spPr>
            <a:xfrm>
              <a:off x="2533419" y="6030637"/>
              <a:ext cx="1481153" cy="357758"/>
            </a:xfrm>
            <a:custGeom>
              <a:rect b="b" l="l" r="r" t="t"/>
              <a:pathLst>
                <a:path extrusionOk="0" h="357758" w="1481153">
                  <a:moveTo>
                    <a:pt x="0" y="272796"/>
                  </a:moveTo>
                  <a:lnTo>
                    <a:pt x="0" y="1524"/>
                  </a:lnTo>
                  <a:lnTo>
                    <a:pt x="31228" y="1524"/>
                  </a:lnTo>
                  <a:lnTo>
                    <a:pt x="31228" y="246126"/>
                  </a:lnTo>
                  <a:lnTo>
                    <a:pt x="167187" y="246126"/>
                  </a:lnTo>
                  <a:lnTo>
                    <a:pt x="167187" y="272796"/>
                  </a:lnTo>
                  <a:lnTo>
                    <a:pt x="0" y="272796"/>
                  </a:lnTo>
                  <a:close/>
                  <a:moveTo>
                    <a:pt x="282561" y="275463"/>
                  </a:moveTo>
                  <a:cubicBezTo>
                    <a:pt x="264281" y="275463"/>
                    <a:pt x="248285" y="271396"/>
                    <a:pt x="234576" y="263271"/>
                  </a:cubicBezTo>
                  <a:cubicBezTo>
                    <a:pt x="221113" y="255146"/>
                    <a:pt x="210583" y="243716"/>
                    <a:pt x="202966" y="228981"/>
                  </a:cubicBezTo>
                  <a:cubicBezTo>
                    <a:pt x="195597" y="213998"/>
                    <a:pt x="191922" y="196339"/>
                    <a:pt x="191922" y="176022"/>
                  </a:cubicBezTo>
                  <a:cubicBezTo>
                    <a:pt x="191922" y="155953"/>
                    <a:pt x="195597" y="138427"/>
                    <a:pt x="202966" y="123444"/>
                  </a:cubicBezTo>
                  <a:cubicBezTo>
                    <a:pt x="210583" y="108461"/>
                    <a:pt x="221113" y="96898"/>
                    <a:pt x="234576" y="88773"/>
                  </a:cubicBezTo>
                  <a:cubicBezTo>
                    <a:pt x="248285" y="80648"/>
                    <a:pt x="264281" y="76581"/>
                    <a:pt x="282561" y="76581"/>
                  </a:cubicBezTo>
                  <a:cubicBezTo>
                    <a:pt x="300841" y="76581"/>
                    <a:pt x="316703" y="80648"/>
                    <a:pt x="330165" y="88773"/>
                  </a:cubicBezTo>
                  <a:cubicBezTo>
                    <a:pt x="343875" y="96898"/>
                    <a:pt x="354405" y="108461"/>
                    <a:pt x="361774" y="123444"/>
                  </a:cubicBezTo>
                  <a:cubicBezTo>
                    <a:pt x="369391" y="138427"/>
                    <a:pt x="373199" y="155953"/>
                    <a:pt x="373199" y="176022"/>
                  </a:cubicBezTo>
                  <a:cubicBezTo>
                    <a:pt x="373199" y="196339"/>
                    <a:pt x="369391" y="213998"/>
                    <a:pt x="361774" y="228981"/>
                  </a:cubicBezTo>
                  <a:cubicBezTo>
                    <a:pt x="354405" y="243716"/>
                    <a:pt x="343875" y="255146"/>
                    <a:pt x="330165" y="263271"/>
                  </a:cubicBezTo>
                  <a:cubicBezTo>
                    <a:pt x="316703" y="271396"/>
                    <a:pt x="300841" y="275463"/>
                    <a:pt x="282561" y="275463"/>
                  </a:cubicBezTo>
                  <a:close/>
                  <a:moveTo>
                    <a:pt x="282561" y="249936"/>
                  </a:moveTo>
                  <a:cubicBezTo>
                    <a:pt x="301345" y="249936"/>
                    <a:pt x="315817" y="243716"/>
                    <a:pt x="325976" y="231267"/>
                  </a:cubicBezTo>
                  <a:cubicBezTo>
                    <a:pt x="336382" y="218570"/>
                    <a:pt x="341590" y="200149"/>
                    <a:pt x="341590" y="176022"/>
                  </a:cubicBezTo>
                  <a:cubicBezTo>
                    <a:pt x="341590" y="152400"/>
                    <a:pt x="336382" y="134236"/>
                    <a:pt x="325976" y="121539"/>
                  </a:cubicBezTo>
                  <a:cubicBezTo>
                    <a:pt x="315560" y="108842"/>
                    <a:pt x="301088" y="102489"/>
                    <a:pt x="282561" y="102489"/>
                  </a:cubicBezTo>
                  <a:cubicBezTo>
                    <a:pt x="264024" y="102489"/>
                    <a:pt x="249428" y="108842"/>
                    <a:pt x="238765" y="121539"/>
                  </a:cubicBezTo>
                  <a:cubicBezTo>
                    <a:pt x="228349" y="134236"/>
                    <a:pt x="223150" y="152400"/>
                    <a:pt x="223150" y="176022"/>
                  </a:cubicBezTo>
                  <a:cubicBezTo>
                    <a:pt x="223150" y="200149"/>
                    <a:pt x="228225" y="218570"/>
                    <a:pt x="238384" y="231267"/>
                  </a:cubicBezTo>
                  <a:cubicBezTo>
                    <a:pt x="248790" y="243716"/>
                    <a:pt x="263519" y="249936"/>
                    <a:pt x="282561" y="249936"/>
                  </a:cubicBezTo>
                  <a:close/>
                  <a:moveTo>
                    <a:pt x="505445" y="357759"/>
                  </a:moveTo>
                  <a:cubicBezTo>
                    <a:pt x="476501" y="357759"/>
                    <a:pt x="451366" y="351158"/>
                    <a:pt x="430039" y="337947"/>
                  </a:cubicBezTo>
                  <a:lnTo>
                    <a:pt x="435371" y="312801"/>
                  </a:lnTo>
                  <a:cubicBezTo>
                    <a:pt x="447310" y="319659"/>
                    <a:pt x="458602" y="324612"/>
                    <a:pt x="469265" y="327660"/>
                  </a:cubicBezTo>
                  <a:cubicBezTo>
                    <a:pt x="479929" y="330708"/>
                    <a:pt x="491992" y="332232"/>
                    <a:pt x="505445" y="332232"/>
                  </a:cubicBezTo>
                  <a:cubicBezTo>
                    <a:pt x="523725" y="332232"/>
                    <a:pt x="537568" y="327279"/>
                    <a:pt x="546955" y="317373"/>
                  </a:cubicBezTo>
                  <a:cubicBezTo>
                    <a:pt x="556610" y="307724"/>
                    <a:pt x="561427" y="293246"/>
                    <a:pt x="561427" y="273939"/>
                  </a:cubicBezTo>
                  <a:lnTo>
                    <a:pt x="561427" y="222123"/>
                  </a:lnTo>
                  <a:lnTo>
                    <a:pt x="565617" y="217170"/>
                  </a:lnTo>
                  <a:cubicBezTo>
                    <a:pt x="562570" y="227333"/>
                    <a:pt x="557752" y="236220"/>
                    <a:pt x="551145" y="243840"/>
                  </a:cubicBezTo>
                  <a:cubicBezTo>
                    <a:pt x="544804" y="251203"/>
                    <a:pt x="536930" y="256918"/>
                    <a:pt x="527533" y="260985"/>
                  </a:cubicBezTo>
                  <a:cubicBezTo>
                    <a:pt x="518145" y="265052"/>
                    <a:pt x="507482" y="267081"/>
                    <a:pt x="495543" y="267081"/>
                  </a:cubicBezTo>
                  <a:cubicBezTo>
                    <a:pt x="478539" y="267081"/>
                    <a:pt x="463553" y="263147"/>
                    <a:pt x="450604" y="255270"/>
                  </a:cubicBezTo>
                  <a:cubicBezTo>
                    <a:pt x="437913" y="247145"/>
                    <a:pt x="427888" y="235963"/>
                    <a:pt x="420518" y="221742"/>
                  </a:cubicBezTo>
                  <a:cubicBezTo>
                    <a:pt x="413416" y="207521"/>
                    <a:pt x="409855" y="190881"/>
                    <a:pt x="409855" y="171831"/>
                  </a:cubicBezTo>
                  <a:cubicBezTo>
                    <a:pt x="409855" y="152781"/>
                    <a:pt x="413416" y="136141"/>
                    <a:pt x="420518" y="121920"/>
                  </a:cubicBezTo>
                  <a:cubicBezTo>
                    <a:pt x="427888" y="107699"/>
                    <a:pt x="437913" y="96650"/>
                    <a:pt x="450604" y="88773"/>
                  </a:cubicBezTo>
                  <a:cubicBezTo>
                    <a:pt x="463553" y="80648"/>
                    <a:pt x="478539" y="76581"/>
                    <a:pt x="495543" y="76581"/>
                  </a:cubicBezTo>
                  <a:cubicBezTo>
                    <a:pt x="513318" y="76581"/>
                    <a:pt x="528295" y="81029"/>
                    <a:pt x="540481" y="89916"/>
                  </a:cubicBezTo>
                  <a:cubicBezTo>
                    <a:pt x="552925" y="98555"/>
                    <a:pt x="561304" y="110747"/>
                    <a:pt x="565617" y="126492"/>
                  </a:cubicBezTo>
                  <a:lnTo>
                    <a:pt x="561047" y="122301"/>
                  </a:lnTo>
                  <a:lnTo>
                    <a:pt x="561047" y="81153"/>
                  </a:lnTo>
                  <a:lnTo>
                    <a:pt x="591894" y="81153"/>
                  </a:lnTo>
                  <a:lnTo>
                    <a:pt x="591894" y="271272"/>
                  </a:lnTo>
                  <a:cubicBezTo>
                    <a:pt x="591894" y="299971"/>
                    <a:pt x="584535" y="321564"/>
                    <a:pt x="569806" y="336042"/>
                  </a:cubicBezTo>
                  <a:cubicBezTo>
                    <a:pt x="555334" y="350520"/>
                    <a:pt x="533883" y="357759"/>
                    <a:pt x="505445" y="357759"/>
                  </a:cubicBezTo>
                  <a:close/>
                  <a:moveTo>
                    <a:pt x="501636" y="241173"/>
                  </a:moveTo>
                  <a:cubicBezTo>
                    <a:pt x="520173" y="241173"/>
                    <a:pt x="534645" y="235077"/>
                    <a:pt x="545051" y="222885"/>
                  </a:cubicBezTo>
                  <a:cubicBezTo>
                    <a:pt x="555715" y="210436"/>
                    <a:pt x="561047" y="193424"/>
                    <a:pt x="561047" y="171831"/>
                  </a:cubicBezTo>
                  <a:cubicBezTo>
                    <a:pt x="561047" y="150238"/>
                    <a:pt x="555715" y="133350"/>
                    <a:pt x="545051" y="121158"/>
                  </a:cubicBezTo>
                  <a:cubicBezTo>
                    <a:pt x="534645" y="108709"/>
                    <a:pt x="520173" y="102489"/>
                    <a:pt x="501636" y="102489"/>
                  </a:cubicBezTo>
                  <a:cubicBezTo>
                    <a:pt x="482851" y="102489"/>
                    <a:pt x="467999" y="108709"/>
                    <a:pt x="457079" y="121158"/>
                  </a:cubicBezTo>
                  <a:cubicBezTo>
                    <a:pt x="446415" y="133350"/>
                    <a:pt x="441083" y="150238"/>
                    <a:pt x="441083" y="171831"/>
                  </a:cubicBezTo>
                  <a:cubicBezTo>
                    <a:pt x="441083" y="193672"/>
                    <a:pt x="446415" y="210693"/>
                    <a:pt x="457079" y="222885"/>
                  </a:cubicBezTo>
                  <a:cubicBezTo>
                    <a:pt x="467999" y="235077"/>
                    <a:pt x="482851" y="241173"/>
                    <a:pt x="501636" y="241173"/>
                  </a:cubicBezTo>
                  <a:close/>
                  <a:moveTo>
                    <a:pt x="651124" y="272796"/>
                  </a:moveTo>
                  <a:lnTo>
                    <a:pt x="651124" y="81153"/>
                  </a:lnTo>
                  <a:lnTo>
                    <a:pt x="681971" y="81153"/>
                  </a:lnTo>
                  <a:lnTo>
                    <a:pt x="681971" y="272796"/>
                  </a:lnTo>
                  <a:lnTo>
                    <a:pt x="651124" y="272796"/>
                  </a:lnTo>
                  <a:close/>
                  <a:moveTo>
                    <a:pt x="648077" y="0"/>
                  </a:moveTo>
                  <a:lnTo>
                    <a:pt x="685780" y="0"/>
                  </a:lnTo>
                  <a:lnTo>
                    <a:pt x="685780" y="35052"/>
                  </a:lnTo>
                  <a:lnTo>
                    <a:pt x="648077" y="35052"/>
                  </a:lnTo>
                  <a:lnTo>
                    <a:pt x="648077" y="0"/>
                  </a:lnTo>
                  <a:close/>
                  <a:moveTo>
                    <a:pt x="806609" y="275463"/>
                  </a:moveTo>
                  <a:cubicBezTo>
                    <a:pt x="774371" y="275463"/>
                    <a:pt x="748856" y="267205"/>
                    <a:pt x="730061" y="250698"/>
                  </a:cubicBezTo>
                  <a:lnTo>
                    <a:pt x="740344" y="227838"/>
                  </a:lnTo>
                  <a:cubicBezTo>
                    <a:pt x="750502" y="235715"/>
                    <a:pt x="760909" y="241554"/>
                    <a:pt x="771572" y="245364"/>
                  </a:cubicBezTo>
                  <a:cubicBezTo>
                    <a:pt x="782493" y="248917"/>
                    <a:pt x="794556" y="250698"/>
                    <a:pt x="807751" y="250698"/>
                  </a:cubicBezTo>
                  <a:cubicBezTo>
                    <a:pt x="822223" y="250698"/>
                    <a:pt x="833144" y="248288"/>
                    <a:pt x="840503" y="243459"/>
                  </a:cubicBezTo>
                  <a:cubicBezTo>
                    <a:pt x="848120" y="238382"/>
                    <a:pt x="851929" y="231143"/>
                    <a:pt x="851929" y="221742"/>
                  </a:cubicBezTo>
                  <a:cubicBezTo>
                    <a:pt x="851929" y="214122"/>
                    <a:pt x="849396" y="208150"/>
                    <a:pt x="844312" y="203835"/>
                  </a:cubicBezTo>
                  <a:cubicBezTo>
                    <a:pt x="839237" y="199263"/>
                    <a:pt x="830859" y="195577"/>
                    <a:pt x="819177" y="192786"/>
                  </a:cubicBezTo>
                  <a:lnTo>
                    <a:pt x="786806" y="185166"/>
                  </a:lnTo>
                  <a:cubicBezTo>
                    <a:pt x="770811" y="181613"/>
                    <a:pt x="758376" y="175260"/>
                    <a:pt x="749484" y="166116"/>
                  </a:cubicBezTo>
                  <a:cubicBezTo>
                    <a:pt x="740858" y="156972"/>
                    <a:pt x="736535" y="146047"/>
                    <a:pt x="736535" y="133350"/>
                  </a:cubicBezTo>
                  <a:cubicBezTo>
                    <a:pt x="736535" y="122177"/>
                    <a:pt x="739582" y="112395"/>
                    <a:pt x="745675" y="104013"/>
                  </a:cubicBezTo>
                  <a:cubicBezTo>
                    <a:pt x="751769" y="95374"/>
                    <a:pt x="760280" y="88649"/>
                    <a:pt x="771191" y="83820"/>
                  </a:cubicBezTo>
                  <a:cubicBezTo>
                    <a:pt x="782112" y="78991"/>
                    <a:pt x="795060" y="76581"/>
                    <a:pt x="810037" y="76581"/>
                  </a:cubicBezTo>
                  <a:cubicBezTo>
                    <a:pt x="823499" y="76581"/>
                    <a:pt x="836190" y="78743"/>
                    <a:pt x="848120" y="83058"/>
                  </a:cubicBezTo>
                  <a:cubicBezTo>
                    <a:pt x="860059" y="87373"/>
                    <a:pt x="870085" y="93602"/>
                    <a:pt x="878206" y="101727"/>
                  </a:cubicBezTo>
                  <a:lnTo>
                    <a:pt x="867924" y="124206"/>
                  </a:lnTo>
                  <a:cubicBezTo>
                    <a:pt x="858784" y="116586"/>
                    <a:pt x="849396" y="110995"/>
                    <a:pt x="839742" y="107442"/>
                  </a:cubicBezTo>
                  <a:cubicBezTo>
                    <a:pt x="830354" y="103632"/>
                    <a:pt x="820452" y="101727"/>
                    <a:pt x="810037" y="101727"/>
                  </a:cubicBezTo>
                  <a:cubicBezTo>
                    <a:pt x="796327" y="101727"/>
                    <a:pt x="785663" y="104394"/>
                    <a:pt x="778046" y="109728"/>
                  </a:cubicBezTo>
                  <a:cubicBezTo>
                    <a:pt x="770687" y="115062"/>
                    <a:pt x="767002" y="122301"/>
                    <a:pt x="767002" y="131445"/>
                  </a:cubicBezTo>
                  <a:cubicBezTo>
                    <a:pt x="767002" y="139322"/>
                    <a:pt x="769287" y="145542"/>
                    <a:pt x="773857" y="150114"/>
                  </a:cubicBezTo>
                  <a:cubicBezTo>
                    <a:pt x="778684" y="154686"/>
                    <a:pt x="786301" y="158239"/>
                    <a:pt x="796708" y="160782"/>
                  </a:cubicBezTo>
                  <a:lnTo>
                    <a:pt x="829078" y="168783"/>
                  </a:lnTo>
                  <a:cubicBezTo>
                    <a:pt x="847111" y="172593"/>
                    <a:pt x="860307" y="178946"/>
                    <a:pt x="868685" y="187833"/>
                  </a:cubicBezTo>
                  <a:cubicBezTo>
                    <a:pt x="877321" y="196472"/>
                    <a:pt x="881634" y="207521"/>
                    <a:pt x="881634" y="220980"/>
                  </a:cubicBezTo>
                  <a:cubicBezTo>
                    <a:pt x="881634" y="237487"/>
                    <a:pt x="874912" y="250698"/>
                    <a:pt x="861449" y="260604"/>
                  </a:cubicBezTo>
                  <a:cubicBezTo>
                    <a:pt x="847996" y="270510"/>
                    <a:pt x="829716" y="275463"/>
                    <a:pt x="806609" y="275463"/>
                  </a:cubicBezTo>
                  <a:close/>
                  <a:moveTo>
                    <a:pt x="901904" y="105537"/>
                  </a:moveTo>
                  <a:lnTo>
                    <a:pt x="901904" y="81153"/>
                  </a:lnTo>
                  <a:lnTo>
                    <a:pt x="1024913" y="81153"/>
                  </a:lnTo>
                  <a:lnTo>
                    <a:pt x="1024913" y="105537"/>
                  </a:lnTo>
                  <a:lnTo>
                    <a:pt x="901904" y="105537"/>
                  </a:lnTo>
                  <a:close/>
                  <a:moveTo>
                    <a:pt x="1024152" y="245364"/>
                  </a:moveTo>
                  <a:lnTo>
                    <a:pt x="1024152" y="271653"/>
                  </a:lnTo>
                  <a:cubicBezTo>
                    <a:pt x="1019829" y="272920"/>
                    <a:pt x="1015516" y="273815"/>
                    <a:pt x="1011203" y="274320"/>
                  </a:cubicBezTo>
                  <a:cubicBezTo>
                    <a:pt x="1007138" y="275082"/>
                    <a:pt x="1002568" y="275463"/>
                    <a:pt x="997493" y="275463"/>
                  </a:cubicBezTo>
                  <a:cubicBezTo>
                    <a:pt x="979718" y="275463"/>
                    <a:pt x="965503" y="270386"/>
                    <a:pt x="954840" y="260223"/>
                  </a:cubicBezTo>
                  <a:cubicBezTo>
                    <a:pt x="944424" y="250060"/>
                    <a:pt x="939226" y="234820"/>
                    <a:pt x="939226" y="214503"/>
                  </a:cubicBezTo>
                  <a:lnTo>
                    <a:pt x="939226" y="32004"/>
                  </a:lnTo>
                  <a:lnTo>
                    <a:pt x="970073" y="20955"/>
                  </a:lnTo>
                  <a:lnTo>
                    <a:pt x="970073" y="210312"/>
                  </a:lnTo>
                  <a:cubicBezTo>
                    <a:pt x="970073" y="220475"/>
                    <a:pt x="971463" y="228343"/>
                    <a:pt x="974262" y="233934"/>
                  </a:cubicBezTo>
                  <a:cubicBezTo>
                    <a:pt x="977309" y="239525"/>
                    <a:pt x="981365" y="243459"/>
                    <a:pt x="986449" y="245745"/>
                  </a:cubicBezTo>
                  <a:cubicBezTo>
                    <a:pt x="991524" y="247774"/>
                    <a:pt x="997236" y="248793"/>
                    <a:pt x="1003587" y="248793"/>
                  </a:cubicBezTo>
                  <a:cubicBezTo>
                    <a:pt x="1007395" y="248793"/>
                    <a:pt x="1010822" y="248536"/>
                    <a:pt x="1013869" y="248031"/>
                  </a:cubicBezTo>
                  <a:cubicBezTo>
                    <a:pt x="1016916" y="247526"/>
                    <a:pt x="1020343" y="246631"/>
                    <a:pt x="1024152" y="245364"/>
                  </a:cubicBezTo>
                  <a:close/>
                  <a:moveTo>
                    <a:pt x="1062083" y="272796"/>
                  </a:moveTo>
                  <a:lnTo>
                    <a:pt x="1062083" y="81153"/>
                  </a:lnTo>
                  <a:lnTo>
                    <a:pt x="1092931" y="81153"/>
                  </a:lnTo>
                  <a:lnTo>
                    <a:pt x="1092931" y="272796"/>
                  </a:lnTo>
                  <a:lnTo>
                    <a:pt x="1062083" y="272796"/>
                  </a:lnTo>
                  <a:close/>
                  <a:moveTo>
                    <a:pt x="1059036" y="0"/>
                  </a:moveTo>
                  <a:lnTo>
                    <a:pt x="1096739" y="0"/>
                  </a:lnTo>
                  <a:lnTo>
                    <a:pt x="1096739" y="35052"/>
                  </a:lnTo>
                  <a:lnTo>
                    <a:pt x="1059036" y="35052"/>
                  </a:lnTo>
                  <a:lnTo>
                    <a:pt x="1059036" y="0"/>
                  </a:lnTo>
                  <a:close/>
                  <a:moveTo>
                    <a:pt x="1233183" y="275463"/>
                  </a:moveTo>
                  <a:cubicBezTo>
                    <a:pt x="1214398" y="275463"/>
                    <a:pt x="1198146" y="271396"/>
                    <a:pt x="1184436" y="263271"/>
                  </a:cubicBezTo>
                  <a:cubicBezTo>
                    <a:pt x="1170726" y="255146"/>
                    <a:pt x="1160062" y="243716"/>
                    <a:pt x="1152446" y="228981"/>
                  </a:cubicBezTo>
                  <a:cubicBezTo>
                    <a:pt x="1145086" y="214246"/>
                    <a:pt x="1141401" y="196853"/>
                    <a:pt x="1141401" y="176784"/>
                  </a:cubicBezTo>
                  <a:cubicBezTo>
                    <a:pt x="1141401" y="156972"/>
                    <a:pt x="1145210" y="139570"/>
                    <a:pt x="1152827" y="124587"/>
                  </a:cubicBezTo>
                  <a:cubicBezTo>
                    <a:pt x="1160443" y="109347"/>
                    <a:pt x="1171240" y="97536"/>
                    <a:pt x="1185197" y="89154"/>
                  </a:cubicBezTo>
                  <a:cubicBezTo>
                    <a:pt x="1199165" y="80772"/>
                    <a:pt x="1215664" y="76581"/>
                    <a:pt x="1234706" y="76581"/>
                  </a:cubicBezTo>
                  <a:cubicBezTo>
                    <a:pt x="1247654" y="76581"/>
                    <a:pt x="1260098" y="78867"/>
                    <a:pt x="1272028" y="83439"/>
                  </a:cubicBezTo>
                  <a:cubicBezTo>
                    <a:pt x="1284215" y="87754"/>
                    <a:pt x="1294250" y="93850"/>
                    <a:pt x="1302114" y="101727"/>
                  </a:cubicBezTo>
                  <a:lnTo>
                    <a:pt x="1291831" y="124587"/>
                  </a:lnTo>
                  <a:cubicBezTo>
                    <a:pt x="1282444" y="117224"/>
                    <a:pt x="1273170" y="111757"/>
                    <a:pt x="1264030" y="108204"/>
                  </a:cubicBezTo>
                  <a:cubicBezTo>
                    <a:pt x="1255148" y="104394"/>
                    <a:pt x="1245884" y="102489"/>
                    <a:pt x="1236230" y="102489"/>
                  </a:cubicBezTo>
                  <a:cubicBezTo>
                    <a:pt x="1216940" y="102489"/>
                    <a:pt x="1201573" y="108966"/>
                    <a:pt x="1190148" y="121920"/>
                  </a:cubicBezTo>
                  <a:cubicBezTo>
                    <a:pt x="1178980" y="134874"/>
                    <a:pt x="1173392" y="153162"/>
                    <a:pt x="1173392" y="176784"/>
                  </a:cubicBezTo>
                  <a:cubicBezTo>
                    <a:pt x="1173392" y="200149"/>
                    <a:pt x="1178980" y="218189"/>
                    <a:pt x="1190148" y="230886"/>
                  </a:cubicBezTo>
                  <a:cubicBezTo>
                    <a:pt x="1201326" y="243583"/>
                    <a:pt x="1216683" y="249936"/>
                    <a:pt x="1236230" y="249936"/>
                  </a:cubicBezTo>
                  <a:cubicBezTo>
                    <a:pt x="1245627" y="249936"/>
                    <a:pt x="1254890" y="248155"/>
                    <a:pt x="1264030" y="244602"/>
                  </a:cubicBezTo>
                  <a:cubicBezTo>
                    <a:pt x="1273170" y="240792"/>
                    <a:pt x="1282444" y="235201"/>
                    <a:pt x="1291831" y="227838"/>
                  </a:cubicBezTo>
                  <a:lnTo>
                    <a:pt x="1302114" y="250698"/>
                  </a:lnTo>
                  <a:cubicBezTo>
                    <a:pt x="1293993" y="258318"/>
                    <a:pt x="1283710" y="264414"/>
                    <a:pt x="1271266" y="268986"/>
                  </a:cubicBezTo>
                  <a:cubicBezTo>
                    <a:pt x="1259080" y="273301"/>
                    <a:pt x="1246388" y="275463"/>
                    <a:pt x="1233183" y="275463"/>
                  </a:cubicBezTo>
                  <a:close/>
                  <a:moveTo>
                    <a:pt x="1406130" y="275463"/>
                  </a:moveTo>
                  <a:cubicBezTo>
                    <a:pt x="1373882" y="275463"/>
                    <a:pt x="1348366" y="267205"/>
                    <a:pt x="1329582" y="250698"/>
                  </a:cubicBezTo>
                  <a:lnTo>
                    <a:pt x="1339864" y="227838"/>
                  </a:lnTo>
                  <a:cubicBezTo>
                    <a:pt x="1350023" y="235715"/>
                    <a:pt x="1360429" y="241554"/>
                    <a:pt x="1371093" y="245364"/>
                  </a:cubicBezTo>
                  <a:cubicBezTo>
                    <a:pt x="1382013" y="248917"/>
                    <a:pt x="1394066" y="250698"/>
                    <a:pt x="1407272" y="250698"/>
                  </a:cubicBezTo>
                  <a:cubicBezTo>
                    <a:pt x="1421744" y="250698"/>
                    <a:pt x="1432664" y="248288"/>
                    <a:pt x="1440024" y="243459"/>
                  </a:cubicBezTo>
                  <a:cubicBezTo>
                    <a:pt x="1447641" y="238382"/>
                    <a:pt x="1451449" y="231143"/>
                    <a:pt x="1451449" y="221742"/>
                  </a:cubicBezTo>
                  <a:cubicBezTo>
                    <a:pt x="1451449" y="214122"/>
                    <a:pt x="1448907" y="208150"/>
                    <a:pt x="1443832" y="203835"/>
                  </a:cubicBezTo>
                  <a:cubicBezTo>
                    <a:pt x="1438757" y="199263"/>
                    <a:pt x="1430379" y="195577"/>
                    <a:pt x="1418697" y="192786"/>
                  </a:cubicBezTo>
                  <a:lnTo>
                    <a:pt x="1386326" y="185166"/>
                  </a:lnTo>
                  <a:cubicBezTo>
                    <a:pt x="1370331" y="181613"/>
                    <a:pt x="1357887" y="175260"/>
                    <a:pt x="1349004" y="166116"/>
                  </a:cubicBezTo>
                  <a:cubicBezTo>
                    <a:pt x="1340369" y="156972"/>
                    <a:pt x="1336056" y="146047"/>
                    <a:pt x="1336056" y="133350"/>
                  </a:cubicBezTo>
                  <a:cubicBezTo>
                    <a:pt x="1336056" y="122177"/>
                    <a:pt x="1339103" y="112395"/>
                    <a:pt x="1345196" y="104013"/>
                  </a:cubicBezTo>
                  <a:cubicBezTo>
                    <a:pt x="1351289" y="95374"/>
                    <a:pt x="1359792" y="88649"/>
                    <a:pt x="1370712" y="83820"/>
                  </a:cubicBezTo>
                  <a:cubicBezTo>
                    <a:pt x="1381632" y="78991"/>
                    <a:pt x="1394581" y="76581"/>
                    <a:pt x="1409557" y="76581"/>
                  </a:cubicBezTo>
                  <a:cubicBezTo>
                    <a:pt x="1423010" y="76581"/>
                    <a:pt x="1435711" y="78743"/>
                    <a:pt x="1447641" y="83058"/>
                  </a:cubicBezTo>
                  <a:cubicBezTo>
                    <a:pt x="1459570" y="87373"/>
                    <a:pt x="1469605" y="93602"/>
                    <a:pt x="1477727" y="101727"/>
                  </a:cubicBezTo>
                  <a:lnTo>
                    <a:pt x="1467444" y="124206"/>
                  </a:lnTo>
                  <a:cubicBezTo>
                    <a:pt x="1458304" y="116586"/>
                    <a:pt x="1448907" y="110995"/>
                    <a:pt x="1439262" y="107442"/>
                  </a:cubicBezTo>
                  <a:cubicBezTo>
                    <a:pt x="1429865" y="103632"/>
                    <a:pt x="1419963" y="101727"/>
                    <a:pt x="1409557" y="101727"/>
                  </a:cubicBezTo>
                  <a:cubicBezTo>
                    <a:pt x="1395847" y="101727"/>
                    <a:pt x="1385184" y="104394"/>
                    <a:pt x="1377567" y="109728"/>
                  </a:cubicBezTo>
                  <a:cubicBezTo>
                    <a:pt x="1370207" y="115062"/>
                    <a:pt x="1366523" y="122301"/>
                    <a:pt x="1366523" y="131445"/>
                  </a:cubicBezTo>
                  <a:cubicBezTo>
                    <a:pt x="1366523" y="139322"/>
                    <a:pt x="1368808" y="145542"/>
                    <a:pt x="1373378" y="150114"/>
                  </a:cubicBezTo>
                  <a:cubicBezTo>
                    <a:pt x="1378205" y="154686"/>
                    <a:pt x="1385821" y="158239"/>
                    <a:pt x="1396228" y="160782"/>
                  </a:cubicBezTo>
                  <a:lnTo>
                    <a:pt x="1428599" y="168783"/>
                  </a:lnTo>
                  <a:cubicBezTo>
                    <a:pt x="1446622" y="172593"/>
                    <a:pt x="1459827" y="178946"/>
                    <a:pt x="1468206" y="187833"/>
                  </a:cubicBezTo>
                  <a:cubicBezTo>
                    <a:pt x="1476841" y="196472"/>
                    <a:pt x="1481154" y="207521"/>
                    <a:pt x="1481154" y="220980"/>
                  </a:cubicBezTo>
                  <a:cubicBezTo>
                    <a:pt x="1481154" y="237487"/>
                    <a:pt x="1474423" y="250698"/>
                    <a:pt x="1460970" y="260604"/>
                  </a:cubicBezTo>
                  <a:cubicBezTo>
                    <a:pt x="1447517" y="270510"/>
                    <a:pt x="1429237" y="275463"/>
                    <a:pt x="1406130" y="2754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g12709bdffa8_0_3409"/>
            <p:cNvSpPr/>
            <p:nvPr/>
          </p:nvSpPr>
          <p:spPr>
            <a:xfrm>
              <a:off x="5142141" y="6021492"/>
              <a:ext cx="1459056" cy="284607"/>
            </a:xfrm>
            <a:custGeom>
              <a:rect b="b" l="l" r="r" t="t"/>
              <a:pathLst>
                <a:path extrusionOk="0" h="284607" w="1459056">
                  <a:moveTo>
                    <a:pt x="0" y="281940"/>
                  </a:moveTo>
                  <a:lnTo>
                    <a:pt x="0" y="10668"/>
                  </a:lnTo>
                  <a:lnTo>
                    <a:pt x="108157" y="10668"/>
                  </a:lnTo>
                  <a:cubicBezTo>
                    <a:pt x="136082" y="10668"/>
                    <a:pt x="157790" y="17402"/>
                    <a:pt x="173280" y="30861"/>
                  </a:cubicBezTo>
                  <a:cubicBezTo>
                    <a:pt x="189018" y="44320"/>
                    <a:pt x="196892" y="62865"/>
                    <a:pt x="196892" y="86487"/>
                  </a:cubicBezTo>
                  <a:cubicBezTo>
                    <a:pt x="196892" y="109852"/>
                    <a:pt x="189018" y="128397"/>
                    <a:pt x="173280" y="142113"/>
                  </a:cubicBezTo>
                  <a:cubicBezTo>
                    <a:pt x="157542" y="155829"/>
                    <a:pt x="135834" y="162687"/>
                    <a:pt x="108157" y="162687"/>
                  </a:cubicBezTo>
                  <a:lnTo>
                    <a:pt x="31228" y="162687"/>
                  </a:lnTo>
                  <a:lnTo>
                    <a:pt x="31228" y="281940"/>
                  </a:lnTo>
                  <a:lnTo>
                    <a:pt x="0" y="281940"/>
                  </a:lnTo>
                  <a:close/>
                  <a:moveTo>
                    <a:pt x="31228" y="136779"/>
                  </a:moveTo>
                  <a:lnTo>
                    <a:pt x="105491" y="136779"/>
                  </a:lnTo>
                  <a:cubicBezTo>
                    <a:pt x="125552" y="136779"/>
                    <a:pt x="140652" y="132464"/>
                    <a:pt x="150811" y="123825"/>
                  </a:cubicBezTo>
                  <a:cubicBezTo>
                    <a:pt x="160970" y="114938"/>
                    <a:pt x="166045" y="102489"/>
                    <a:pt x="166045" y="86487"/>
                  </a:cubicBezTo>
                  <a:cubicBezTo>
                    <a:pt x="166045" y="70485"/>
                    <a:pt x="160970" y="58169"/>
                    <a:pt x="150811" y="49530"/>
                  </a:cubicBezTo>
                  <a:cubicBezTo>
                    <a:pt x="140652" y="40891"/>
                    <a:pt x="125552" y="36576"/>
                    <a:pt x="105491" y="36576"/>
                  </a:cubicBezTo>
                  <a:lnTo>
                    <a:pt x="31228" y="36576"/>
                  </a:lnTo>
                  <a:lnTo>
                    <a:pt x="31228" y="136779"/>
                  </a:lnTo>
                  <a:close/>
                  <a:moveTo>
                    <a:pt x="244258" y="281940"/>
                  </a:moveTo>
                  <a:lnTo>
                    <a:pt x="244258" y="1524"/>
                  </a:lnTo>
                  <a:lnTo>
                    <a:pt x="275106" y="1524"/>
                  </a:lnTo>
                  <a:lnTo>
                    <a:pt x="275106" y="281940"/>
                  </a:lnTo>
                  <a:lnTo>
                    <a:pt x="244258" y="281940"/>
                  </a:lnTo>
                  <a:close/>
                  <a:moveTo>
                    <a:pt x="408503" y="284607"/>
                  </a:moveTo>
                  <a:cubicBezTo>
                    <a:pt x="391489" y="284607"/>
                    <a:pt x="376513" y="280673"/>
                    <a:pt x="363564" y="272796"/>
                  </a:cubicBezTo>
                  <a:cubicBezTo>
                    <a:pt x="350873" y="264671"/>
                    <a:pt x="340972" y="253241"/>
                    <a:pt x="333859" y="238506"/>
                  </a:cubicBezTo>
                  <a:cubicBezTo>
                    <a:pt x="327005" y="223523"/>
                    <a:pt x="323577" y="205997"/>
                    <a:pt x="323577" y="185928"/>
                  </a:cubicBezTo>
                  <a:cubicBezTo>
                    <a:pt x="323577" y="165859"/>
                    <a:pt x="327128" y="148333"/>
                    <a:pt x="334240" y="133350"/>
                  </a:cubicBezTo>
                  <a:cubicBezTo>
                    <a:pt x="341352" y="118367"/>
                    <a:pt x="351254" y="106680"/>
                    <a:pt x="363945" y="98298"/>
                  </a:cubicBezTo>
                  <a:cubicBezTo>
                    <a:pt x="376894" y="89916"/>
                    <a:pt x="391746" y="85725"/>
                    <a:pt x="408503" y="85725"/>
                  </a:cubicBezTo>
                  <a:cubicBezTo>
                    <a:pt x="426021" y="85725"/>
                    <a:pt x="440874" y="90040"/>
                    <a:pt x="453061" y="98679"/>
                  </a:cubicBezTo>
                  <a:cubicBezTo>
                    <a:pt x="465247" y="107318"/>
                    <a:pt x="473502" y="119634"/>
                    <a:pt x="477815" y="135636"/>
                  </a:cubicBezTo>
                  <a:lnTo>
                    <a:pt x="473245" y="138684"/>
                  </a:lnTo>
                  <a:lnTo>
                    <a:pt x="473245" y="90297"/>
                  </a:lnTo>
                  <a:lnTo>
                    <a:pt x="503712" y="90297"/>
                  </a:lnTo>
                  <a:lnTo>
                    <a:pt x="503712" y="281940"/>
                  </a:lnTo>
                  <a:lnTo>
                    <a:pt x="473245" y="281940"/>
                  </a:lnTo>
                  <a:lnTo>
                    <a:pt x="473245" y="232410"/>
                  </a:lnTo>
                  <a:lnTo>
                    <a:pt x="477815" y="234696"/>
                  </a:lnTo>
                  <a:cubicBezTo>
                    <a:pt x="473502" y="250698"/>
                    <a:pt x="465247" y="263014"/>
                    <a:pt x="453061" y="271653"/>
                  </a:cubicBezTo>
                  <a:cubicBezTo>
                    <a:pt x="440874" y="280292"/>
                    <a:pt x="426021" y="284607"/>
                    <a:pt x="408503" y="284607"/>
                  </a:cubicBezTo>
                  <a:close/>
                  <a:moveTo>
                    <a:pt x="414596" y="259080"/>
                  </a:moveTo>
                  <a:cubicBezTo>
                    <a:pt x="433381" y="259080"/>
                    <a:pt x="447853" y="252727"/>
                    <a:pt x="458011" y="240030"/>
                  </a:cubicBezTo>
                  <a:cubicBezTo>
                    <a:pt x="468170" y="227076"/>
                    <a:pt x="473245" y="208788"/>
                    <a:pt x="473245" y="185166"/>
                  </a:cubicBezTo>
                  <a:cubicBezTo>
                    <a:pt x="473245" y="161544"/>
                    <a:pt x="468037" y="143380"/>
                    <a:pt x="457631" y="130683"/>
                  </a:cubicBezTo>
                  <a:cubicBezTo>
                    <a:pt x="447472" y="117986"/>
                    <a:pt x="433134" y="111633"/>
                    <a:pt x="414596" y="111633"/>
                  </a:cubicBezTo>
                  <a:cubicBezTo>
                    <a:pt x="395812" y="111633"/>
                    <a:pt x="381083" y="118234"/>
                    <a:pt x="370420" y="131445"/>
                  </a:cubicBezTo>
                  <a:cubicBezTo>
                    <a:pt x="360013" y="144399"/>
                    <a:pt x="354805" y="162563"/>
                    <a:pt x="354805" y="185928"/>
                  </a:cubicBezTo>
                  <a:cubicBezTo>
                    <a:pt x="354805" y="209293"/>
                    <a:pt x="360013" y="227333"/>
                    <a:pt x="370420" y="240030"/>
                  </a:cubicBezTo>
                  <a:cubicBezTo>
                    <a:pt x="381083" y="252727"/>
                    <a:pt x="395812" y="259080"/>
                    <a:pt x="414596" y="259080"/>
                  </a:cubicBezTo>
                  <a:close/>
                  <a:moveTo>
                    <a:pt x="536311" y="114681"/>
                  </a:moveTo>
                  <a:lnTo>
                    <a:pt x="536311" y="90297"/>
                  </a:lnTo>
                  <a:lnTo>
                    <a:pt x="659321" y="90297"/>
                  </a:lnTo>
                  <a:lnTo>
                    <a:pt x="659321" y="114681"/>
                  </a:lnTo>
                  <a:lnTo>
                    <a:pt x="536311" y="114681"/>
                  </a:lnTo>
                  <a:close/>
                  <a:moveTo>
                    <a:pt x="658560" y="254508"/>
                  </a:moveTo>
                  <a:lnTo>
                    <a:pt x="658560" y="280797"/>
                  </a:lnTo>
                  <a:cubicBezTo>
                    <a:pt x="654247" y="282064"/>
                    <a:pt x="649934" y="282959"/>
                    <a:pt x="645611" y="283464"/>
                  </a:cubicBezTo>
                  <a:cubicBezTo>
                    <a:pt x="641555" y="284226"/>
                    <a:pt x="636985" y="284607"/>
                    <a:pt x="631901" y="284607"/>
                  </a:cubicBezTo>
                  <a:cubicBezTo>
                    <a:pt x="614135" y="284607"/>
                    <a:pt x="599911" y="279530"/>
                    <a:pt x="589247" y="269367"/>
                  </a:cubicBezTo>
                  <a:cubicBezTo>
                    <a:pt x="578841" y="259204"/>
                    <a:pt x="573633" y="243964"/>
                    <a:pt x="573633" y="223647"/>
                  </a:cubicBezTo>
                  <a:lnTo>
                    <a:pt x="573633" y="41148"/>
                  </a:lnTo>
                  <a:lnTo>
                    <a:pt x="604481" y="30099"/>
                  </a:lnTo>
                  <a:lnTo>
                    <a:pt x="604481" y="219456"/>
                  </a:lnTo>
                  <a:cubicBezTo>
                    <a:pt x="604481" y="229619"/>
                    <a:pt x="605880" y="237487"/>
                    <a:pt x="608670" y="243078"/>
                  </a:cubicBezTo>
                  <a:cubicBezTo>
                    <a:pt x="611717" y="248669"/>
                    <a:pt x="615782" y="252603"/>
                    <a:pt x="620857" y="254889"/>
                  </a:cubicBezTo>
                  <a:cubicBezTo>
                    <a:pt x="625941" y="256918"/>
                    <a:pt x="631654" y="257937"/>
                    <a:pt x="637995" y="257937"/>
                  </a:cubicBezTo>
                  <a:cubicBezTo>
                    <a:pt x="641803" y="257937"/>
                    <a:pt x="645230" y="257680"/>
                    <a:pt x="648277" y="257175"/>
                  </a:cubicBezTo>
                  <a:cubicBezTo>
                    <a:pt x="651324" y="256670"/>
                    <a:pt x="654751" y="255775"/>
                    <a:pt x="658560" y="254508"/>
                  </a:cubicBezTo>
                  <a:close/>
                  <a:moveTo>
                    <a:pt x="673545" y="114681"/>
                  </a:moveTo>
                  <a:lnTo>
                    <a:pt x="673545" y="90297"/>
                  </a:lnTo>
                  <a:lnTo>
                    <a:pt x="788558" y="90297"/>
                  </a:lnTo>
                  <a:lnTo>
                    <a:pt x="788558" y="114681"/>
                  </a:lnTo>
                  <a:lnTo>
                    <a:pt x="673545" y="114681"/>
                  </a:lnTo>
                  <a:close/>
                  <a:moveTo>
                    <a:pt x="793889" y="29718"/>
                  </a:moveTo>
                  <a:cubicBezTo>
                    <a:pt x="786787" y="27689"/>
                    <a:pt x="780179" y="26670"/>
                    <a:pt x="774086" y="26670"/>
                  </a:cubicBezTo>
                  <a:cubicBezTo>
                    <a:pt x="767993" y="26670"/>
                    <a:pt x="762414" y="27813"/>
                    <a:pt x="757329" y="30099"/>
                  </a:cubicBezTo>
                  <a:cubicBezTo>
                    <a:pt x="752511" y="32128"/>
                    <a:pt x="748703" y="35938"/>
                    <a:pt x="745904" y="41529"/>
                  </a:cubicBezTo>
                  <a:cubicBezTo>
                    <a:pt x="743114" y="47120"/>
                    <a:pt x="741715" y="54864"/>
                    <a:pt x="741715" y="64770"/>
                  </a:cubicBezTo>
                  <a:lnTo>
                    <a:pt x="741715" y="281940"/>
                  </a:lnTo>
                  <a:lnTo>
                    <a:pt x="710867" y="281940"/>
                  </a:lnTo>
                  <a:lnTo>
                    <a:pt x="710867" y="60960"/>
                  </a:lnTo>
                  <a:cubicBezTo>
                    <a:pt x="710867" y="40386"/>
                    <a:pt x="715952" y="25146"/>
                    <a:pt x="726101" y="15240"/>
                  </a:cubicBezTo>
                  <a:cubicBezTo>
                    <a:pt x="736260" y="5077"/>
                    <a:pt x="750227" y="0"/>
                    <a:pt x="767993" y="0"/>
                  </a:cubicBezTo>
                  <a:cubicBezTo>
                    <a:pt x="772315" y="0"/>
                    <a:pt x="776628" y="257"/>
                    <a:pt x="780941" y="762"/>
                  </a:cubicBezTo>
                  <a:cubicBezTo>
                    <a:pt x="785263" y="1267"/>
                    <a:pt x="789576" y="2162"/>
                    <a:pt x="793889" y="3429"/>
                  </a:cubicBezTo>
                  <a:lnTo>
                    <a:pt x="793889" y="29718"/>
                  </a:lnTo>
                  <a:close/>
                  <a:moveTo>
                    <a:pt x="906255" y="284607"/>
                  </a:moveTo>
                  <a:cubicBezTo>
                    <a:pt x="887975" y="284607"/>
                    <a:pt x="871980" y="280540"/>
                    <a:pt x="858270" y="272415"/>
                  </a:cubicBezTo>
                  <a:cubicBezTo>
                    <a:pt x="844807" y="264290"/>
                    <a:pt x="834277" y="252860"/>
                    <a:pt x="826660" y="238125"/>
                  </a:cubicBezTo>
                  <a:cubicBezTo>
                    <a:pt x="819291" y="223142"/>
                    <a:pt x="815616" y="205483"/>
                    <a:pt x="815616" y="185166"/>
                  </a:cubicBezTo>
                  <a:cubicBezTo>
                    <a:pt x="815616" y="165097"/>
                    <a:pt x="819291" y="147571"/>
                    <a:pt x="826660" y="132588"/>
                  </a:cubicBezTo>
                  <a:cubicBezTo>
                    <a:pt x="834277" y="117605"/>
                    <a:pt x="844807" y="106042"/>
                    <a:pt x="858270" y="97917"/>
                  </a:cubicBezTo>
                  <a:cubicBezTo>
                    <a:pt x="871980" y="89792"/>
                    <a:pt x="887975" y="85725"/>
                    <a:pt x="906255" y="85725"/>
                  </a:cubicBezTo>
                  <a:cubicBezTo>
                    <a:pt x="924535" y="85725"/>
                    <a:pt x="940397" y="89792"/>
                    <a:pt x="953859" y="97917"/>
                  </a:cubicBezTo>
                  <a:cubicBezTo>
                    <a:pt x="967569" y="106042"/>
                    <a:pt x="978100" y="117605"/>
                    <a:pt x="985469" y="132588"/>
                  </a:cubicBezTo>
                  <a:cubicBezTo>
                    <a:pt x="993085" y="147571"/>
                    <a:pt x="996894" y="165097"/>
                    <a:pt x="996894" y="185166"/>
                  </a:cubicBezTo>
                  <a:cubicBezTo>
                    <a:pt x="996894" y="205483"/>
                    <a:pt x="993085" y="223142"/>
                    <a:pt x="985469" y="238125"/>
                  </a:cubicBezTo>
                  <a:cubicBezTo>
                    <a:pt x="978100" y="252860"/>
                    <a:pt x="967569" y="264290"/>
                    <a:pt x="953859" y="272415"/>
                  </a:cubicBezTo>
                  <a:cubicBezTo>
                    <a:pt x="940397" y="280540"/>
                    <a:pt x="924535" y="284607"/>
                    <a:pt x="906255" y="284607"/>
                  </a:cubicBezTo>
                  <a:close/>
                  <a:moveTo>
                    <a:pt x="906255" y="259080"/>
                  </a:moveTo>
                  <a:cubicBezTo>
                    <a:pt x="925040" y="259080"/>
                    <a:pt x="939511" y="252860"/>
                    <a:pt x="949670" y="240411"/>
                  </a:cubicBezTo>
                  <a:cubicBezTo>
                    <a:pt x="960076" y="227714"/>
                    <a:pt x="965284" y="209293"/>
                    <a:pt x="965284" y="185166"/>
                  </a:cubicBezTo>
                  <a:cubicBezTo>
                    <a:pt x="965284" y="161544"/>
                    <a:pt x="960076" y="143380"/>
                    <a:pt x="949670" y="130683"/>
                  </a:cubicBezTo>
                  <a:cubicBezTo>
                    <a:pt x="939254" y="117986"/>
                    <a:pt x="924782" y="111633"/>
                    <a:pt x="906255" y="111633"/>
                  </a:cubicBezTo>
                  <a:cubicBezTo>
                    <a:pt x="887717" y="111633"/>
                    <a:pt x="873122" y="117986"/>
                    <a:pt x="862459" y="130683"/>
                  </a:cubicBezTo>
                  <a:cubicBezTo>
                    <a:pt x="852043" y="143380"/>
                    <a:pt x="846845" y="161544"/>
                    <a:pt x="846845" y="185166"/>
                  </a:cubicBezTo>
                  <a:cubicBezTo>
                    <a:pt x="846845" y="209293"/>
                    <a:pt x="851919" y="227714"/>
                    <a:pt x="862078" y="240411"/>
                  </a:cubicBezTo>
                  <a:cubicBezTo>
                    <a:pt x="872484" y="252860"/>
                    <a:pt x="887213" y="259080"/>
                    <a:pt x="906255" y="259080"/>
                  </a:cubicBezTo>
                  <a:close/>
                  <a:moveTo>
                    <a:pt x="1044974" y="281940"/>
                  </a:moveTo>
                  <a:lnTo>
                    <a:pt x="1044974" y="144018"/>
                  </a:lnTo>
                  <a:cubicBezTo>
                    <a:pt x="1044974" y="135131"/>
                    <a:pt x="1044727" y="126235"/>
                    <a:pt x="1044212" y="117348"/>
                  </a:cubicBezTo>
                  <a:cubicBezTo>
                    <a:pt x="1043965" y="108204"/>
                    <a:pt x="1043203" y="99184"/>
                    <a:pt x="1041927" y="90297"/>
                  </a:cubicBezTo>
                  <a:lnTo>
                    <a:pt x="1071252" y="90297"/>
                  </a:lnTo>
                  <a:lnTo>
                    <a:pt x="1075441" y="137541"/>
                  </a:lnTo>
                  <a:lnTo>
                    <a:pt x="1071252" y="136398"/>
                  </a:lnTo>
                  <a:cubicBezTo>
                    <a:pt x="1074812" y="119634"/>
                    <a:pt x="1082429" y="107061"/>
                    <a:pt x="1094102" y="98679"/>
                  </a:cubicBezTo>
                  <a:cubicBezTo>
                    <a:pt x="1106041" y="90040"/>
                    <a:pt x="1119371" y="85725"/>
                    <a:pt x="1134089" y="85725"/>
                  </a:cubicBezTo>
                  <a:cubicBezTo>
                    <a:pt x="1137393" y="85725"/>
                    <a:pt x="1140440" y="85982"/>
                    <a:pt x="1143230" y="86487"/>
                  </a:cubicBezTo>
                  <a:cubicBezTo>
                    <a:pt x="1146276" y="86744"/>
                    <a:pt x="1149076" y="87249"/>
                    <a:pt x="1151608" y="88011"/>
                  </a:cubicBezTo>
                  <a:lnTo>
                    <a:pt x="1150846" y="116205"/>
                  </a:lnTo>
                  <a:cubicBezTo>
                    <a:pt x="1145010" y="114176"/>
                    <a:pt x="1138279" y="113157"/>
                    <a:pt x="1130662" y="113157"/>
                  </a:cubicBezTo>
                  <a:cubicBezTo>
                    <a:pt x="1117466" y="113157"/>
                    <a:pt x="1106803" y="116081"/>
                    <a:pt x="1098672" y="121920"/>
                  </a:cubicBezTo>
                  <a:cubicBezTo>
                    <a:pt x="1090808" y="127759"/>
                    <a:pt x="1084962" y="135255"/>
                    <a:pt x="1081153" y="144399"/>
                  </a:cubicBezTo>
                  <a:cubicBezTo>
                    <a:pt x="1077602" y="153286"/>
                    <a:pt x="1075822" y="162687"/>
                    <a:pt x="1075822" y="172593"/>
                  </a:cubicBezTo>
                  <a:lnTo>
                    <a:pt x="1075822" y="281940"/>
                  </a:lnTo>
                  <a:lnTo>
                    <a:pt x="1044974" y="281940"/>
                  </a:lnTo>
                  <a:close/>
                  <a:moveTo>
                    <a:pt x="1182951" y="281940"/>
                  </a:moveTo>
                  <a:lnTo>
                    <a:pt x="1182951" y="144018"/>
                  </a:lnTo>
                  <a:cubicBezTo>
                    <a:pt x="1182951" y="135131"/>
                    <a:pt x="1182703" y="126235"/>
                    <a:pt x="1182189" y="117348"/>
                  </a:cubicBezTo>
                  <a:cubicBezTo>
                    <a:pt x="1181941" y="108204"/>
                    <a:pt x="1181180" y="99184"/>
                    <a:pt x="1179904" y="90297"/>
                  </a:cubicBezTo>
                  <a:lnTo>
                    <a:pt x="1209228" y="90297"/>
                  </a:lnTo>
                  <a:lnTo>
                    <a:pt x="1212656" y="129921"/>
                  </a:lnTo>
                  <a:lnTo>
                    <a:pt x="1208847" y="132588"/>
                  </a:lnTo>
                  <a:cubicBezTo>
                    <a:pt x="1213418" y="117605"/>
                    <a:pt x="1221291" y="106042"/>
                    <a:pt x="1232459" y="97917"/>
                  </a:cubicBezTo>
                  <a:cubicBezTo>
                    <a:pt x="1243885" y="89792"/>
                    <a:pt x="1257347" y="85725"/>
                    <a:pt x="1272828" y="85725"/>
                  </a:cubicBezTo>
                  <a:cubicBezTo>
                    <a:pt x="1291365" y="85725"/>
                    <a:pt x="1305713" y="90297"/>
                    <a:pt x="1315862" y="99441"/>
                  </a:cubicBezTo>
                  <a:cubicBezTo>
                    <a:pt x="1326278" y="108585"/>
                    <a:pt x="1332876" y="122558"/>
                    <a:pt x="1335665" y="141351"/>
                  </a:cubicBezTo>
                  <a:lnTo>
                    <a:pt x="1326526" y="136398"/>
                  </a:lnTo>
                  <a:cubicBezTo>
                    <a:pt x="1330591" y="120901"/>
                    <a:pt x="1338712" y="108585"/>
                    <a:pt x="1350899" y="99441"/>
                  </a:cubicBezTo>
                  <a:cubicBezTo>
                    <a:pt x="1363343" y="90297"/>
                    <a:pt x="1378196" y="85725"/>
                    <a:pt x="1395457" y="85725"/>
                  </a:cubicBezTo>
                  <a:cubicBezTo>
                    <a:pt x="1416536" y="85725"/>
                    <a:pt x="1432398" y="92078"/>
                    <a:pt x="1443061" y="104775"/>
                  </a:cubicBezTo>
                  <a:cubicBezTo>
                    <a:pt x="1453725" y="117224"/>
                    <a:pt x="1459056" y="136141"/>
                    <a:pt x="1459056" y="161544"/>
                  </a:cubicBezTo>
                  <a:lnTo>
                    <a:pt x="1459056" y="281940"/>
                  </a:lnTo>
                  <a:lnTo>
                    <a:pt x="1428209" y="281940"/>
                  </a:lnTo>
                  <a:lnTo>
                    <a:pt x="1428209" y="163068"/>
                  </a:lnTo>
                  <a:cubicBezTo>
                    <a:pt x="1428209" y="145285"/>
                    <a:pt x="1425038" y="132331"/>
                    <a:pt x="1418688" y="124206"/>
                  </a:cubicBezTo>
                  <a:cubicBezTo>
                    <a:pt x="1412347" y="115824"/>
                    <a:pt x="1402312" y="111633"/>
                    <a:pt x="1388602" y="111633"/>
                  </a:cubicBezTo>
                  <a:cubicBezTo>
                    <a:pt x="1372607" y="111633"/>
                    <a:pt x="1359915" y="117091"/>
                    <a:pt x="1350518" y="128016"/>
                  </a:cubicBezTo>
                  <a:cubicBezTo>
                    <a:pt x="1341378" y="138941"/>
                    <a:pt x="1336808" y="153800"/>
                    <a:pt x="1336808" y="172593"/>
                  </a:cubicBezTo>
                  <a:lnTo>
                    <a:pt x="1336808" y="281940"/>
                  </a:lnTo>
                  <a:lnTo>
                    <a:pt x="1305960" y="281940"/>
                  </a:lnTo>
                  <a:lnTo>
                    <a:pt x="1305960" y="163068"/>
                  </a:lnTo>
                  <a:cubicBezTo>
                    <a:pt x="1305960" y="145285"/>
                    <a:pt x="1302666" y="132331"/>
                    <a:pt x="1296059" y="124206"/>
                  </a:cubicBezTo>
                  <a:cubicBezTo>
                    <a:pt x="1289718" y="115824"/>
                    <a:pt x="1279683" y="111633"/>
                    <a:pt x="1265973" y="111633"/>
                  </a:cubicBezTo>
                  <a:cubicBezTo>
                    <a:pt x="1249730" y="111633"/>
                    <a:pt x="1236906" y="117091"/>
                    <a:pt x="1227508" y="128016"/>
                  </a:cubicBezTo>
                  <a:cubicBezTo>
                    <a:pt x="1218368" y="138941"/>
                    <a:pt x="1213798" y="153800"/>
                    <a:pt x="1213798" y="172593"/>
                  </a:cubicBezTo>
                  <a:lnTo>
                    <a:pt x="1213798" y="281940"/>
                  </a:lnTo>
                  <a:lnTo>
                    <a:pt x="1182951" y="2819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g12709bdffa8_0_3409"/>
            <p:cNvSpPr/>
            <p:nvPr/>
          </p:nvSpPr>
          <p:spPr>
            <a:xfrm>
              <a:off x="4527854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g12709bdffa8_0_3409"/>
            <p:cNvSpPr/>
            <p:nvPr/>
          </p:nvSpPr>
          <p:spPr>
            <a:xfrm>
              <a:off x="1919132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02" name="Google Shape;1002;g12709bdffa8_0_34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3593" y="1156890"/>
            <a:ext cx="5857289" cy="4922178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g12709bdffa8_0_3409"/>
          <p:cNvSpPr txBox="1"/>
          <p:nvPr>
            <p:ph idx="1" type="body"/>
          </p:nvPr>
        </p:nvSpPr>
        <p:spPr>
          <a:xfrm>
            <a:off x="155786" y="6472155"/>
            <a:ext cx="5940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ackground--ALL">
  <p:cSld name="1_Background--ALL 2">
    <p:bg>
      <p:bgPr>
        <a:solidFill>
          <a:schemeClr val="accent1"/>
        </a:solidFill>
      </p:bgPr>
    </p:bg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5" name="Google Shape;1005;g12709bdffa8_0_3429"/>
          <p:cNvPicPr preferRelativeResize="0"/>
          <p:nvPr/>
        </p:nvPicPr>
        <p:blipFill rotWithShape="1">
          <a:blip r:embed="rId2">
            <a:alphaModFix amt="40000"/>
          </a:blip>
          <a:srcRect b="12065" l="0" r="52412" t="24763"/>
          <a:stretch/>
        </p:blipFill>
        <p:spPr>
          <a:xfrm>
            <a:off x="3007268" y="-1"/>
            <a:ext cx="918473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g12709bdffa8_0_3429"/>
          <p:cNvSpPr txBox="1"/>
          <p:nvPr>
            <p:ph type="title"/>
          </p:nvPr>
        </p:nvSpPr>
        <p:spPr>
          <a:xfrm>
            <a:off x="155786" y="1191528"/>
            <a:ext cx="5054700" cy="48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  <a:defRPr b="1" sz="32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007" name="Google Shape;1007;g12709bdffa8_0_3429"/>
          <p:cNvGrpSpPr/>
          <p:nvPr/>
        </p:nvGrpSpPr>
        <p:grpSpPr>
          <a:xfrm>
            <a:off x="300945" y="308243"/>
            <a:ext cx="2012792" cy="571765"/>
            <a:chOff x="338666" y="4303183"/>
            <a:chExt cx="7340599" cy="2085212"/>
          </a:xfrm>
        </p:grpSpPr>
        <p:sp>
          <p:nvSpPr>
            <p:cNvPr id="1008" name="Google Shape;1008;g12709bdffa8_0_3429"/>
            <p:cNvSpPr/>
            <p:nvPr/>
          </p:nvSpPr>
          <p:spPr>
            <a:xfrm>
              <a:off x="338666" y="4817769"/>
              <a:ext cx="931067" cy="1085156"/>
            </a:xfrm>
            <a:custGeom>
              <a:rect b="b" l="l" r="r" t="t"/>
              <a:pathLst>
                <a:path extrusionOk="0" h="1085156" w="931067">
                  <a:moveTo>
                    <a:pt x="266668" y="724502"/>
                  </a:moveTo>
                  <a:lnTo>
                    <a:pt x="0" y="724502"/>
                  </a:lnTo>
                  <a:cubicBezTo>
                    <a:pt x="0" y="847803"/>
                    <a:pt x="39462" y="937691"/>
                    <a:pt x="117749" y="995117"/>
                  </a:cubicBezTo>
                  <a:cubicBezTo>
                    <a:pt x="188382" y="1054534"/>
                    <a:pt x="298318" y="1085157"/>
                    <a:pt x="451383" y="1085157"/>
                  </a:cubicBezTo>
                  <a:cubicBezTo>
                    <a:pt x="735511" y="1085157"/>
                    <a:pt x="931068" y="993278"/>
                    <a:pt x="931068" y="736551"/>
                  </a:cubicBezTo>
                  <a:cubicBezTo>
                    <a:pt x="931068" y="663885"/>
                    <a:pt x="908108" y="599124"/>
                    <a:pt x="860036" y="546727"/>
                  </a:cubicBezTo>
                  <a:cubicBezTo>
                    <a:pt x="804550" y="492016"/>
                    <a:pt x="691505" y="445600"/>
                    <a:pt x="507268" y="409227"/>
                  </a:cubicBezTo>
                  <a:cubicBezTo>
                    <a:pt x="364487" y="382909"/>
                    <a:pt x="294252" y="340558"/>
                    <a:pt x="294252" y="285925"/>
                  </a:cubicBezTo>
                  <a:cubicBezTo>
                    <a:pt x="294252" y="231452"/>
                    <a:pt x="348064" y="203059"/>
                    <a:pt x="455529" y="203059"/>
                  </a:cubicBezTo>
                  <a:cubicBezTo>
                    <a:pt x="546571" y="203059"/>
                    <a:pt x="602376" y="229378"/>
                    <a:pt x="621111" y="275875"/>
                  </a:cubicBezTo>
                  <a:cubicBezTo>
                    <a:pt x="637534" y="318386"/>
                    <a:pt x="678032" y="340558"/>
                    <a:pt x="737424" y="342631"/>
                  </a:cubicBezTo>
                  <a:lnTo>
                    <a:pt x="898542" y="342631"/>
                  </a:lnTo>
                  <a:cubicBezTo>
                    <a:pt x="892802" y="231452"/>
                    <a:pt x="852463" y="146910"/>
                    <a:pt x="777764" y="86934"/>
                  </a:cubicBezTo>
                  <a:cubicBezTo>
                    <a:pt x="701151" y="28951"/>
                    <a:pt x="592251" y="0"/>
                    <a:pt x="451543" y="0"/>
                  </a:cubicBezTo>
                  <a:cubicBezTo>
                    <a:pt x="206080" y="3908"/>
                    <a:pt x="29577" y="108388"/>
                    <a:pt x="29577" y="334417"/>
                  </a:cubicBezTo>
                  <a:cubicBezTo>
                    <a:pt x="31649" y="502141"/>
                    <a:pt x="149159" y="607421"/>
                    <a:pt x="383141" y="649693"/>
                  </a:cubicBezTo>
                  <a:cubicBezTo>
                    <a:pt x="571284" y="682230"/>
                    <a:pt x="666472" y="726578"/>
                    <a:pt x="666472" y="781214"/>
                  </a:cubicBezTo>
                  <a:cubicBezTo>
                    <a:pt x="666472" y="849880"/>
                    <a:pt x="608515" y="882103"/>
                    <a:pt x="492679" y="882103"/>
                  </a:cubicBezTo>
                  <a:cubicBezTo>
                    <a:pt x="358348" y="882103"/>
                    <a:pt x="272648" y="841907"/>
                    <a:pt x="266668" y="7245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" name="Google Shape;1009;g12709bdffa8_0_3429"/>
            <p:cNvSpPr/>
            <p:nvPr/>
          </p:nvSpPr>
          <p:spPr>
            <a:xfrm>
              <a:off x="1374890" y="4819443"/>
              <a:ext cx="1517750" cy="1067689"/>
            </a:xfrm>
            <a:custGeom>
              <a:rect b="b" l="l" r="r" t="t"/>
              <a:pathLst>
                <a:path extrusionOk="0" h="1067689" w="1517750">
                  <a:moveTo>
                    <a:pt x="448672" y="223396"/>
                  </a:moveTo>
                  <a:cubicBezTo>
                    <a:pt x="569444" y="223396"/>
                    <a:pt x="630673" y="277471"/>
                    <a:pt x="636890" y="387375"/>
                  </a:cubicBezTo>
                  <a:lnTo>
                    <a:pt x="636890" y="1063784"/>
                  </a:lnTo>
                  <a:lnTo>
                    <a:pt x="880920" y="1063784"/>
                  </a:lnTo>
                  <a:lnTo>
                    <a:pt x="880920" y="391522"/>
                  </a:lnTo>
                  <a:cubicBezTo>
                    <a:pt x="882995" y="281379"/>
                    <a:pt x="944138" y="227305"/>
                    <a:pt x="1064996" y="227305"/>
                  </a:cubicBezTo>
                  <a:cubicBezTo>
                    <a:pt x="1185778" y="227305"/>
                    <a:pt x="1246998" y="281379"/>
                    <a:pt x="1253139" y="391522"/>
                  </a:cubicBezTo>
                  <a:lnTo>
                    <a:pt x="1253139" y="935778"/>
                  </a:lnTo>
                  <a:cubicBezTo>
                    <a:pt x="1253139" y="1019760"/>
                    <a:pt x="1296268" y="1061794"/>
                    <a:pt x="1382527" y="1067690"/>
                  </a:cubicBezTo>
                  <a:lnTo>
                    <a:pt x="1517733" y="1067690"/>
                  </a:lnTo>
                  <a:lnTo>
                    <a:pt x="1517733" y="445517"/>
                  </a:lnTo>
                  <a:cubicBezTo>
                    <a:pt x="1519571" y="146911"/>
                    <a:pt x="1372645" y="3669"/>
                    <a:pt x="1069062" y="3669"/>
                  </a:cubicBezTo>
                  <a:cubicBezTo>
                    <a:pt x="930028" y="3669"/>
                    <a:pt x="829973" y="30387"/>
                    <a:pt x="760699" y="85897"/>
                  </a:cubicBezTo>
                  <a:cubicBezTo>
                    <a:pt x="691502" y="28553"/>
                    <a:pt x="591847" y="0"/>
                    <a:pt x="452737" y="0"/>
                  </a:cubicBezTo>
                  <a:cubicBezTo>
                    <a:pt x="148992" y="0"/>
                    <a:pt x="0" y="143242"/>
                    <a:pt x="0" y="441449"/>
                  </a:cubicBezTo>
                  <a:lnTo>
                    <a:pt x="0" y="1063784"/>
                  </a:lnTo>
                  <a:lnTo>
                    <a:pt x="264509" y="1063784"/>
                  </a:lnTo>
                  <a:lnTo>
                    <a:pt x="264509" y="387375"/>
                  </a:lnTo>
                  <a:cubicBezTo>
                    <a:pt x="266747" y="277471"/>
                    <a:pt x="327890" y="223396"/>
                    <a:pt x="448672" y="2233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" name="Google Shape;1010;g12709bdffa8_0_3429"/>
            <p:cNvSpPr/>
            <p:nvPr/>
          </p:nvSpPr>
          <p:spPr>
            <a:xfrm>
              <a:off x="3018422" y="4817769"/>
              <a:ext cx="880929" cy="1069283"/>
            </a:xfrm>
            <a:custGeom>
              <a:rect b="b" l="l" r="r" t="t"/>
              <a:pathLst>
                <a:path extrusionOk="0" h="1069283" w="880929">
                  <a:moveTo>
                    <a:pt x="450909" y="203059"/>
                  </a:moveTo>
                  <a:cubicBezTo>
                    <a:pt x="567140" y="203059"/>
                    <a:pt x="626293" y="232648"/>
                    <a:pt x="632672" y="291907"/>
                  </a:cubicBezTo>
                  <a:cubicBezTo>
                    <a:pt x="632672" y="349012"/>
                    <a:pt x="571443" y="382510"/>
                    <a:pt x="450909" y="396308"/>
                  </a:cubicBezTo>
                  <a:cubicBezTo>
                    <a:pt x="176822" y="421989"/>
                    <a:pt x="5503" y="489301"/>
                    <a:pt x="0" y="739732"/>
                  </a:cubicBezTo>
                  <a:cubicBezTo>
                    <a:pt x="0" y="970552"/>
                    <a:pt x="163912" y="1086833"/>
                    <a:pt x="421566" y="1067135"/>
                  </a:cubicBezTo>
                  <a:cubicBezTo>
                    <a:pt x="714466" y="1047438"/>
                    <a:pt x="880929" y="919183"/>
                    <a:pt x="880929" y="631186"/>
                  </a:cubicBezTo>
                  <a:lnTo>
                    <a:pt x="880929" y="276035"/>
                  </a:lnTo>
                  <a:cubicBezTo>
                    <a:pt x="875188" y="89406"/>
                    <a:pt x="735279" y="0"/>
                    <a:pt x="438475" y="0"/>
                  </a:cubicBezTo>
                  <a:cubicBezTo>
                    <a:pt x="188228" y="0"/>
                    <a:pt x="59639" y="89406"/>
                    <a:pt x="29819" y="276035"/>
                  </a:cubicBezTo>
                  <a:lnTo>
                    <a:pt x="282056" y="276035"/>
                  </a:lnTo>
                  <a:cubicBezTo>
                    <a:pt x="296804" y="226746"/>
                    <a:pt x="351730" y="203059"/>
                    <a:pt x="450909" y="203059"/>
                  </a:cubicBezTo>
                  <a:close/>
                  <a:moveTo>
                    <a:pt x="385615" y="854023"/>
                  </a:moveTo>
                  <a:cubicBezTo>
                    <a:pt x="296804" y="854023"/>
                    <a:pt x="250409" y="814551"/>
                    <a:pt x="244030" y="731760"/>
                  </a:cubicBezTo>
                  <a:cubicBezTo>
                    <a:pt x="244030" y="654874"/>
                    <a:pt x="300955" y="605582"/>
                    <a:pt x="412959" y="585808"/>
                  </a:cubicBezTo>
                  <a:cubicBezTo>
                    <a:pt x="495314" y="570016"/>
                    <a:pt x="571529" y="548404"/>
                    <a:pt x="636899" y="522724"/>
                  </a:cubicBezTo>
                  <a:lnTo>
                    <a:pt x="636899" y="619308"/>
                  </a:lnTo>
                  <a:cubicBezTo>
                    <a:pt x="636814" y="767250"/>
                    <a:pt x="541872" y="854023"/>
                    <a:pt x="385615" y="8540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g12709bdffa8_0_3429"/>
            <p:cNvSpPr/>
            <p:nvPr/>
          </p:nvSpPr>
          <p:spPr>
            <a:xfrm>
              <a:off x="5216460" y="4303183"/>
              <a:ext cx="408455" cy="1583837"/>
            </a:xfrm>
            <a:custGeom>
              <a:rect b="b" l="l" r="r" t="t"/>
              <a:pathLst>
                <a:path extrusionOk="0" h="1583837" w="408455">
                  <a:moveTo>
                    <a:pt x="244078" y="292465"/>
                  </a:moveTo>
                  <a:lnTo>
                    <a:pt x="244078" y="129683"/>
                  </a:lnTo>
                  <a:cubicBezTo>
                    <a:pt x="244078" y="62050"/>
                    <a:pt x="190904" y="0"/>
                    <a:pt x="126647" y="0"/>
                  </a:cubicBezTo>
                  <a:lnTo>
                    <a:pt x="48" y="0"/>
                  </a:lnTo>
                  <a:lnTo>
                    <a:pt x="48" y="1388707"/>
                  </a:lnTo>
                  <a:cubicBezTo>
                    <a:pt x="-1704" y="1505236"/>
                    <a:pt x="44215" y="1566253"/>
                    <a:pt x="139958" y="1576140"/>
                  </a:cubicBezTo>
                  <a:cubicBezTo>
                    <a:pt x="235938" y="1586027"/>
                    <a:pt x="325872" y="1586027"/>
                    <a:pt x="408456" y="1578216"/>
                  </a:cubicBezTo>
                  <a:lnTo>
                    <a:pt x="408456" y="1378820"/>
                  </a:lnTo>
                  <a:lnTo>
                    <a:pt x="329776" y="1378820"/>
                  </a:lnTo>
                  <a:cubicBezTo>
                    <a:pt x="269747" y="1378820"/>
                    <a:pt x="244078" y="1354017"/>
                    <a:pt x="244078" y="1308402"/>
                  </a:cubicBezTo>
                  <a:lnTo>
                    <a:pt x="244078" y="700816"/>
                  </a:lnTo>
                  <a:lnTo>
                    <a:pt x="244078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g12709bdffa8_0_3429"/>
            <p:cNvSpPr/>
            <p:nvPr/>
          </p:nvSpPr>
          <p:spPr>
            <a:xfrm>
              <a:off x="5647957" y="4819443"/>
              <a:ext cx="942548" cy="1081815"/>
            </a:xfrm>
            <a:custGeom>
              <a:rect b="b" l="l" r="r" t="t"/>
              <a:pathLst>
                <a:path extrusionOk="0" h="1081815" w="942548">
                  <a:moveTo>
                    <a:pt x="474350" y="223396"/>
                  </a:moveTo>
                  <a:cubicBezTo>
                    <a:pt x="610108" y="223396"/>
                    <a:pt x="677954" y="326920"/>
                    <a:pt x="677954" y="535718"/>
                  </a:cubicBezTo>
                  <a:cubicBezTo>
                    <a:pt x="676040" y="748907"/>
                    <a:pt x="608042" y="858416"/>
                    <a:pt x="472274" y="858416"/>
                  </a:cubicBezTo>
                  <a:cubicBezTo>
                    <a:pt x="336507" y="858416"/>
                    <a:pt x="266432" y="752822"/>
                    <a:pt x="264595" y="544015"/>
                  </a:cubicBezTo>
                  <a:cubicBezTo>
                    <a:pt x="264681" y="330908"/>
                    <a:pt x="334431" y="223396"/>
                    <a:pt x="474350" y="223396"/>
                  </a:cubicBezTo>
                  <a:close/>
                  <a:moveTo>
                    <a:pt x="474350" y="0"/>
                  </a:moveTo>
                  <a:cubicBezTo>
                    <a:pt x="156733" y="0"/>
                    <a:pt x="0" y="173868"/>
                    <a:pt x="0" y="544015"/>
                  </a:cubicBezTo>
                  <a:cubicBezTo>
                    <a:pt x="0" y="908984"/>
                    <a:pt x="156733" y="1081815"/>
                    <a:pt x="474350" y="1081815"/>
                  </a:cubicBezTo>
                  <a:cubicBezTo>
                    <a:pt x="788206" y="1081815"/>
                    <a:pt x="942549" y="908898"/>
                    <a:pt x="942549" y="544015"/>
                  </a:cubicBezTo>
                  <a:cubicBezTo>
                    <a:pt x="942549" y="173947"/>
                    <a:pt x="788206" y="0"/>
                    <a:pt x="474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g12709bdffa8_0_3429"/>
            <p:cNvSpPr/>
            <p:nvPr/>
          </p:nvSpPr>
          <p:spPr>
            <a:xfrm>
              <a:off x="6716152" y="4817830"/>
              <a:ext cx="963113" cy="1497041"/>
            </a:xfrm>
            <a:custGeom>
              <a:rect b="b" l="l" r="r" t="t"/>
              <a:pathLst>
                <a:path extrusionOk="0" h="1497041" w="963113">
                  <a:moveTo>
                    <a:pt x="414073" y="1083504"/>
                  </a:moveTo>
                  <a:cubicBezTo>
                    <a:pt x="547365" y="1083504"/>
                    <a:pt x="650524" y="1033974"/>
                    <a:pt x="719084" y="934438"/>
                  </a:cubicBezTo>
                  <a:lnTo>
                    <a:pt x="719084" y="1037641"/>
                  </a:lnTo>
                  <a:cubicBezTo>
                    <a:pt x="719084" y="1206805"/>
                    <a:pt x="646382" y="1293978"/>
                    <a:pt x="505036" y="1293978"/>
                  </a:cubicBezTo>
                  <a:cubicBezTo>
                    <a:pt x="393898" y="1293978"/>
                    <a:pt x="331156" y="1255697"/>
                    <a:pt x="313142" y="1174983"/>
                  </a:cubicBezTo>
                  <a:lnTo>
                    <a:pt x="27183" y="1174983"/>
                  </a:lnTo>
                  <a:cubicBezTo>
                    <a:pt x="86973" y="1395505"/>
                    <a:pt x="233585" y="1497042"/>
                    <a:pt x="474578" y="1497042"/>
                  </a:cubicBezTo>
                  <a:cubicBezTo>
                    <a:pt x="807733" y="1491536"/>
                    <a:pt x="963114" y="1370226"/>
                    <a:pt x="963114" y="1100649"/>
                  </a:cubicBezTo>
                  <a:lnTo>
                    <a:pt x="963114" y="465398"/>
                  </a:lnTo>
                  <a:cubicBezTo>
                    <a:pt x="963114" y="140866"/>
                    <a:pt x="809732" y="-1817"/>
                    <a:pt x="484861" y="17"/>
                  </a:cubicBezTo>
                  <a:cubicBezTo>
                    <a:pt x="158485" y="5601"/>
                    <a:pt x="0" y="166548"/>
                    <a:pt x="0" y="530559"/>
                  </a:cubicBezTo>
                  <a:cubicBezTo>
                    <a:pt x="76" y="907720"/>
                    <a:pt x="135283" y="1083504"/>
                    <a:pt x="414073" y="1083504"/>
                  </a:cubicBezTo>
                  <a:close/>
                  <a:moveTo>
                    <a:pt x="488850" y="860105"/>
                  </a:moveTo>
                  <a:cubicBezTo>
                    <a:pt x="343437" y="860105"/>
                    <a:pt x="270650" y="753073"/>
                    <a:pt x="264671" y="538846"/>
                  </a:cubicBezTo>
                  <a:cubicBezTo>
                    <a:pt x="264671" y="314177"/>
                    <a:pt x="339448" y="202997"/>
                    <a:pt x="492915" y="202997"/>
                  </a:cubicBezTo>
                  <a:cubicBezTo>
                    <a:pt x="646382" y="202997"/>
                    <a:pt x="720922" y="314177"/>
                    <a:pt x="719084" y="538846"/>
                  </a:cubicBezTo>
                  <a:cubicBezTo>
                    <a:pt x="711115" y="753073"/>
                    <a:pt x="634263" y="860105"/>
                    <a:pt x="488850" y="8601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g12709bdffa8_0_3429"/>
            <p:cNvSpPr/>
            <p:nvPr/>
          </p:nvSpPr>
          <p:spPr>
            <a:xfrm>
              <a:off x="4661889" y="4843290"/>
              <a:ext cx="419889" cy="1039937"/>
            </a:xfrm>
            <a:custGeom>
              <a:rect b="b" l="l" r="r" t="t"/>
              <a:pathLst>
                <a:path extrusionOk="0" h="1039937" w="419889">
                  <a:moveTo>
                    <a:pt x="0" y="1039938"/>
                  </a:moveTo>
                  <a:lnTo>
                    <a:pt x="264595" y="1039938"/>
                  </a:lnTo>
                  <a:lnTo>
                    <a:pt x="264595" y="492412"/>
                  </a:lnTo>
                  <a:cubicBezTo>
                    <a:pt x="264595" y="363368"/>
                    <a:pt x="316331" y="20497"/>
                    <a:pt x="419890" y="0"/>
                  </a:cubicBezTo>
                  <a:cubicBezTo>
                    <a:pt x="146841" y="33737"/>
                    <a:pt x="6931" y="198992"/>
                    <a:pt x="0" y="496403"/>
                  </a:cubicBezTo>
                  <a:lnTo>
                    <a:pt x="0" y="10399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g12709bdffa8_0_3429"/>
            <p:cNvSpPr/>
            <p:nvPr/>
          </p:nvSpPr>
          <p:spPr>
            <a:xfrm>
              <a:off x="4661889" y="4488137"/>
              <a:ext cx="244020" cy="471437"/>
            </a:xfrm>
            <a:custGeom>
              <a:rect b="b" l="l" r="r" t="t"/>
              <a:pathLst>
                <a:path extrusionOk="0" h="471437" w="244020">
                  <a:moveTo>
                    <a:pt x="244020" y="292465"/>
                  </a:moveTo>
                  <a:lnTo>
                    <a:pt x="244020" y="129683"/>
                  </a:lnTo>
                  <a:cubicBezTo>
                    <a:pt x="244020" y="62050"/>
                    <a:pt x="190846" y="0"/>
                    <a:pt x="126513" y="0"/>
                  </a:cubicBezTo>
                  <a:lnTo>
                    <a:pt x="0" y="0"/>
                  </a:lnTo>
                  <a:lnTo>
                    <a:pt x="152" y="471438"/>
                  </a:lnTo>
                  <a:lnTo>
                    <a:pt x="244020" y="471438"/>
                  </a:lnTo>
                  <a:lnTo>
                    <a:pt x="244020" y="2924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g12709bdffa8_0_3429"/>
            <p:cNvSpPr/>
            <p:nvPr/>
          </p:nvSpPr>
          <p:spPr>
            <a:xfrm>
              <a:off x="4025065" y="4842652"/>
              <a:ext cx="522658" cy="1040575"/>
            </a:xfrm>
            <a:custGeom>
              <a:rect b="b" l="l" r="r" t="t"/>
              <a:pathLst>
                <a:path extrusionOk="0" h="1040575" w="522658">
                  <a:moveTo>
                    <a:pt x="0" y="1040576"/>
                  </a:moveTo>
                  <a:lnTo>
                    <a:pt x="264604" y="1040576"/>
                  </a:lnTo>
                  <a:lnTo>
                    <a:pt x="264604" y="493050"/>
                  </a:lnTo>
                  <a:cubicBezTo>
                    <a:pt x="264604" y="339762"/>
                    <a:pt x="337544" y="262078"/>
                    <a:pt x="483356" y="262078"/>
                  </a:cubicBezTo>
                  <a:lnTo>
                    <a:pt x="522658" y="262078"/>
                  </a:lnTo>
                  <a:lnTo>
                    <a:pt x="522658" y="0"/>
                  </a:lnTo>
                  <a:cubicBezTo>
                    <a:pt x="214534" y="21774"/>
                    <a:pt x="7417" y="184795"/>
                    <a:pt x="86" y="496955"/>
                  </a:cubicBezTo>
                  <a:lnTo>
                    <a:pt x="86" y="1040576"/>
                  </a:lnTo>
                  <a:lnTo>
                    <a:pt x="0" y="10405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g12709bdffa8_0_3429"/>
            <p:cNvSpPr/>
            <p:nvPr/>
          </p:nvSpPr>
          <p:spPr>
            <a:xfrm>
              <a:off x="356946" y="6029112"/>
              <a:ext cx="1060969" cy="277368"/>
            </a:xfrm>
            <a:custGeom>
              <a:rect b="b" l="l" r="r" t="t"/>
              <a:pathLst>
                <a:path extrusionOk="0" h="277368" w="1060969">
                  <a:moveTo>
                    <a:pt x="101302" y="277368"/>
                  </a:moveTo>
                  <a:cubicBezTo>
                    <a:pt x="87338" y="277368"/>
                    <a:pt x="74263" y="276225"/>
                    <a:pt x="62076" y="273939"/>
                  </a:cubicBezTo>
                  <a:cubicBezTo>
                    <a:pt x="49889" y="271396"/>
                    <a:pt x="38591" y="267586"/>
                    <a:pt x="28182" y="262509"/>
                  </a:cubicBezTo>
                  <a:cubicBezTo>
                    <a:pt x="17772" y="257175"/>
                    <a:pt x="8378" y="250698"/>
                    <a:pt x="0" y="243078"/>
                  </a:cubicBezTo>
                  <a:lnTo>
                    <a:pt x="11806" y="219075"/>
                  </a:lnTo>
                  <a:cubicBezTo>
                    <a:pt x="25516" y="230505"/>
                    <a:pt x="39226" y="238630"/>
                    <a:pt x="52936" y="243459"/>
                  </a:cubicBezTo>
                  <a:cubicBezTo>
                    <a:pt x="66900" y="248288"/>
                    <a:pt x="83149" y="250698"/>
                    <a:pt x="101683" y="250698"/>
                  </a:cubicBezTo>
                  <a:cubicBezTo>
                    <a:pt x="123264" y="250698"/>
                    <a:pt x="140021" y="246507"/>
                    <a:pt x="151953" y="238125"/>
                  </a:cubicBezTo>
                  <a:cubicBezTo>
                    <a:pt x="163886" y="229486"/>
                    <a:pt x="169853" y="217427"/>
                    <a:pt x="169853" y="201930"/>
                  </a:cubicBezTo>
                  <a:cubicBezTo>
                    <a:pt x="169853" y="192529"/>
                    <a:pt x="166806" y="185042"/>
                    <a:pt x="160712" y="179451"/>
                  </a:cubicBezTo>
                  <a:cubicBezTo>
                    <a:pt x="154873" y="173612"/>
                    <a:pt x="146748" y="169040"/>
                    <a:pt x="136339" y="165735"/>
                  </a:cubicBezTo>
                  <a:cubicBezTo>
                    <a:pt x="126183" y="162182"/>
                    <a:pt x="114631" y="158877"/>
                    <a:pt x="101683" y="155829"/>
                  </a:cubicBezTo>
                  <a:cubicBezTo>
                    <a:pt x="88735" y="153038"/>
                    <a:pt x="76421" y="149857"/>
                    <a:pt x="64742" y="146304"/>
                  </a:cubicBezTo>
                  <a:cubicBezTo>
                    <a:pt x="53063" y="142494"/>
                    <a:pt x="42654" y="137798"/>
                    <a:pt x="33514" y="132207"/>
                  </a:cubicBezTo>
                  <a:cubicBezTo>
                    <a:pt x="24627" y="126616"/>
                    <a:pt x="17645" y="119510"/>
                    <a:pt x="12568" y="110871"/>
                  </a:cubicBezTo>
                  <a:cubicBezTo>
                    <a:pt x="7490" y="102232"/>
                    <a:pt x="4951" y="91440"/>
                    <a:pt x="4951" y="78486"/>
                  </a:cubicBezTo>
                  <a:cubicBezTo>
                    <a:pt x="4951" y="62989"/>
                    <a:pt x="9013" y="49406"/>
                    <a:pt x="17138" y="37719"/>
                  </a:cubicBezTo>
                  <a:cubicBezTo>
                    <a:pt x="25262" y="25784"/>
                    <a:pt x="36687" y="16507"/>
                    <a:pt x="51413" y="9906"/>
                  </a:cubicBezTo>
                  <a:cubicBezTo>
                    <a:pt x="66138" y="3305"/>
                    <a:pt x="83530" y="0"/>
                    <a:pt x="103587" y="0"/>
                  </a:cubicBezTo>
                  <a:cubicBezTo>
                    <a:pt x="116028" y="0"/>
                    <a:pt x="127961" y="1400"/>
                    <a:pt x="139386" y="4191"/>
                  </a:cubicBezTo>
                  <a:cubicBezTo>
                    <a:pt x="150811" y="6734"/>
                    <a:pt x="161348" y="10544"/>
                    <a:pt x="170995" y="15621"/>
                  </a:cubicBezTo>
                  <a:cubicBezTo>
                    <a:pt x="180897" y="20698"/>
                    <a:pt x="189656" y="26927"/>
                    <a:pt x="197273" y="34290"/>
                  </a:cubicBezTo>
                  <a:lnTo>
                    <a:pt x="185086" y="58293"/>
                  </a:lnTo>
                  <a:cubicBezTo>
                    <a:pt x="172645" y="47368"/>
                    <a:pt x="159824" y="39367"/>
                    <a:pt x="146622" y="34290"/>
                  </a:cubicBezTo>
                  <a:cubicBezTo>
                    <a:pt x="133419" y="29213"/>
                    <a:pt x="119075" y="26670"/>
                    <a:pt x="103587" y="26670"/>
                  </a:cubicBezTo>
                  <a:cubicBezTo>
                    <a:pt x="82515" y="26670"/>
                    <a:pt x="66011" y="31118"/>
                    <a:pt x="54079" y="40005"/>
                  </a:cubicBezTo>
                  <a:cubicBezTo>
                    <a:pt x="42146" y="48892"/>
                    <a:pt x="36179" y="61341"/>
                    <a:pt x="36179" y="77343"/>
                  </a:cubicBezTo>
                  <a:cubicBezTo>
                    <a:pt x="36179" y="87249"/>
                    <a:pt x="38845" y="95250"/>
                    <a:pt x="44177" y="101346"/>
                  </a:cubicBezTo>
                  <a:cubicBezTo>
                    <a:pt x="49509" y="107442"/>
                    <a:pt x="56998" y="112395"/>
                    <a:pt x="66646" y="116205"/>
                  </a:cubicBezTo>
                  <a:cubicBezTo>
                    <a:pt x="76294" y="119758"/>
                    <a:pt x="87338" y="123063"/>
                    <a:pt x="99779" y="126111"/>
                  </a:cubicBezTo>
                  <a:cubicBezTo>
                    <a:pt x="112981" y="129159"/>
                    <a:pt x="125676" y="132464"/>
                    <a:pt x="137862" y="136017"/>
                  </a:cubicBezTo>
                  <a:cubicBezTo>
                    <a:pt x="150049" y="139570"/>
                    <a:pt x="160839" y="144018"/>
                    <a:pt x="170233" y="149352"/>
                  </a:cubicBezTo>
                  <a:cubicBezTo>
                    <a:pt x="179881" y="154429"/>
                    <a:pt x="187498" y="161163"/>
                    <a:pt x="193084" y="169545"/>
                  </a:cubicBezTo>
                  <a:cubicBezTo>
                    <a:pt x="198669" y="177670"/>
                    <a:pt x="201462" y="188090"/>
                    <a:pt x="201462" y="200787"/>
                  </a:cubicBezTo>
                  <a:cubicBezTo>
                    <a:pt x="201462" y="216284"/>
                    <a:pt x="197399" y="229743"/>
                    <a:pt x="189275" y="241173"/>
                  </a:cubicBezTo>
                  <a:cubicBezTo>
                    <a:pt x="181151" y="252603"/>
                    <a:pt x="169598" y="261490"/>
                    <a:pt x="154619" y="267843"/>
                  </a:cubicBezTo>
                  <a:cubicBezTo>
                    <a:pt x="139640" y="274196"/>
                    <a:pt x="121867" y="277368"/>
                    <a:pt x="101302" y="277368"/>
                  </a:cubicBezTo>
                  <a:close/>
                  <a:moveTo>
                    <a:pt x="248704" y="274320"/>
                  </a:moveTo>
                  <a:lnTo>
                    <a:pt x="248704" y="136398"/>
                  </a:lnTo>
                  <a:cubicBezTo>
                    <a:pt x="248704" y="127511"/>
                    <a:pt x="248449" y="118615"/>
                    <a:pt x="247942" y="109728"/>
                  </a:cubicBezTo>
                  <a:cubicBezTo>
                    <a:pt x="247688" y="100584"/>
                    <a:pt x="246926" y="91564"/>
                    <a:pt x="245657" y="82677"/>
                  </a:cubicBezTo>
                  <a:lnTo>
                    <a:pt x="274981" y="82677"/>
                  </a:lnTo>
                  <a:lnTo>
                    <a:pt x="278409" y="122301"/>
                  </a:lnTo>
                  <a:lnTo>
                    <a:pt x="274600" y="124968"/>
                  </a:lnTo>
                  <a:cubicBezTo>
                    <a:pt x="279170" y="109985"/>
                    <a:pt x="287040" y="98422"/>
                    <a:pt x="298212" y="90297"/>
                  </a:cubicBezTo>
                  <a:cubicBezTo>
                    <a:pt x="309637" y="82172"/>
                    <a:pt x="323093" y="78105"/>
                    <a:pt x="338581" y="78105"/>
                  </a:cubicBezTo>
                  <a:cubicBezTo>
                    <a:pt x="357114" y="78105"/>
                    <a:pt x="371459" y="82677"/>
                    <a:pt x="381615" y="91821"/>
                  </a:cubicBezTo>
                  <a:cubicBezTo>
                    <a:pt x="392024" y="100965"/>
                    <a:pt x="398625" y="114938"/>
                    <a:pt x="401419" y="133731"/>
                  </a:cubicBezTo>
                  <a:lnTo>
                    <a:pt x="392278" y="128778"/>
                  </a:lnTo>
                  <a:cubicBezTo>
                    <a:pt x="396340" y="113281"/>
                    <a:pt x="404465" y="100965"/>
                    <a:pt x="416652" y="91821"/>
                  </a:cubicBezTo>
                  <a:cubicBezTo>
                    <a:pt x="429092" y="82677"/>
                    <a:pt x="443944" y="78105"/>
                    <a:pt x="461210" y="78105"/>
                  </a:cubicBezTo>
                  <a:cubicBezTo>
                    <a:pt x="482282" y="78105"/>
                    <a:pt x="498151" y="84458"/>
                    <a:pt x="508814" y="97155"/>
                  </a:cubicBezTo>
                  <a:cubicBezTo>
                    <a:pt x="519477" y="109604"/>
                    <a:pt x="524809" y="128521"/>
                    <a:pt x="524809" y="153924"/>
                  </a:cubicBezTo>
                  <a:lnTo>
                    <a:pt x="524809" y="274320"/>
                  </a:lnTo>
                  <a:lnTo>
                    <a:pt x="493961" y="274320"/>
                  </a:lnTo>
                  <a:lnTo>
                    <a:pt x="493961" y="155448"/>
                  </a:lnTo>
                  <a:cubicBezTo>
                    <a:pt x="493961" y="137665"/>
                    <a:pt x="490787" y="124711"/>
                    <a:pt x="484441" y="116586"/>
                  </a:cubicBezTo>
                  <a:cubicBezTo>
                    <a:pt x="478093" y="108204"/>
                    <a:pt x="468065" y="104013"/>
                    <a:pt x="454355" y="104013"/>
                  </a:cubicBezTo>
                  <a:cubicBezTo>
                    <a:pt x="438360" y="104013"/>
                    <a:pt x="425664" y="109471"/>
                    <a:pt x="416271" y="120396"/>
                  </a:cubicBezTo>
                  <a:cubicBezTo>
                    <a:pt x="407131" y="131321"/>
                    <a:pt x="402561" y="146180"/>
                    <a:pt x="402561" y="164973"/>
                  </a:cubicBezTo>
                  <a:lnTo>
                    <a:pt x="402561" y="274320"/>
                  </a:lnTo>
                  <a:lnTo>
                    <a:pt x="371713" y="274320"/>
                  </a:lnTo>
                  <a:lnTo>
                    <a:pt x="371713" y="155448"/>
                  </a:lnTo>
                  <a:cubicBezTo>
                    <a:pt x="371713" y="137665"/>
                    <a:pt x="368412" y="124711"/>
                    <a:pt x="361812" y="116586"/>
                  </a:cubicBezTo>
                  <a:cubicBezTo>
                    <a:pt x="355464" y="108204"/>
                    <a:pt x="345436" y="104013"/>
                    <a:pt x="331726" y="104013"/>
                  </a:cubicBezTo>
                  <a:cubicBezTo>
                    <a:pt x="315476" y="104013"/>
                    <a:pt x="302655" y="109471"/>
                    <a:pt x="293261" y="120396"/>
                  </a:cubicBezTo>
                  <a:cubicBezTo>
                    <a:pt x="284121" y="131321"/>
                    <a:pt x="279551" y="146180"/>
                    <a:pt x="279551" y="164973"/>
                  </a:cubicBezTo>
                  <a:lnTo>
                    <a:pt x="279551" y="274320"/>
                  </a:lnTo>
                  <a:lnTo>
                    <a:pt x="248704" y="274320"/>
                  </a:lnTo>
                  <a:close/>
                  <a:moveTo>
                    <a:pt x="656923" y="276987"/>
                  </a:moveTo>
                  <a:cubicBezTo>
                    <a:pt x="639913" y="276987"/>
                    <a:pt x="624933" y="273053"/>
                    <a:pt x="611984" y="265176"/>
                  </a:cubicBezTo>
                  <a:cubicBezTo>
                    <a:pt x="599290" y="257051"/>
                    <a:pt x="589388" y="245621"/>
                    <a:pt x="582279" y="230886"/>
                  </a:cubicBezTo>
                  <a:cubicBezTo>
                    <a:pt x="575424" y="215903"/>
                    <a:pt x="571997" y="198377"/>
                    <a:pt x="571997" y="178308"/>
                  </a:cubicBezTo>
                  <a:cubicBezTo>
                    <a:pt x="571997" y="158239"/>
                    <a:pt x="575552" y="140713"/>
                    <a:pt x="582660" y="125730"/>
                  </a:cubicBezTo>
                  <a:cubicBezTo>
                    <a:pt x="589769" y="110747"/>
                    <a:pt x="599671" y="99060"/>
                    <a:pt x="612365" y="90678"/>
                  </a:cubicBezTo>
                  <a:cubicBezTo>
                    <a:pt x="625313" y="82296"/>
                    <a:pt x="640166" y="78105"/>
                    <a:pt x="656923" y="78105"/>
                  </a:cubicBezTo>
                  <a:cubicBezTo>
                    <a:pt x="674441" y="78105"/>
                    <a:pt x="689294" y="82420"/>
                    <a:pt x="701481" y="91059"/>
                  </a:cubicBezTo>
                  <a:cubicBezTo>
                    <a:pt x="713667" y="99698"/>
                    <a:pt x="721919" y="112014"/>
                    <a:pt x="726235" y="128016"/>
                  </a:cubicBezTo>
                  <a:lnTo>
                    <a:pt x="721665" y="131064"/>
                  </a:lnTo>
                  <a:lnTo>
                    <a:pt x="721665" y="82677"/>
                  </a:lnTo>
                  <a:lnTo>
                    <a:pt x="752132" y="82677"/>
                  </a:lnTo>
                  <a:lnTo>
                    <a:pt x="752132" y="274320"/>
                  </a:lnTo>
                  <a:lnTo>
                    <a:pt x="721665" y="274320"/>
                  </a:lnTo>
                  <a:lnTo>
                    <a:pt x="721665" y="224790"/>
                  </a:lnTo>
                  <a:lnTo>
                    <a:pt x="726235" y="227076"/>
                  </a:lnTo>
                  <a:cubicBezTo>
                    <a:pt x="721919" y="243078"/>
                    <a:pt x="713667" y="255394"/>
                    <a:pt x="701481" y="264033"/>
                  </a:cubicBezTo>
                  <a:cubicBezTo>
                    <a:pt x="689294" y="272672"/>
                    <a:pt x="674441" y="276987"/>
                    <a:pt x="656923" y="276987"/>
                  </a:cubicBezTo>
                  <a:close/>
                  <a:moveTo>
                    <a:pt x="663016" y="251460"/>
                  </a:moveTo>
                  <a:cubicBezTo>
                    <a:pt x="681805" y="251460"/>
                    <a:pt x="696276" y="245107"/>
                    <a:pt x="706431" y="232410"/>
                  </a:cubicBezTo>
                  <a:cubicBezTo>
                    <a:pt x="716587" y="219456"/>
                    <a:pt x="721665" y="201168"/>
                    <a:pt x="721665" y="177546"/>
                  </a:cubicBezTo>
                  <a:cubicBezTo>
                    <a:pt x="721665" y="153924"/>
                    <a:pt x="716461" y="135760"/>
                    <a:pt x="706051" y="123063"/>
                  </a:cubicBezTo>
                  <a:cubicBezTo>
                    <a:pt x="695896" y="110366"/>
                    <a:pt x="681550" y="104013"/>
                    <a:pt x="663016" y="104013"/>
                  </a:cubicBezTo>
                  <a:cubicBezTo>
                    <a:pt x="644229" y="104013"/>
                    <a:pt x="629503" y="110614"/>
                    <a:pt x="618839" y="123825"/>
                  </a:cubicBezTo>
                  <a:cubicBezTo>
                    <a:pt x="608430" y="136779"/>
                    <a:pt x="603225" y="154943"/>
                    <a:pt x="603225" y="178308"/>
                  </a:cubicBezTo>
                  <a:cubicBezTo>
                    <a:pt x="603225" y="201673"/>
                    <a:pt x="608430" y="219713"/>
                    <a:pt x="618839" y="232410"/>
                  </a:cubicBezTo>
                  <a:cubicBezTo>
                    <a:pt x="629503" y="245107"/>
                    <a:pt x="644229" y="251460"/>
                    <a:pt x="663016" y="251460"/>
                  </a:cubicBezTo>
                  <a:close/>
                  <a:moveTo>
                    <a:pt x="811774" y="274320"/>
                  </a:moveTo>
                  <a:lnTo>
                    <a:pt x="811774" y="136398"/>
                  </a:lnTo>
                  <a:cubicBezTo>
                    <a:pt x="811774" y="127511"/>
                    <a:pt x="811520" y="118615"/>
                    <a:pt x="811013" y="109728"/>
                  </a:cubicBezTo>
                  <a:cubicBezTo>
                    <a:pt x="810758" y="100584"/>
                    <a:pt x="809997" y="91564"/>
                    <a:pt x="808728" y="82677"/>
                  </a:cubicBezTo>
                  <a:lnTo>
                    <a:pt x="838052" y="82677"/>
                  </a:lnTo>
                  <a:lnTo>
                    <a:pt x="842241" y="129921"/>
                  </a:lnTo>
                  <a:lnTo>
                    <a:pt x="838052" y="128778"/>
                  </a:lnTo>
                  <a:cubicBezTo>
                    <a:pt x="841606" y="112014"/>
                    <a:pt x="849223" y="99441"/>
                    <a:pt x="860902" y="91059"/>
                  </a:cubicBezTo>
                  <a:cubicBezTo>
                    <a:pt x="872835" y="82420"/>
                    <a:pt x="886164" y="78105"/>
                    <a:pt x="900890" y="78105"/>
                  </a:cubicBezTo>
                  <a:cubicBezTo>
                    <a:pt x="904191" y="78105"/>
                    <a:pt x="907237" y="78362"/>
                    <a:pt x="910030" y="78867"/>
                  </a:cubicBezTo>
                  <a:cubicBezTo>
                    <a:pt x="913076" y="79124"/>
                    <a:pt x="915869" y="79629"/>
                    <a:pt x="918408" y="80391"/>
                  </a:cubicBezTo>
                  <a:lnTo>
                    <a:pt x="917646" y="108585"/>
                  </a:lnTo>
                  <a:cubicBezTo>
                    <a:pt x="911807" y="106556"/>
                    <a:pt x="905079" y="105537"/>
                    <a:pt x="897462" y="105537"/>
                  </a:cubicBezTo>
                  <a:cubicBezTo>
                    <a:pt x="884260" y="105537"/>
                    <a:pt x="873596" y="108461"/>
                    <a:pt x="865472" y="114300"/>
                  </a:cubicBezTo>
                  <a:cubicBezTo>
                    <a:pt x="857601" y="120139"/>
                    <a:pt x="851762" y="127635"/>
                    <a:pt x="847954" y="136779"/>
                  </a:cubicBezTo>
                  <a:cubicBezTo>
                    <a:pt x="844399" y="145666"/>
                    <a:pt x="842622" y="155067"/>
                    <a:pt x="842622" y="164973"/>
                  </a:cubicBezTo>
                  <a:lnTo>
                    <a:pt x="842622" y="274320"/>
                  </a:lnTo>
                  <a:lnTo>
                    <a:pt x="811774" y="274320"/>
                  </a:lnTo>
                  <a:close/>
                  <a:moveTo>
                    <a:pt x="937959" y="107061"/>
                  </a:moveTo>
                  <a:lnTo>
                    <a:pt x="937959" y="82677"/>
                  </a:lnTo>
                  <a:lnTo>
                    <a:pt x="1060969" y="82677"/>
                  </a:lnTo>
                  <a:lnTo>
                    <a:pt x="1060969" y="107061"/>
                  </a:lnTo>
                  <a:lnTo>
                    <a:pt x="937959" y="107061"/>
                  </a:lnTo>
                  <a:close/>
                  <a:moveTo>
                    <a:pt x="1060207" y="246888"/>
                  </a:moveTo>
                  <a:lnTo>
                    <a:pt x="1060207" y="273177"/>
                  </a:lnTo>
                  <a:cubicBezTo>
                    <a:pt x="1055894" y="274444"/>
                    <a:pt x="1051582" y="275339"/>
                    <a:pt x="1047259" y="275844"/>
                  </a:cubicBezTo>
                  <a:cubicBezTo>
                    <a:pt x="1043203" y="276606"/>
                    <a:pt x="1038633" y="276987"/>
                    <a:pt x="1033549" y="276987"/>
                  </a:cubicBezTo>
                  <a:cubicBezTo>
                    <a:pt x="1015783" y="276987"/>
                    <a:pt x="1001559" y="271910"/>
                    <a:pt x="990895" y="261747"/>
                  </a:cubicBezTo>
                  <a:cubicBezTo>
                    <a:pt x="980489" y="251584"/>
                    <a:pt x="975281" y="236344"/>
                    <a:pt x="975281" y="216027"/>
                  </a:cubicBezTo>
                  <a:lnTo>
                    <a:pt x="975281" y="33528"/>
                  </a:lnTo>
                  <a:lnTo>
                    <a:pt x="1006129" y="22479"/>
                  </a:lnTo>
                  <a:lnTo>
                    <a:pt x="1006129" y="211836"/>
                  </a:lnTo>
                  <a:cubicBezTo>
                    <a:pt x="1006129" y="221999"/>
                    <a:pt x="1007528" y="229867"/>
                    <a:pt x="1010318" y="235458"/>
                  </a:cubicBezTo>
                  <a:cubicBezTo>
                    <a:pt x="1013365" y="241049"/>
                    <a:pt x="1017430" y="244983"/>
                    <a:pt x="1022505" y="247269"/>
                  </a:cubicBezTo>
                  <a:cubicBezTo>
                    <a:pt x="1027589" y="249298"/>
                    <a:pt x="1033301" y="250317"/>
                    <a:pt x="1039642" y="250317"/>
                  </a:cubicBezTo>
                  <a:cubicBezTo>
                    <a:pt x="1043451" y="250317"/>
                    <a:pt x="1046878" y="250060"/>
                    <a:pt x="1049925" y="249555"/>
                  </a:cubicBezTo>
                  <a:cubicBezTo>
                    <a:pt x="1052972" y="249050"/>
                    <a:pt x="1056399" y="248155"/>
                    <a:pt x="1060207" y="2468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g12709bdffa8_0_3429"/>
            <p:cNvSpPr/>
            <p:nvPr/>
          </p:nvSpPr>
          <p:spPr>
            <a:xfrm>
              <a:off x="2533419" y="6030637"/>
              <a:ext cx="1481153" cy="357758"/>
            </a:xfrm>
            <a:custGeom>
              <a:rect b="b" l="l" r="r" t="t"/>
              <a:pathLst>
                <a:path extrusionOk="0" h="357758" w="1481153">
                  <a:moveTo>
                    <a:pt x="0" y="272796"/>
                  </a:moveTo>
                  <a:lnTo>
                    <a:pt x="0" y="1524"/>
                  </a:lnTo>
                  <a:lnTo>
                    <a:pt x="31228" y="1524"/>
                  </a:lnTo>
                  <a:lnTo>
                    <a:pt x="31228" y="246126"/>
                  </a:lnTo>
                  <a:lnTo>
                    <a:pt x="167187" y="246126"/>
                  </a:lnTo>
                  <a:lnTo>
                    <a:pt x="167187" y="272796"/>
                  </a:lnTo>
                  <a:lnTo>
                    <a:pt x="0" y="272796"/>
                  </a:lnTo>
                  <a:close/>
                  <a:moveTo>
                    <a:pt x="282561" y="275463"/>
                  </a:moveTo>
                  <a:cubicBezTo>
                    <a:pt x="264281" y="275463"/>
                    <a:pt x="248285" y="271396"/>
                    <a:pt x="234576" y="263271"/>
                  </a:cubicBezTo>
                  <a:cubicBezTo>
                    <a:pt x="221113" y="255146"/>
                    <a:pt x="210583" y="243716"/>
                    <a:pt x="202966" y="228981"/>
                  </a:cubicBezTo>
                  <a:cubicBezTo>
                    <a:pt x="195597" y="213998"/>
                    <a:pt x="191922" y="196339"/>
                    <a:pt x="191922" y="176022"/>
                  </a:cubicBezTo>
                  <a:cubicBezTo>
                    <a:pt x="191922" y="155953"/>
                    <a:pt x="195597" y="138427"/>
                    <a:pt x="202966" y="123444"/>
                  </a:cubicBezTo>
                  <a:cubicBezTo>
                    <a:pt x="210583" y="108461"/>
                    <a:pt x="221113" y="96898"/>
                    <a:pt x="234576" y="88773"/>
                  </a:cubicBezTo>
                  <a:cubicBezTo>
                    <a:pt x="248285" y="80648"/>
                    <a:pt x="264281" y="76581"/>
                    <a:pt x="282561" y="76581"/>
                  </a:cubicBezTo>
                  <a:cubicBezTo>
                    <a:pt x="300841" y="76581"/>
                    <a:pt x="316703" y="80648"/>
                    <a:pt x="330165" y="88773"/>
                  </a:cubicBezTo>
                  <a:cubicBezTo>
                    <a:pt x="343875" y="96898"/>
                    <a:pt x="354405" y="108461"/>
                    <a:pt x="361774" y="123444"/>
                  </a:cubicBezTo>
                  <a:cubicBezTo>
                    <a:pt x="369391" y="138427"/>
                    <a:pt x="373199" y="155953"/>
                    <a:pt x="373199" y="176022"/>
                  </a:cubicBezTo>
                  <a:cubicBezTo>
                    <a:pt x="373199" y="196339"/>
                    <a:pt x="369391" y="213998"/>
                    <a:pt x="361774" y="228981"/>
                  </a:cubicBezTo>
                  <a:cubicBezTo>
                    <a:pt x="354405" y="243716"/>
                    <a:pt x="343875" y="255146"/>
                    <a:pt x="330165" y="263271"/>
                  </a:cubicBezTo>
                  <a:cubicBezTo>
                    <a:pt x="316703" y="271396"/>
                    <a:pt x="300841" y="275463"/>
                    <a:pt x="282561" y="275463"/>
                  </a:cubicBezTo>
                  <a:close/>
                  <a:moveTo>
                    <a:pt x="282561" y="249936"/>
                  </a:moveTo>
                  <a:cubicBezTo>
                    <a:pt x="301345" y="249936"/>
                    <a:pt x="315817" y="243716"/>
                    <a:pt x="325976" y="231267"/>
                  </a:cubicBezTo>
                  <a:cubicBezTo>
                    <a:pt x="336382" y="218570"/>
                    <a:pt x="341590" y="200149"/>
                    <a:pt x="341590" y="176022"/>
                  </a:cubicBezTo>
                  <a:cubicBezTo>
                    <a:pt x="341590" y="152400"/>
                    <a:pt x="336382" y="134236"/>
                    <a:pt x="325976" y="121539"/>
                  </a:cubicBezTo>
                  <a:cubicBezTo>
                    <a:pt x="315560" y="108842"/>
                    <a:pt x="301088" y="102489"/>
                    <a:pt x="282561" y="102489"/>
                  </a:cubicBezTo>
                  <a:cubicBezTo>
                    <a:pt x="264024" y="102489"/>
                    <a:pt x="249428" y="108842"/>
                    <a:pt x="238765" y="121539"/>
                  </a:cubicBezTo>
                  <a:cubicBezTo>
                    <a:pt x="228349" y="134236"/>
                    <a:pt x="223150" y="152400"/>
                    <a:pt x="223150" y="176022"/>
                  </a:cubicBezTo>
                  <a:cubicBezTo>
                    <a:pt x="223150" y="200149"/>
                    <a:pt x="228225" y="218570"/>
                    <a:pt x="238384" y="231267"/>
                  </a:cubicBezTo>
                  <a:cubicBezTo>
                    <a:pt x="248790" y="243716"/>
                    <a:pt x="263519" y="249936"/>
                    <a:pt x="282561" y="249936"/>
                  </a:cubicBezTo>
                  <a:close/>
                  <a:moveTo>
                    <a:pt x="505445" y="357759"/>
                  </a:moveTo>
                  <a:cubicBezTo>
                    <a:pt x="476501" y="357759"/>
                    <a:pt x="451366" y="351158"/>
                    <a:pt x="430039" y="337947"/>
                  </a:cubicBezTo>
                  <a:lnTo>
                    <a:pt x="435371" y="312801"/>
                  </a:lnTo>
                  <a:cubicBezTo>
                    <a:pt x="447310" y="319659"/>
                    <a:pt x="458602" y="324612"/>
                    <a:pt x="469265" y="327660"/>
                  </a:cubicBezTo>
                  <a:cubicBezTo>
                    <a:pt x="479929" y="330708"/>
                    <a:pt x="491992" y="332232"/>
                    <a:pt x="505445" y="332232"/>
                  </a:cubicBezTo>
                  <a:cubicBezTo>
                    <a:pt x="523725" y="332232"/>
                    <a:pt x="537568" y="327279"/>
                    <a:pt x="546955" y="317373"/>
                  </a:cubicBezTo>
                  <a:cubicBezTo>
                    <a:pt x="556610" y="307724"/>
                    <a:pt x="561427" y="293246"/>
                    <a:pt x="561427" y="273939"/>
                  </a:cubicBezTo>
                  <a:lnTo>
                    <a:pt x="561427" y="222123"/>
                  </a:lnTo>
                  <a:lnTo>
                    <a:pt x="565617" y="217170"/>
                  </a:lnTo>
                  <a:cubicBezTo>
                    <a:pt x="562570" y="227333"/>
                    <a:pt x="557752" y="236220"/>
                    <a:pt x="551145" y="243840"/>
                  </a:cubicBezTo>
                  <a:cubicBezTo>
                    <a:pt x="544804" y="251203"/>
                    <a:pt x="536930" y="256918"/>
                    <a:pt x="527533" y="260985"/>
                  </a:cubicBezTo>
                  <a:cubicBezTo>
                    <a:pt x="518145" y="265052"/>
                    <a:pt x="507482" y="267081"/>
                    <a:pt x="495543" y="267081"/>
                  </a:cubicBezTo>
                  <a:cubicBezTo>
                    <a:pt x="478539" y="267081"/>
                    <a:pt x="463553" y="263147"/>
                    <a:pt x="450604" y="255270"/>
                  </a:cubicBezTo>
                  <a:cubicBezTo>
                    <a:pt x="437913" y="247145"/>
                    <a:pt x="427888" y="235963"/>
                    <a:pt x="420518" y="221742"/>
                  </a:cubicBezTo>
                  <a:cubicBezTo>
                    <a:pt x="413416" y="207521"/>
                    <a:pt x="409855" y="190881"/>
                    <a:pt x="409855" y="171831"/>
                  </a:cubicBezTo>
                  <a:cubicBezTo>
                    <a:pt x="409855" y="152781"/>
                    <a:pt x="413416" y="136141"/>
                    <a:pt x="420518" y="121920"/>
                  </a:cubicBezTo>
                  <a:cubicBezTo>
                    <a:pt x="427888" y="107699"/>
                    <a:pt x="437913" y="96650"/>
                    <a:pt x="450604" y="88773"/>
                  </a:cubicBezTo>
                  <a:cubicBezTo>
                    <a:pt x="463553" y="80648"/>
                    <a:pt x="478539" y="76581"/>
                    <a:pt x="495543" y="76581"/>
                  </a:cubicBezTo>
                  <a:cubicBezTo>
                    <a:pt x="513318" y="76581"/>
                    <a:pt x="528295" y="81029"/>
                    <a:pt x="540481" y="89916"/>
                  </a:cubicBezTo>
                  <a:cubicBezTo>
                    <a:pt x="552925" y="98555"/>
                    <a:pt x="561304" y="110747"/>
                    <a:pt x="565617" y="126492"/>
                  </a:cubicBezTo>
                  <a:lnTo>
                    <a:pt x="561047" y="122301"/>
                  </a:lnTo>
                  <a:lnTo>
                    <a:pt x="561047" y="81153"/>
                  </a:lnTo>
                  <a:lnTo>
                    <a:pt x="591894" y="81153"/>
                  </a:lnTo>
                  <a:lnTo>
                    <a:pt x="591894" y="271272"/>
                  </a:lnTo>
                  <a:cubicBezTo>
                    <a:pt x="591894" y="299971"/>
                    <a:pt x="584535" y="321564"/>
                    <a:pt x="569806" y="336042"/>
                  </a:cubicBezTo>
                  <a:cubicBezTo>
                    <a:pt x="555334" y="350520"/>
                    <a:pt x="533883" y="357759"/>
                    <a:pt x="505445" y="357759"/>
                  </a:cubicBezTo>
                  <a:close/>
                  <a:moveTo>
                    <a:pt x="501636" y="241173"/>
                  </a:moveTo>
                  <a:cubicBezTo>
                    <a:pt x="520173" y="241173"/>
                    <a:pt x="534645" y="235077"/>
                    <a:pt x="545051" y="222885"/>
                  </a:cubicBezTo>
                  <a:cubicBezTo>
                    <a:pt x="555715" y="210436"/>
                    <a:pt x="561047" y="193424"/>
                    <a:pt x="561047" y="171831"/>
                  </a:cubicBezTo>
                  <a:cubicBezTo>
                    <a:pt x="561047" y="150238"/>
                    <a:pt x="555715" y="133350"/>
                    <a:pt x="545051" y="121158"/>
                  </a:cubicBezTo>
                  <a:cubicBezTo>
                    <a:pt x="534645" y="108709"/>
                    <a:pt x="520173" y="102489"/>
                    <a:pt x="501636" y="102489"/>
                  </a:cubicBezTo>
                  <a:cubicBezTo>
                    <a:pt x="482851" y="102489"/>
                    <a:pt x="467999" y="108709"/>
                    <a:pt x="457079" y="121158"/>
                  </a:cubicBezTo>
                  <a:cubicBezTo>
                    <a:pt x="446415" y="133350"/>
                    <a:pt x="441083" y="150238"/>
                    <a:pt x="441083" y="171831"/>
                  </a:cubicBezTo>
                  <a:cubicBezTo>
                    <a:pt x="441083" y="193672"/>
                    <a:pt x="446415" y="210693"/>
                    <a:pt x="457079" y="222885"/>
                  </a:cubicBezTo>
                  <a:cubicBezTo>
                    <a:pt x="467999" y="235077"/>
                    <a:pt x="482851" y="241173"/>
                    <a:pt x="501636" y="241173"/>
                  </a:cubicBezTo>
                  <a:close/>
                  <a:moveTo>
                    <a:pt x="651124" y="272796"/>
                  </a:moveTo>
                  <a:lnTo>
                    <a:pt x="651124" y="81153"/>
                  </a:lnTo>
                  <a:lnTo>
                    <a:pt x="681971" y="81153"/>
                  </a:lnTo>
                  <a:lnTo>
                    <a:pt x="681971" y="272796"/>
                  </a:lnTo>
                  <a:lnTo>
                    <a:pt x="651124" y="272796"/>
                  </a:lnTo>
                  <a:close/>
                  <a:moveTo>
                    <a:pt x="648077" y="0"/>
                  </a:moveTo>
                  <a:lnTo>
                    <a:pt x="685780" y="0"/>
                  </a:lnTo>
                  <a:lnTo>
                    <a:pt x="685780" y="35052"/>
                  </a:lnTo>
                  <a:lnTo>
                    <a:pt x="648077" y="35052"/>
                  </a:lnTo>
                  <a:lnTo>
                    <a:pt x="648077" y="0"/>
                  </a:lnTo>
                  <a:close/>
                  <a:moveTo>
                    <a:pt x="806609" y="275463"/>
                  </a:moveTo>
                  <a:cubicBezTo>
                    <a:pt x="774371" y="275463"/>
                    <a:pt x="748856" y="267205"/>
                    <a:pt x="730061" y="250698"/>
                  </a:cubicBezTo>
                  <a:lnTo>
                    <a:pt x="740344" y="227838"/>
                  </a:lnTo>
                  <a:cubicBezTo>
                    <a:pt x="750502" y="235715"/>
                    <a:pt x="760909" y="241554"/>
                    <a:pt x="771572" y="245364"/>
                  </a:cubicBezTo>
                  <a:cubicBezTo>
                    <a:pt x="782493" y="248917"/>
                    <a:pt x="794556" y="250698"/>
                    <a:pt x="807751" y="250698"/>
                  </a:cubicBezTo>
                  <a:cubicBezTo>
                    <a:pt x="822223" y="250698"/>
                    <a:pt x="833144" y="248288"/>
                    <a:pt x="840503" y="243459"/>
                  </a:cubicBezTo>
                  <a:cubicBezTo>
                    <a:pt x="848120" y="238382"/>
                    <a:pt x="851929" y="231143"/>
                    <a:pt x="851929" y="221742"/>
                  </a:cubicBezTo>
                  <a:cubicBezTo>
                    <a:pt x="851929" y="214122"/>
                    <a:pt x="849396" y="208150"/>
                    <a:pt x="844312" y="203835"/>
                  </a:cubicBezTo>
                  <a:cubicBezTo>
                    <a:pt x="839237" y="199263"/>
                    <a:pt x="830859" y="195577"/>
                    <a:pt x="819177" y="192786"/>
                  </a:cubicBezTo>
                  <a:lnTo>
                    <a:pt x="786806" y="185166"/>
                  </a:lnTo>
                  <a:cubicBezTo>
                    <a:pt x="770811" y="181613"/>
                    <a:pt x="758376" y="175260"/>
                    <a:pt x="749484" y="166116"/>
                  </a:cubicBezTo>
                  <a:cubicBezTo>
                    <a:pt x="740858" y="156972"/>
                    <a:pt x="736535" y="146047"/>
                    <a:pt x="736535" y="133350"/>
                  </a:cubicBezTo>
                  <a:cubicBezTo>
                    <a:pt x="736535" y="122177"/>
                    <a:pt x="739582" y="112395"/>
                    <a:pt x="745675" y="104013"/>
                  </a:cubicBezTo>
                  <a:cubicBezTo>
                    <a:pt x="751769" y="95374"/>
                    <a:pt x="760280" y="88649"/>
                    <a:pt x="771191" y="83820"/>
                  </a:cubicBezTo>
                  <a:cubicBezTo>
                    <a:pt x="782112" y="78991"/>
                    <a:pt x="795060" y="76581"/>
                    <a:pt x="810037" y="76581"/>
                  </a:cubicBezTo>
                  <a:cubicBezTo>
                    <a:pt x="823499" y="76581"/>
                    <a:pt x="836190" y="78743"/>
                    <a:pt x="848120" y="83058"/>
                  </a:cubicBezTo>
                  <a:cubicBezTo>
                    <a:pt x="860059" y="87373"/>
                    <a:pt x="870085" y="93602"/>
                    <a:pt x="878206" y="101727"/>
                  </a:cubicBezTo>
                  <a:lnTo>
                    <a:pt x="867924" y="124206"/>
                  </a:lnTo>
                  <a:cubicBezTo>
                    <a:pt x="858784" y="116586"/>
                    <a:pt x="849396" y="110995"/>
                    <a:pt x="839742" y="107442"/>
                  </a:cubicBezTo>
                  <a:cubicBezTo>
                    <a:pt x="830354" y="103632"/>
                    <a:pt x="820452" y="101727"/>
                    <a:pt x="810037" y="101727"/>
                  </a:cubicBezTo>
                  <a:cubicBezTo>
                    <a:pt x="796327" y="101727"/>
                    <a:pt x="785663" y="104394"/>
                    <a:pt x="778046" y="109728"/>
                  </a:cubicBezTo>
                  <a:cubicBezTo>
                    <a:pt x="770687" y="115062"/>
                    <a:pt x="767002" y="122301"/>
                    <a:pt x="767002" y="131445"/>
                  </a:cubicBezTo>
                  <a:cubicBezTo>
                    <a:pt x="767002" y="139322"/>
                    <a:pt x="769287" y="145542"/>
                    <a:pt x="773857" y="150114"/>
                  </a:cubicBezTo>
                  <a:cubicBezTo>
                    <a:pt x="778684" y="154686"/>
                    <a:pt x="786301" y="158239"/>
                    <a:pt x="796708" y="160782"/>
                  </a:cubicBezTo>
                  <a:lnTo>
                    <a:pt x="829078" y="168783"/>
                  </a:lnTo>
                  <a:cubicBezTo>
                    <a:pt x="847111" y="172593"/>
                    <a:pt x="860307" y="178946"/>
                    <a:pt x="868685" y="187833"/>
                  </a:cubicBezTo>
                  <a:cubicBezTo>
                    <a:pt x="877321" y="196472"/>
                    <a:pt x="881634" y="207521"/>
                    <a:pt x="881634" y="220980"/>
                  </a:cubicBezTo>
                  <a:cubicBezTo>
                    <a:pt x="881634" y="237487"/>
                    <a:pt x="874912" y="250698"/>
                    <a:pt x="861449" y="260604"/>
                  </a:cubicBezTo>
                  <a:cubicBezTo>
                    <a:pt x="847996" y="270510"/>
                    <a:pt x="829716" y="275463"/>
                    <a:pt x="806609" y="275463"/>
                  </a:cubicBezTo>
                  <a:close/>
                  <a:moveTo>
                    <a:pt x="901904" y="105537"/>
                  </a:moveTo>
                  <a:lnTo>
                    <a:pt x="901904" y="81153"/>
                  </a:lnTo>
                  <a:lnTo>
                    <a:pt x="1024913" y="81153"/>
                  </a:lnTo>
                  <a:lnTo>
                    <a:pt x="1024913" y="105537"/>
                  </a:lnTo>
                  <a:lnTo>
                    <a:pt x="901904" y="105537"/>
                  </a:lnTo>
                  <a:close/>
                  <a:moveTo>
                    <a:pt x="1024152" y="245364"/>
                  </a:moveTo>
                  <a:lnTo>
                    <a:pt x="1024152" y="271653"/>
                  </a:lnTo>
                  <a:cubicBezTo>
                    <a:pt x="1019829" y="272920"/>
                    <a:pt x="1015516" y="273815"/>
                    <a:pt x="1011203" y="274320"/>
                  </a:cubicBezTo>
                  <a:cubicBezTo>
                    <a:pt x="1007138" y="275082"/>
                    <a:pt x="1002568" y="275463"/>
                    <a:pt x="997493" y="275463"/>
                  </a:cubicBezTo>
                  <a:cubicBezTo>
                    <a:pt x="979718" y="275463"/>
                    <a:pt x="965503" y="270386"/>
                    <a:pt x="954840" y="260223"/>
                  </a:cubicBezTo>
                  <a:cubicBezTo>
                    <a:pt x="944424" y="250060"/>
                    <a:pt x="939226" y="234820"/>
                    <a:pt x="939226" y="214503"/>
                  </a:cubicBezTo>
                  <a:lnTo>
                    <a:pt x="939226" y="32004"/>
                  </a:lnTo>
                  <a:lnTo>
                    <a:pt x="970073" y="20955"/>
                  </a:lnTo>
                  <a:lnTo>
                    <a:pt x="970073" y="210312"/>
                  </a:lnTo>
                  <a:cubicBezTo>
                    <a:pt x="970073" y="220475"/>
                    <a:pt x="971463" y="228343"/>
                    <a:pt x="974262" y="233934"/>
                  </a:cubicBezTo>
                  <a:cubicBezTo>
                    <a:pt x="977309" y="239525"/>
                    <a:pt x="981365" y="243459"/>
                    <a:pt x="986449" y="245745"/>
                  </a:cubicBezTo>
                  <a:cubicBezTo>
                    <a:pt x="991524" y="247774"/>
                    <a:pt x="997236" y="248793"/>
                    <a:pt x="1003587" y="248793"/>
                  </a:cubicBezTo>
                  <a:cubicBezTo>
                    <a:pt x="1007395" y="248793"/>
                    <a:pt x="1010822" y="248536"/>
                    <a:pt x="1013869" y="248031"/>
                  </a:cubicBezTo>
                  <a:cubicBezTo>
                    <a:pt x="1016916" y="247526"/>
                    <a:pt x="1020343" y="246631"/>
                    <a:pt x="1024152" y="245364"/>
                  </a:cubicBezTo>
                  <a:close/>
                  <a:moveTo>
                    <a:pt x="1062083" y="272796"/>
                  </a:moveTo>
                  <a:lnTo>
                    <a:pt x="1062083" y="81153"/>
                  </a:lnTo>
                  <a:lnTo>
                    <a:pt x="1092931" y="81153"/>
                  </a:lnTo>
                  <a:lnTo>
                    <a:pt x="1092931" y="272796"/>
                  </a:lnTo>
                  <a:lnTo>
                    <a:pt x="1062083" y="272796"/>
                  </a:lnTo>
                  <a:close/>
                  <a:moveTo>
                    <a:pt x="1059036" y="0"/>
                  </a:moveTo>
                  <a:lnTo>
                    <a:pt x="1096739" y="0"/>
                  </a:lnTo>
                  <a:lnTo>
                    <a:pt x="1096739" y="35052"/>
                  </a:lnTo>
                  <a:lnTo>
                    <a:pt x="1059036" y="35052"/>
                  </a:lnTo>
                  <a:lnTo>
                    <a:pt x="1059036" y="0"/>
                  </a:lnTo>
                  <a:close/>
                  <a:moveTo>
                    <a:pt x="1233183" y="275463"/>
                  </a:moveTo>
                  <a:cubicBezTo>
                    <a:pt x="1214398" y="275463"/>
                    <a:pt x="1198146" y="271396"/>
                    <a:pt x="1184436" y="263271"/>
                  </a:cubicBezTo>
                  <a:cubicBezTo>
                    <a:pt x="1170726" y="255146"/>
                    <a:pt x="1160062" y="243716"/>
                    <a:pt x="1152446" y="228981"/>
                  </a:cubicBezTo>
                  <a:cubicBezTo>
                    <a:pt x="1145086" y="214246"/>
                    <a:pt x="1141401" y="196853"/>
                    <a:pt x="1141401" y="176784"/>
                  </a:cubicBezTo>
                  <a:cubicBezTo>
                    <a:pt x="1141401" y="156972"/>
                    <a:pt x="1145210" y="139570"/>
                    <a:pt x="1152827" y="124587"/>
                  </a:cubicBezTo>
                  <a:cubicBezTo>
                    <a:pt x="1160443" y="109347"/>
                    <a:pt x="1171240" y="97536"/>
                    <a:pt x="1185197" y="89154"/>
                  </a:cubicBezTo>
                  <a:cubicBezTo>
                    <a:pt x="1199165" y="80772"/>
                    <a:pt x="1215664" y="76581"/>
                    <a:pt x="1234706" y="76581"/>
                  </a:cubicBezTo>
                  <a:cubicBezTo>
                    <a:pt x="1247654" y="76581"/>
                    <a:pt x="1260098" y="78867"/>
                    <a:pt x="1272028" y="83439"/>
                  </a:cubicBezTo>
                  <a:cubicBezTo>
                    <a:pt x="1284215" y="87754"/>
                    <a:pt x="1294250" y="93850"/>
                    <a:pt x="1302114" y="101727"/>
                  </a:cubicBezTo>
                  <a:lnTo>
                    <a:pt x="1291831" y="124587"/>
                  </a:lnTo>
                  <a:cubicBezTo>
                    <a:pt x="1282444" y="117224"/>
                    <a:pt x="1273170" y="111757"/>
                    <a:pt x="1264030" y="108204"/>
                  </a:cubicBezTo>
                  <a:cubicBezTo>
                    <a:pt x="1255148" y="104394"/>
                    <a:pt x="1245884" y="102489"/>
                    <a:pt x="1236230" y="102489"/>
                  </a:cubicBezTo>
                  <a:cubicBezTo>
                    <a:pt x="1216940" y="102489"/>
                    <a:pt x="1201573" y="108966"/>
                    <a:pt x="1190148" y="121920"/>
                  </a:cubicBezTo>
                  <a:cubicBezTo>
                    <a:pt x="1178980" y="134874"/>
                    <a:pt x="1173392" y="153162"/>
                    <a:pt x="1173392" y="176784"/>
                  </a:cubicBezTo>
                  <a:cubicBezTo>
                    <a:pt x="1173392" y="200149"/>
                    <a:pt x="1178980" y="218189"/>
                    <a:pt x="1190148" y="230886"/>
                  </a:cubicBezTo>
                  <a:cubicBezTo>
                    <a:pt x="1201326" y="243583"/>
                    <a:pt x="1216683" y="249936"/>
                    <a:pt x="1236230" y="249936"/>
                  </a:cubicBezTo>
                  <a:cubicBezTo>
                    <a:pt x="1245627" y="249936"/>
                    <a:pt x="1254890" y="248155"/>
                    <a:pt x="1264030" y="244602"/>
                  </a:cubicBezTo>
                  <a:cubicBezTo>
                    <a:pt x="1273170" y="240792"/>
                    <a:pt x="1282444" y="235201"/>
                    <a:pt x="1291831" y="227838"/>
                  </a:cubicBezTo>
                  <a:lnTo>
                    <a:pt x="1302114" y="250698"/>
                  </a:lnTo>
                  <a:cubicBezTo>
                    <a:pt x="1293993" y="258318"/>
                    <a:pt x="1283710" y="264414"/>
                    <a:pt x="1271266" y="268986"/>
                  </a:cubicBezTo>
                  <a:cubicBezTo>
                    <a:pt x="1259080" y="273301"/>
                    <a:pt x="1246388" y="275463"/>
                    <a:pt x="1233183" y="275463"/>
                  </a:cubicBezTo>
                  <a:close/>
                  <a:moveTo>
                    <a:pt x="1406130" y="275463"/>
                  </a:moveTo>
                  <a:cubicBezTo>
                    <a:pt x="1373882" y="275463"/>
                    <a:pt x="1348366" y="267205"/>
                    <a:pt x="1329582" y="250698"/>
                  </a:cubicBezTo>
                  <a:lnTo>
                    <a:pt x="1339864" y="227838"/>
                  </a:lnTo>
                  <a:cubicBezTo>
                    <a:pt x="1350023" y="235715"/>
                    <a:pt x="1360429" y="241554"/>
                    <a:pt x="1371093" y="245364"/>
                  </a:cubicBezTo>
                  <a:cubicBezTo>
                    <a:pt x="1382013" y="248917"/>
                    <a:pt x="1394066" y="250698"/>
                    <a:pt x="1407272" y="250698"/>
                  </a:cubicBezTo>
                  <a:cubicBezTo>
                    <a:pt x="1421744" y="250698"/>
                    <a:pt x="1432664" y="248288"/>
                    <a:pt x="1440024" y="243459"/>
                  </a:cubicBezTo>
                  <a:cubicBezTo>
                    <a:pt x="1447641" y="238382"/>
                    <a:pt x="1451449" y="231143"/>
                    <a:pt x="1451449" y="221742"/>
                  </a:cubicBezTo>
                  <a:cubicBezTo>
                    <a:pt x="1451449" y="214122"/>
                    <a:pt x="1448907" y="208150"/>
                    <a:pt x="1443832" y="203835"/>
                  </a:cubicBezTo>
                  <a:cubicBezTo>
                    <a:pt x="1438757" y="199263"/>
                    <a:pt x="1430379" y="195577"/>
                    <a:pt x="1418697" y="192786"/>
                  </a:cubicBezTo>
                  <a:lnTo>
                    <a:pt x="1386326" y="185166"/>
                  </a:lnTo>
                  <a:cubicBezTo>
                    <a:pt x="1370331" y="181613"/>
                    <a:pt x="1357887" y="175260"/>
                    <a:pt x="1349004" y="166116"/>
                  </a:cubicBezTo>
                  <a:cubicBezTo>
                    <a:pt x="1340369" y="156972"/>
                    <a:pt x="1336056" y="146047"/>
                    <a:pt x="1336056" y="133350"/>
                  </a:cubicBezTo>
                  <a:cubicBezTo>
                    <a:pt x="1336056" y="122177"/>
                    <a:pt x="1339103" y="112395"/>
                    <a:pt x="1345196" y="104013"/>
                  </a:cubicBezTo>
                  <a:cubicBezTo>
                    <a:pt x="1351289" y="95374"/>
                    <a:pt x="1359792" y="88649"/>
                    <a:pt x="1370712" y="83820"/>
                  </a:cubicBezTo>
                  <a:cubicBezTo>
                    <a:pt x="1381632" y="78991"/>
                    <a:pt x="1394581" y="76581"/>
                    <a:pt x="1409557" y="76581"/>
                  </a:cubicBezTo>
                  <a:cubicBezTo>
                    <a:pt x="1423010" y="76581"/>
                    <a:pt x="1435711" y="78743"/>
                    <a:pt x="1447641" y="83058"/>
                  </a:cubicBezTo>
                  <a:cubicBezTo>
                    <a:pt x="1459570" y="87373"/>
                    <a:pt x="1469605" y="93602"/>
                    <a:pt x="1477727" y="101727"/>
                  </a:cubicBezTo>
                  <a:lnTo>
                    <a:pt x="1467444" y="124206"/>
                  </a:lnTo>
                  <a:cubicBezTo>
                    <a:pt x="1458304" y="116586"/>
                    <a:pt x="1448907" y="110995"/>
                    <a:pt x="1439262" y="107442"/>
                  </a:cubicBezTo>
                  <a:cubicBezTo>
                    <a:pt x="1429865" y="103632"/>
                    <a:pt x="1419963" y="101727"/>
                    <a:pt x="1409557" y="101727"/>
                  </a:cubicBezTo>
                  <a:cubicBezTo>
                    <a:pt x="1395847" y="101727"/>
                    <a:pt x="1385184" y="104394"/>
                    <a:pt x="1377567" y="109728"/>
                  </a:cubicBezTo>
                  <a:cubicBezTo>
                    <a:pt x="1370207" y="115062"/>
                    <a:pt x="1366523" y="122301"/>
                    <a:pt x="1366523" y="131445"/>
                  </a:cubicBezTo>
                  <a:cubicBezTo>
                    <a:pt x="1366523" y="139322"/>
                    <a:pt x="1368808" y="145542"/>
                    <a:pt x="1373378" y="150114"/>
                  </a:cubicBezTo>
                  <a:cubicBezTo>
                    <a:pt x="1378205" y="154686"/>
                    <a:pt x="1385821" y="158239"/>
                    <a:pt x="1396228" y="160782"/>
                  </a:cubicBezTo>
                  <a:lnTo>
                    <a:pt x="1428599" y="168783"/>
                  </a:lnTo>
                  <a:cubicBezTo>
                    <a:pt x="1446622" y="172593"/>
                    <a:pt x="1459827" y="178946"/>
                    <a:pt x="1468206" y="187833"/>
                  </a:cubicBezTo>
                  <a:cubicBezTo>
                    <a:pt x="1476841" y="196472"/>
                    <a:pt x="1481154" y="207521"/>
                    <a:pt x="1481154" y="220980"/>
                  </a:cubicBezTo>
                  <a:cubicBezTo>
                    <a:pt x="1481154" y="237487"/>
                    <a:pt x="1474423" y="250698"/>
                    <a:pt x="1460970" y="260604"/>
                  </a:cubicBezTo>
                  <a:cubicBezTo>
                    <a:pt x="1447517" y="270510"/>
                    <a:pt x="1429237" y="275463"/>
                    <a:pt x="1406130" y="2754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g12709bdffa8_0_3429"/>
            <p:cNvSpPr/>
            <p:nvPr/>
          </p:nvSpPr>
          <p:spPr>
            <a:xfrm>
              <a:off x="5142141" y="6021492"/>
              <a:ext cx="1459056" cy="284607"/>
            </a:xfrm>
            <a:custGeom>
              <a:rect b="b" l="l" r="r" t="t"/>
              <a:pathLst>
                <a:path extrusionOk="0" h="284607" w="1459056">
                  <a:moveTo>
                    <a:pt x="0" y="281940"/>
                  </a:moveTo>
                  <a:lnTo>
                    <a:pt x="0" y="10668"/>
                  </a:lnTo>
                  <a:lnTo>
                    <a:pt x="108157" y="10668"/>
                  </a:lnTo>
                  <a:cubicBezTo>
                    <a:pt x="136082" y="10668"/>
                    <a:pt x="157790" y="17402"/>
                    <a:pt x="173280" y="30861"/>
                  </a:cubicBezTo>
                  <a:cubicBezTo>
                    <a:pt x="189018" y="44320"/>
                    <a:pt x="196892" y="62865"/>
                    <a:pt x="196892" y="86487"/>
                  </a:cubicBezTo>
                  <a:cubicBezTo>
                    <a:pt x="196892" y="109852"/>
                    <a:pt x="189018" y="128397"/>
                    <a:pt x="173280" y="142113"/>
                  </a:cubicBezTo>
                  <a:cubicBezTo>
                    <a:pt x="157542" y="155829"/>
                    <a:pt x="135834" y="162687"/>
                    <a:pt x="108157" y="162687"/>
                  </a:cubicBezTo>
                  <a:lnTo>
                    <a:pt x="31228" y="162687"/>
                  </a:lnTo>
                  <a:lnTo>
                    <a:pt x="31228" y="281940"/>
                  </a:lnTo>
                  <a:lnTo>
                    <a:pt x="0" y="281940"/>
                  </a:lnTo>
                  <a:close/>
                  <a:moveTo>
                    <a:pt x="31228" y="136779"/>
                  </a:moveTo>
                  <a:lnTo>
                    <a:pt x="105491" y="136779"/>
                  </a:lnTo>
                  <a:cubicBezTo>
                    <a:pt x="125552" y="136779"/>
                    <a:pt x="140652" y="132464"/>
                    <a:pt x="150811" y="123825"/>
                  </a:cubicBezTo>
                  <a:cubicBezTo>
                    <a:pt x="160970" y="114938"/>
                    <a:pt x="166045" y="102489"/>
                    <a:pt x="166045" y="86487"/>
                  </a:cubicBezTo>
                  <a:cubicBezTo>
                    <a:pt x="166045" y="70485"/>
                    <a:pt x="160970" y="58169"/>
                    <a:pt x="150811" y="49530"/>
                  </a:cubicBezTo>
                  <a:cubicBezTo>
                    <a:pt x="140652" y="40891"/>
                    <a:pt x="125552" y="36576"/>
                    <a:pt x="105491" y="36576"/>
                  </a:cubicBezTo>
                  <a:lnTo>
                    <a:pt x="31228" y="36576"/>
                  </a:lnTo>
                  <a:lnTo>
                    <a:pt x="31228" y="136779"/>
                  </a:lnTo>
                  <a:close/>
                  <a:moveTo>
                    <a:pt x="244258" y="281940"/>
                  </a:moveTo>
                  <a:lnTo>
                    <a:pt x="244258" y="1524"/>
                  </a:lnTo>
                  <a:lnTo>
                    <a:pt x="275106" y="1524"/>
                  </a:lnTo>
                  <a:lnTo>
                    <a:pt x="275106" y="281940"/>
                  </a:lnTo>
                  <a:lnTo>
                    <a:pt x="244258" y="281940"/>
                  </a:lnTo>
                  <a:close/>
                  <a:moveTo>
                    <a:pt x="408503" y="284607"/>
                  </a:moveTo>
                  <a:cubicBezTo>
                    <a:pt x="391489" y="284607"/>
                    <a:pt x="376513" y="280673"/>
                    <a:pt x="363564" y="272796"/>
                  </a:cubicBezTo>
                  <a:cubicBezTo>
                    <a:pt x="350873" y="264671"/>
                    <a:pt x="340972" y="253241"/>
                    <a:pt x="333859" y="238506"/>
                  </a:cubicBezTo>
                  <a:cubicBezTo>
                    <a:pt x="327005" y="223523"/>
                    <a:pt x="323577" y="205997"/>
                    <a:pt x="323577" y="185928"/>
                  </a:cubicBezTo>
                  <a:cubicBezTo>
                    <a:pt x="323577" y="165859"/>
                    <a:pt x="327128" y="148333"/>
                    <a:pt x="334240" y="133350"/>
                  </a:cubicBezTo>
                  <a:cubicBezTo>
                    <a:pt x="341352" y="118367"/>
                    <a:pt x="351254" y="106680"/>
                    <a:pt x="363945" y="98298"/>
                  </a:cubicBezTo>
                  <a:cubicBezTo>
                    <a:pt x="376894" y="89916"/>
                    <a:pt x="391746" y="85725"/>
                    <a:pt x="408503" y="85725"/>
                  </a:cubicBezTo>
                  <a:cubicBezTo>
                    <a:pt x="426021" y="85725"/>
                    <a:pt x="440874" y="90040"/>
                    <a:pt x="453061" y="98679"/>
                  </a:cubicBezTo>
                  <a:cubicBezTo>
                    <a:pt x="465247" y="107318"/>
                    <a:pt x="473502" y="119634"/>
                    <a:pt x="477815" y="135636"/>
                  </a:cubicBezTo>
                  <a:lnTo>
                    <a:pt x="473245" y="138684"/>
                  </a:lnTo>
                  <a:lnTo>
                    <a:pt x="473245" y="90297"/>
                  </a:lnTo>
                  <a:lnTo>
                    <a:pt x="503712" y="90297"/>
                  </a:lnTo>
                  <a:lnTo>
                    <a:pt x="503712" y="281940"/>
                  </a:lnTo>
                  <a:lnTo>
                    <a:pt x="473245" y="281940"/>
                  </a:lnTo>
                  <a:lnTo>
                    <a:pt x="473245" y="232410"/>
                  </a:lnTo>
                  <a:lnTo>
                    <a:pt x="477815" y="234696"/>
                  </a:lnTo>
                  <a:cubicBezTo>
                    <a:pt x="473502" y="250698"/>
                    <a:pt x="465247" y="263014"/>
                    <a:pt x="453061" y="271653"/>
                  </a:cubicBezTo>
                  <a:cubicBezTo>
                    <a:pt x="440874" y="280292"/>
                    <a:pt x="426021" y="284607"/>
                    <a:pt x="408503" y="284607"/>
                  </a:cubicBezTo>
                  <a:close/>
                  <a:moveTo>
                    <a:pt x="414596" y="259080"/>
                  </a:moveTo>
                  <a:cubicBezTo>
                    <a:pt x="433381" y="259080"/>
                    <a:pt x="447853" y="252727"/>
                    <a:pt x="458011" y="240030"/>
                  </a:cubicBezTo>
                  <a:cubicBezTo>
                    <a:pt x="468170" y="227076"/>
                    <a:pt x="473245" y="208788"/>
                    <a:pt x="473245" y="185166"/>
                  </a:cubicBezTo>
                  <a:cubicBezTo>
                    <a:pt x="473245" y="161544"/>
                    <a:pt x="468037" y="143380"/>
                    <a:pt x="457631" y="130683"/>
                  </a:cubicBezTo>
                  <a:cubicBezTo>
                    <a:pt x="447472" y="117986"/>
                    <a:pt x="433134" y="111633"/>
                    <a:pt x="414596" y="111633"/>
                  </a:cubicBezTo>
                  <a:cubicBezTo>
                    <a:pt x="395812" y="111633"/>
                    <a:pt x="381083" y="118234"/>
                    <a:pt x="370420" y="131445"/>
                  </a:cubicBezTo>
                  <a:cubicBezTo>
                    <a:pt x="360013" y="144399"/>
                    <a:pt x="354805" y="162563"/>
                    <a:pt x="354805" y="185928"/>
                  </a:cubicBezTo>
                  <a:cubicBezTo>
                    <a:pt x="354805" y="209293"/>
                    <a:pt x="360013" y="227333"/>
                    <a:pt x="370420" y="240030"/>
                  </a:cubicBezTo>
                  <a:cubicBezTo>
                    <a:pt x="381083" y="252727"/>
                    <a:pt x="395812" y="259080"/>
                    <a:pt x="414596" y="259080"/>
                  </a:cubicBezTo>
                  <a:close/>
                  <a:moveTo>
                    <a:pt x="536311" y="114681"/>
                  </a:moveTo>
                  <a:lnTo>
                    <a:pt x="536311" y="90297"/>
                  </a:lnTo>
                  <a:lnTo>
                    <a:pt x="659321" y="90297"/>
                  </a:lnTo>
                  <a:lnTo>
                    <a:pt x="659321" y="114681"/>
                  </a:lnTo>
                  <a:lnTo>
                    <a:pt x="536311" y="114681"/>
                  </a:lnTo>
                  <a:close/>
                  <a:moveTo>
                    <a:pt x="658560" y="254508"/>
                  </a:moveTo>
                  <a:lnTo>
                    <a:pt x="658560" y="280797"/>
                  </a:lnTo>
                  <a:cubicBezTo>
                    <a:pt x="654247" y="282064"/>
                    <a:pt x="649934" y="282959"/>
                    <a:pt x="645611" y="283464"/>
                  </a:cubicBezTo>
                  <a:cubicBezTo>
                    <a:pt x="641555" y="284226"/>
                    <a:pt x="636985" y="284607"/>
                    <a:pt x="631901" y="284607"/>
                  </a:cubicBezTo>
                  <a:cubicBezTo>
                    <a:pt x="614135" y="284607"/>
                    <a:pt x="599911" y="279530"/>
                    <a:pt x="589247" y="269367"/>
                  </a:cubicBezTo>
                  <a:cubicBezTo>
                    <a:pt x="578841" y="259204"/>
                    <a:pt x="573633" y="243964"/>
                    <a:pt x="573633" y="223647"/>
                  </a:cubicBezTo>
                  <a:lnTo>
                    <a:pt x="573633" y="41148"/>
                  </a:lnTo>
                  <a:lnTo>
                    <a:pt x="604481" y="30099"/>
                  </a:lnTo>
                  <a:lnTo>
                    <a:pt x="604481" y="219456"/>
                  </a:lnTo>
                  <a:cubicBezTo>
                    <a:pt x="604481" y="229619"/>
                    <a:pt x="605880" y="237487"/>
                    <a:pt x="608670" y="243078"/>
                  </a:cubicBezTo>
                  <a:cubicBezTo>
                    <a:pt x="611717" y="248669"/>
                    <a:pt x="615782" y="252603"/>
                    <a:pt x="620857" y="254889"/>
                  </a:cubicBezTo>
                  <a:cubicBezTo>
                    <a:pt x="625941" y="256918"/>
                    <a:pt x="631654" y="257937"/>
                    <a:pt x="637995" y="257937"/>
                  </a:cubicBezTo>
                  <a:cubicBezTo>
                    <a:pt x="641803" y="257937"/>
                    <a:pt x="645230" y="257680"/>
                    <a:pt x="648277" y="257175"/>
                  </a:cubicBezTo>
                  <a:cubicBezTo>
                    <a:pt x="651324" y="256670"/>
                    <a:pt x="654751" y="255775"/>
                    <a:pt x="658560" y="254508"/>
                  </a:cubicBezTo>
                  <a:close/>
                  <a:moveTo>
                    <a:pt x="673545" y="114681"/>
                  </a:moveTo>
                  <a:lnTo>
                    <a:pt x="673545" y="90297"/>
                  </a:lnTo>
                  <a:lnTo>
                    <a:pt x="788558" y="90297"/>
                  </a:lnTo>
                  <a:lnTo>
                    <a:pt x="788558" y="114681"/>
                  </a:lnTo>
                  <a:lnTo>
                    <a:pt x="673545" y="114681"/>
                  </a:lnTo>
                  <a:close/>
                  <a:moveTo>
                    <a:pt x="793889" y="29718"/>
                  </a:moveTo>
                  <a:cubicBezTo>
                    <a:pt x="786787" y="27689"/>
                    <a:pt x="780179" y="26670"/>
                    <a:pt x="774086" y="26670"/>
                  </a:cubicBezTo>
                  <a:cubicBezTo>
                    <a:pt x="767993" y="26670"/>
                    <a:pt x="762414" y="27813"/>
                    <a:pt x="757329" y="30099"/>
                  </a:cubicBezTo>
                  <a:cubicBezTo>
                    <a:pt x="752511" y="32128"/>
                    <a:pt x="748703" y="35938"/>
                    <a:pt x="745904" y="41529"/>
                  </a:cubicBezTo>
                  <a:cubicBezTo>
                    <a:pt x="743114" y="47120"/>
                    <a:pt x="741715" y="54864"/>
                    <a:pt x="741715" y="64770"/>
                  </a:cubicBezTo>
                  <a:lnTo>
                    <a:pt x="741715" y="281940"/>
                  </a:lnTo>
                  <a:lnTo>
                    <a:pt x="710867" y="281940"/>
                  </a:lnTo>
                  <a:lnTo>
                    <a:pt x="710867" y="60960"/>
                  </a:lnTo>
                  <a:cubicBezTo>
                    <a:pt x="710867" y="40386"/>
                    <a:pt x="715952" y="25146"/>
                    <a:pt x="726101" y="15240"/>
                  </a:cubicBezTo>
                  <a:cubicBezTo>
                    <a:pt x="736260" y="5077"/>
                    <a:pt x="750227" y="0"/>
                    <a:pt x="767993" y="0"/>
                  </a:cubicBezTo>
                  <a:cubicBezTo>
                    <a:pt x="772315" y="0"/>
                    <a:pt x="776628" y="257"/>
                    <a:pt x="780941" y="762"/>
                  </a:cubicBezTo>
                  <a:cubicBezTo>
                    <a:pt x="785263" y="1267"/>
                    <a:pt x="789576" y="2162"/>
                    <a:pt x="793889" y="3429"/>
                  </a:cubicBezTo>
                  <a:lnTo>
                    <a:pt x="793889" y="29718"/>
                  </a:lnTo>
                  <a:close/>
                  <a:moveTo>
                    <a:pt x="906255" y="284607"/>
                  </a:moveTo>
                  <a:cubicBezTo>
                    <a:pt x="887975" y="284607"/>
                    <a:pt x="871980" y="280540"/>
                    <a:pt x="858270" y="272415"/>
                  </a:cubicBezTo>
                  <a:cubicBezTo>
                    <a:pt x="844807" y="264290"/>
                    <a:pt x="834277" y="252860"/>
                    <a:pt x="826660" y="238125"/>
                  </a:cubicBezTo>
                  <a:cubicBezTo>
                    <a:pt x="819291" y="223142"/>
                    <a:pt x="815616" y="205483"/>
                    <a:pt x="815616" y="185166"/>
                  </a:cubicBezTo>
                  <a:cubicBezTo>
                    <a:pt x="815616" y="165097"/>
                    <a:pt x="819291" y="147571"/>
                    <a:pt x="826660" y="132588"/>
                  </a:cubicBezTo>
                  <a:cubicBezTo>
                    <a:pt x="834277" y="117605"/>
                    <a:pt x="844807" y="106042"/>
                    <a:pt x="858270" y="97917"/>
                  </a:cubicBezTo>
                  <a:cubicBezTo>
                    <a:pt x="871980" y="89792"/>
                    <a:pt x="887975" y="85725"/>
                    <a:pt x="906255" y="85725"/>
                  </a:cubicBezTo>
                  <a:cubicBezTo>
                    <a:pt x="924535" y="85725"/>
                    <a:pt x="940397" y="89792"/>
                    <a:pt x="953859" y="97917"/>
                  </a:cubicBezTo>
                  <a:cubicBezTo>
                    <a:pt x="967569" y="106042"/>
                    <a:pt x="978100" y="117605"/>
                    <a:pt x="985469" y="132588"/>
                  </a:cubicBezTo>
                  <a:cubicBezTo>
                    <a:pt x="993085" y="147571"/>
                    <a:pt x="996894" y="165097"/>
                    <a:pt x="996894" y="185166"/>
                  </a:cubicBezTo>
                  <a:cubicBezTo>
                    <a:pt x="996894" y="205483"/>
                    <a:pt x="993085" y="223142"/>
                    <a:pt x="985469" y="238125"/>
                  </a:cubicBezTo>
                  <a:cubicBezTo>
                    <a:pt x="978100" y="252860"/>
                    <a:pt x="967569" y="264290"/>
                    <a:pt x="953859" y="272415"/>
                  </a:cubicBezTo>
                  <a:cubicBezTo>
                    <a:pt x="940397" y="280540"/>
                    <a:pt x="924535" y="284607"/>
                    <a:pt x="906255" y="284607"/>
                  </a:cubicBezTo>
                  <a:close/>
                  <a:moveTo>
                    <a:pt x="906255" y="259080"/>
                  </a:moveTo>
                  <a:cubicBezTo>
                    <a:pt x="925040" y="259080"/>
                    <a:pt x="939511" y="252860"/>
                    <a:pt x="949670" y="240411"/>
                  </a:cubicBezTo>
                  <a:cubicBezTo>
                    <a:pt x="960076" y="227714"/>
                    <a:pt x="965284" y="209293"/>
                    <a:pt x="965284" y="185166"/>
                  </a:cubicBezTo>
                  <a:cubicBezTo>
                    <a:pt x="965284" y="161544"/>
                    <a:pt x="960076" y="143380"/>
                    <a:pt x="949670" y="130683"/>
                  </a:cubicBezTo>
                  <a:cubicBezTo>
                    <a:pt x="939254" y="117986"/>
                    <a:pt x="924782" y="111633"/>
                    <a:pt x="906255" y="111633"/>
                  </a:cubicBezTo>
                  <a:cubicBezTo>
                    <a:pt x="887717" y="111633"/>
                    <a:pt x="873122" y="117986"/>
                    <a:pt x="862459" y="130683"/>
                  </a:cubicBezTo>
                  <a:cubicBezTo>
                    <a:pt x="852043" y="143380"/>
                    <a:pt x="846845" y="161544"/>
                    <a:pt x="846845" y="185166"/>
                  </a:cubicBezTo>
                  <a:cubicBezTo>
                    <a:pt x="846845" y="209293"/>
                    <a:pt x="851919" y="227714"/>
                    <a:pt x="862078" y="240411"/>
                  </a:cubicBezTo>
                  <a:cubicBezTo>
                    <a:pt x="872484" y="252860"/>
                    <a:pt x="887213" y="259080"/>
                    <a:pt x="906255" y="259080"/>
                  </a:cubicBezTo>
                  <a:close/>
                  <a:moveTo>
                    <a:pt x="1044974" y="281940"/>
                  </a:moveTo>
                  <a:lnTo>
                    <a:pt x="1044974" y="144018"/>
                  </a:lnTo>
                  <a:cubicBezTo>
                    <a:pt x="1044974" y="135131"/>
                    <a:pt x="1044727" y="126235"/>
                    <a:pt x="1044212" y="117348"/>
                  </a:cubicBezTo>
                  <a:cubicBezTo>
                    <a:pt x="1043965" y="108204"/>
                    <a:pt x="1043203" y="99184"/>
                    <a:pt x="1041927" y="90297"/>
                  </a:cubicBezTo>
                  <a:lnTo>
                    <a:pt x="1071252" y="90297"/>
                  </a:lnTo>
                  <a:lnTo>
                    <a:pt x="1075441" y="137541"/>
                  </a:lnTo>
                  <a:lnTo>
                    <a:pt x="1071252" y="136398"/>
                  </a:lnTo>
                  <a:cubicBezTo>
                    <a:pt x="1074812" y="119634"/>
                    <a:pt x="1082429" y="107061"/>
                    <a:pt x="1094102" y="98679"/>
                  </a:cubicBezTo>
                  <a:cubicBezTo>
                    <a:pt x="1106041" y="90040"/>
                    <a:pt x="1119371" y="85725"/>
                    <a:pt x="1134089" y="85725"/>
                  </a:cubicBezTo>
                  <a:cubicBezTo>
                    <a:pt x="1137393" y="85725"/>
                    <a:pt x="1140440" y="85982"/>
                    <a:pt x="1143230" y="86487"/>
                  </a:cubicBezTo>
                  <a:cubicBezTo>
                    <a:pt x="1146276" y="86744"/>
                    <a:pt x="1149076" y="87249"/>
                    <a:pt x="1151608" y="88011"/>
                  </a:cubicBezTo>
                  <a:lnTo>
                    <a:pt x="1150846" y="116205"/>
                  </a:lnTo>
                  <a:cubicBezTo>
                    <a:pt x="1145010" y="114176"/>
                    <a:pt x="1138279" y="113157"/>
                    <a:pt x="1130662" y="113157"/>
                  </a:cubicBezTo>
                  <a:cubicBezTo>
                    <a:pt x="1117466" y="113157"/>
                    <a:pt x="1106803" y="116081"/>
                    <a:pt x="1098672" y="121920"/>
                  </a:cubicBezTo>
                  <a:cubicBezTo>
                    <a:pt x="1090808" y="127759"/>
                    <a:pt x="1084962" y="135255"/>
                    <a:pt x="1081153" y="144399"/>
                  </a:cubicBezTo>
                  <a:cubicBezTo>
                    <a:pt x="1077602" y="153286"/>
                    <a:pt x="1075822" y="162687"/>
                    <a:pt x="1075822" y="172593"/>
                  </a:cubicBezTo>
                  <a:lnTo>
                    <a:pt x="1075822" y="281940"/>
                  </a:lnTo>
                  <a:lnTo>
                    <a:pt x="1044974" y="281940"/>
                  </a:lnTo>
                  <a:close/>
                  <a:moveTo>
                    <a:pt x="1182951" y="281940"/>
                  </a:moveTo>
                  <a:lnTo>
                    <a:pt x="1182951" y="144018"/>
                  </a:lnTo>
                  <a:cubicBezTo>
                    <a:pt x="1182951" y="135131"/>
                    <a:pt x="1182703" y="126235"/>
                    <a:pt x="1182189" y="117348"/>
                  </a:cubicBezTo>
                  <a:cubicBezTo>
                    <a:pt x="1181941" y="108204"/>
                    <a:pt x="1181180" y="99184"/>
                    <a:pt x="1179904" y="90297"/>
                  </a:cubicBezTo>
                  <a:lnTo>
                    <a:pt x="1209228" y="90297"/>
                  </a:lnTo>
                  <a:lnTo>
                    <a:pt x="1212656" y="129921"/>
                  </a:lnTo>
                  <a:lnTo>
                    <a:pt x="1208847" y="132588"/>
                  </a:lnTo>
                  <a:cubicBezTo>
                    <a:pt x="1213418" y="117605"/>
                    <a:pt x="1221291" y="106042"/>
                    <a:pt x="1232459" y="97917"/>
                  </a:cubicBezTo>
                  <a:cubicBezTo>
                    <a:pt x="1243885" y="89792"/>
                    <a:pt x="1257347" y="85725"/>
                    <a:pt x="1272828" y="85725"/>
                  </a:cubicBezTo>
                  <a:cubicBezTo>
                    <a:pt x="1291365" y="85725"/>
                    <a:pt x="1305713" y="90297"/>
                    <a:pt x="1315862" y="99441"/>
                  </a:cubicBezTo>
                  <a:cubicBezTo>
                    <a:pt x="1326278" y="108585"/>
                    <a:pt x="1332876" y="122558"/>
                    <a:pt x="1335665" y="141351"/>
                  </a:cubicBezTo>
                  <a:lnTo>
                    <a:pt x="1326526" y="136398"/>
                  </a:lnTo>
                  <a:cubicBezTo>
                    <a:pt x="1330591" y="120901"/>
                    <a:pt x="1338712" y="108585"/>
                    <a:pt x="1350899" y="99441"/>
                  </a:cubicBezTo>
                  <a:cubicBezTo>
                    <a:pt x="1363343" y="90297"/>
                    <a:pt x="1378196" y="85725"/>
                    <a:pt x="1395457" y="85725"/>
                  </a:cubicBezTo>
                  <a:cubicBezTo>
                    <a:pt x="1416536" y="85725"/>
                    <a:pt x="1432398" y="92078"/>
                    <a:pt x="1443061" y="104775"/>
                  </a:cubicBezTo>
                  <a:cubicBezTo>
                    <a:pt x="1453725" y="117224"/>
                    <a:pt x="1459056" y="136141"/>
                    <a:pt x="1459056" y="161544"/>
                  </a:cubicBezTo>
                  <a:lnTo>
                    <a:pt x="1459056" y="281940"/>
                  </a:lnTo>
                  <a:lnTo>
                    <a:pt x="1428209" y="281940"/>
                  </a:lnTo>
                  <a:lnTo>
                    <a:pt x="1428209" y="163068"/>
                  </a:lnTo>
                  <a:cubicBezTo>
                    <a:pt x="1428209" y="145285"/>
                    <a:pt x="1425038" y="132331"/>
                    <a:pt x="1418688" y="124206"/>
                  </a:cubicBezTo>
                  <a:cubicBezTo>
                    <a:pt x="1412347" y="115824"/>
                    <a:pt x="1402312" y="111633"/>
                    <a:pt x="1388602" y="111633"/>
                  </a:cubicBezTo>
                  <a:cubicBezTo>
                    <a:pt x="1372607" y="111633"/>
                    <a:pt x="1359915" y="117091"/>
                    <a:pt x="1350518" y="128016"/>
                  </a:cubicBezTo>
                  <a:cubicBezTo>
                    <a:pt x="1341378" y="138941"/>
                    <a:pt x="1336808" y="153800"/>
                    <a:pt x="1336808" y="172593"/>
                  </a:cubicBezTo>
                  <a:lnTo>
                    <a:pt x="1336808" y="281940"/>
                  </a:lnTo>
                  <a:lnTo>
                    <a:pt x="1305960" y="281940"/>
                  </a:lnTo>
                  <a:lnTo>
                    <a:pt x="1305960" y="163068"/>
                  </a:lnTo>
                  <a:cubicBezTo>
                    <a:pt x="1305960" y="145285"/>
                    <a:pt x="1302666" y="132331"/>
                    <a:pt x="1296059" y="124206"/>
                  </a:cubicBezTo>
                  <a:cubicBezTo>
                    <a:pt x="1289718" y="115824"/>
                    <a:pt x="1279683" y="111633"/>
                    <a:pt x="1265973" y="111633"/>
                  </a:cubicBezTo>
                  <a:cubicBezTo>
                    <a:pt x="1249730" y="111633"/>
                    <a:pt x="1236906" y="117091"/>
                    <a:pt x="1227508" y="128016"/>
                  </a:cubicBezTo>
                  <a:cubicBezTo>
                    <a:pt x="1218368" y="138941"/>
                    <a:pt x="1213798" y="153800"/>
                    <a:pt x="1213798" y="172593"/>
                  </a:cubicBezTo>
                  <a:lnTo>
                    <a:pt x="1213798" y="281940"/>
                  </a:lnTo>
                  <a:lnTo>
                    <a:pt x="1182951" y="2819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0" name="Google Shape;1020;g12709bdffa8_0_3429"/>
            <p:cNvSpPr/>
            <p:nvPr/>
          </p:nvSpPr>
          <p:spPr>
            <a:xfrm>
              <a:off x="4527854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1" name="Google Shape;1021;g12709bdffa8_0_3429"/>
            <p:cNvSpPr/>
            <p:nvPr/>
          </p:nvSpPr>
          <p:spPr>
            <a:xfrm>
              <a:off x="1919132" y="6160558"/>
              <a:ext cx="95208" cy="95250"/>
            </a:xfrm>
            <a:custGeom>
              <a:rect b="b" l="l" r="r" t="t"/>
              <a:pathLst>
                <a:path extrusionOk="0" h="95250" w="95208">
                  <a:moveTo>
                    <a:pt x="0" y="0"/>
                  </a:moveTo>
                  <a:lnTo>
                    <a:pt x="95209" y="0"/>
                  </a:lnTo>
                  <a:lnTo>
                    <a:pt x="95209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22" name="Google Shape;1022;g12709bdffa8_0_34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3593" y="1156890"/>
            <a:ext cx="5857289" cy="4922178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g12709bdffa8_0_3429"/>
          <p:cNvSpPr txBox="1"/>
          <p:nvPr>
            <p:ph idx="1" type="body"/>
          </p:nvPr>
        </p:nvSpPr>
        <p:spPr>
          <a:xfrm>
            <a:off x="155786" y="6472155"/>
            <a:ext cx="5940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8.xml"/><Relationship Id="rId22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49.xml"/><Relationship Id="rId24" Type="http://schemas.openxmlformats.org/officeDocument/2006/relationships/slideLayout" Target="../slideLayouts/slideLayout52.xml"/><Relationship Id="rId23" Type="http://schemas.openxmlformats.org/officeDocument/2006/relationships/slideLayout" Target="../slideLayouts/slideLayout51.xml"/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54.xml"/><Relationship Id="rId25" Type="http://schemas.openxmlformats.org/officeDocument/2006/relationships/slideLayout" Target="../slideLayouts/slideLayout53.xml"/><Relationship Id="rId28" Type="http://schemas.openxmlformats.org/officeDocument/2006/relationships/slideLayout" Target="../slideLayouts/slideLayout56.xml"/><Relationship Id="rId27" Type="http://schemas.openxmlformats.org/officeDocument/2006/relationships/slideLayout" Target="../slideLayouts/slideLayout55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29" Type="http://schemas.openxmlformats.org/officeDocument/2006/relationships/slideLayout" Target="../slideLayouts/slideLayout57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31" Type="http://schemas.openxmlformats.org/officeDocument/2006/relationships/slideLayout" Target="../slideLayouts/slideLayout59.xml"/><Relationship Id="rId30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39.xml"/><Relationship Id="rId33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38.xml"/><Relationship Id="rId32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40.xml"/><Relationship Id="rId34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42.xml"/><Relationship Id="rId36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44.xml"/><Relationship Id="rId38" Type="http://schemas.openxmlformats.org/officeDocument/2006/relationships/theme" Target="../theme/theme2.xml"/><Relationship Id="rId19" Type="http://schemas.openxmlformats.org/officeDocument/2006/relationships/slideLayout" Target="../slideLayouts/slideLayout47.xml"/><Relationship Id="rId18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119063" y="228602"/>
            <a:ext cx="11418887" cy="609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4B7D"/>
              </a:buClr>
              <a:buSzPts val="2400"/>
              <a:buFont typeface="Rokkitt"/>
              <a:buNone/>
              <a:defRPr b="1" i="0" sz="2400" u="none" cap="none" strike="noStrike">
                <a:solidFill>
                  <a:srgbClr val="184B7D"/>
                </a:solidFill>
                <a:latin typeface="Rokkitt"/>
                <a:ea typeface="Rokkitt"/>
                <a:cs typeface="Rokkitt"/>
                <a:sym typeface="Rokkit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114300" y="1045029"/>
            <a:ext cx="11950700" cy="51319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4B7E"/>
              </a:buClr>
              <a:buSzPts val="2200"/>
              <a:buFont typeface="Arial"/>
              <a:buNone/>
              <a:defRPr b="1" i="0" sz="2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4B7E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4B7E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4B7E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4B7E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12709bdffa8_0_2862"/>
          <p:cNvSpPr txBox="1"/>
          <p:nvPr>
            <p:ph type="title"/>
          </p:nvPr>
        </p:nvSpPr>
        <p:spPr>
          <a:xfrm>
            <a:off x="119063" y="228602"/>
            <a:ext cx="1141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4B7D"/>
              </a:buClr>
              <a:buSzPts val="2400"/>
              <a:buFont typeface="Rokkitt"/>
              <a:buNone/>
              <a:defRPr b="1" i="0" sz="2400" u="none" cap="none" strike="noStrike">
                <a:solidFill>
                  <a:srgbClr val="184B7D"/>
                </a:solidFill>
                <a:latin typeface="Rokkitt"/>
                <a:ea typeface="Rokkitt"/>
                <a:cs typeface="Rokkitt"/>
                <a:sym typeface="Rokkit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9" name="Google Shape;439;g12709bdffa8_0_2862"/>
          <p:cNvSpPr txBox="1"/>
          <p:nvPr>
            <p:ph idx="1" type="body"/>
          </p:nvPr>
        </p:nvSpPr>
        <p:spPr>
          <a:xfrm>
            <a:off x="114300" y="1045029"/>
            <a:ext cx="11950800" cy="51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4B7E"/>
              </a:buClr>
              <a:buSzPts val="2200"/>
              <a:buFont typeface="Arial"/>
              <a:buNone/>
              <a:defRPr b="1" i="0" sz="2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4B7E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4B7E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4B7E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4B7E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0" name="Google Shape;440;g12709bdffa8_0_286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1" name="Google Shape;441;g12709bdffa8_0_286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2" name="Google Shape;442;g12709bdffa8_0_286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  <p:sldLayoutId id="2147483700" r:id="rId23"/>
    <p:sldLayoutId id="2147483701" r:id="rId24"/>
    <p:sldLayoutId id="2147483702" r:id="rId25"/>
    <p:sldLayoutId id="2147483703" r:id="rId26"/>
    <p:sldLayoutId id="2147483704" r:id="rId27"/>
    <p:sldLayoutId id="2147483705" r:id="rId28"/>
    <p:sldLayoutId id="2147483706" r:id="rId29"/>
    <p:sldLayoutId id="2147483707" r:id="rId30"/>
    <p:sldLayoutId id="2147483708" r:id="rId31"/>
    <p:sldLayoutId id="2147483709" r:id="rId32"/>
    <p:sldLayoutId id="2147483710" r:id="rId33"/>
    <p:sldLayoutId id="2147483711" r:id="rId34"/>
    <p:sldLayoutId id="2147483712" r:id="rId35"/>
    <p:sldLayoutId id="2147483713" r:id="rId36"/>
    <p:sldLayoutId id="2147483714" r:id="rId3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1"/>
          <p:cNvSpPr txBox="1"/>
          <p:nvPr>
            <p:ph idx="1" type="body"/>
          </p:nvPr>
        </p:nvSpPr>
        <p:spPr>
          <a:xfrm>
            <a:off x="155786" y="6472155"/>
            <a:ext cx="5940214" cy="258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029" name="Google Shape;1029;p1"/>
          <p:cNvSpPr txBox="1"/>
          <p:nvPr>
            <p:ph type="title"/>
          </p:nvPr>
        </p:nvSpPr>
        <p:spPr>
          <a:xfrm>
            <a:off x="0" y="503125"/>
            <a:ext cx="6531900" cy="48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Rokkitt"/>
              <a:buNone/>
            </a:pPr>
            <a:r>
              <a:rPr lang="en-US" sz="4200"/>
              <a:t>BÁO CÁO TUẦN 23</a:t>
            </a:r>
            <a:br>
              <a:rPr lang="en-US" sz="3600"/>
            </a:br>
            <a:r>
              <a:rPr lang="en-US" sz="3500"/>
              <a:t>DỰ ÁN TRIỂN KHAI</a:t>
            </a:r>
            <a:br>
              <a:rPr lang="en-US" sz="3500"/>
            </a:br>
            <a:r>
              <a:rPr lang="en-US" sz="3500"/>
              <a:t>HỆ THỐNG TMS </a:t>
            </a:r>
            <a:endParaRPr sz="3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12709bdffa8_0_2763"/>
          <p:cNvSpPr/>
          <p:nvPr/>
        </p:nvSpPr>
        <p:spPr>
          <a:xfrm>
            <a:off x="1292088" y="1124882"/>
            <a:ext cx="10370100" cy="3040500"/>
          </a:xfrm>
          <a:prstGeom prst="rect">
            <a:avLst/>
          </a:prstGeom>
          <a:solidFill>
            <a:srgbClr val="D3E9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796" lvl="0" marL="107999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g12709bdffa8_0_2763"/>
          <p:cNvSpPr txBox="1"/>
          <p:nvPr>
            <p:ph type="title"/>
          </p:nvPr>
        </p:nvSpPr>
        <p:spPr>
          <a:xfrm>
            <a:off x="119062" y="228127"/>
            <a:ext cx="1207290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</a:pPr>
            <a:r>
              <a:rPr lang="en-US">
                <a:solidFill>
                  <a:schemeClr val="accent4"/>
                </a:solidFill>
              </a:rPr>
              <a:t>MÔ HÌNH VẬN HÀNH HỆ THỐNG - ĐỀ XUẤT ĐIỀU CHỈNH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036" name="Google Shape;1036;g12709bdffa8_0_2763"/>
          <p:cNvSpPr/>
          <p:nvPr/>
        </p:nvSpPr>
        <p:spPr>
          <a:xfrm>
            <a:off x="1393552" y="2336595"/>
            <a:ext cx="1645800" cy="41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Đơn hàng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g12709bdffa8_0_2763"/>
          <p:cNvSpPr/>
          <p:nvPr/>
        </p:nvSpPr>
        <p:spPr>
          <a:xfrm>
            <a:off x="3563524" y="2340236"/>
            <a:ext cx="1645800" cy="41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Điều phối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g12709bdffa8_0_2763"/>
          <p:cNvSpPr/>
          <p:nvPr/>
        </p:nvSpPr>
        <p:spPr>
          <a:xfrm>
            <a:off x="5986146" y="1329602"/>
            <a:ext cx="22074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Giám sát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g12709bdffa8_0_2763"/>
          <p:cNvSpPr/>
          <p:nvPr/>
        </p:nvSpPr>
        <p:spPr>
          <a:xfrm>
            <a:off x="6300174" y="2391654"/>
            <a:ext cx="1883100" cy="413700"/>
          </a:xfrm>
          <a:prstGeom prst="rect">
            <a:avLst/>
          </a:prstGeom>
          <a:solidFill>
            <a:srgbClr val="001B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Quản lý POD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0" name="Google Shape;1040;g12709bdffa8_0_2763"/>
          <p:cNvCxnSpPr>
            <a:stCxn id="1036" idx="3"/>
            <a:endCxn id="1037" idx="1"/>
          </p:cNvCxnSpPr>
          <p:nvPr/>
        </p:nvCxnSpPr>
        <p:spPr>
          <a:xfrm>
            <a:off x="3039352" y="2543445"/>
            <a:ext cx="524100" cy="3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41" name="Google Shape;1041;g12709bdffa8_0_2763"/>
          <p:cNvCxnSpPr>
            <a:stCxn id="1037" idx="3"/>
            <a:endCxn id="1038" idx="1"/>
          </p:cNvCxnSpPr>
          <p:nvPr/>
        </p:nvCxnSpPr>
        <p:spPr>
          <a:xfrm flipH="1" rot="10800000">
            <a:off x="5209324" y="1558286"/>
            <a:ext cx="776700" cy="9888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42" name="Google Shape;1042;g12709bdffa8_0_2763"/>
          <p:cNvSpPr/>
          <p:nvPr/>
        </p:nvSpPr>
        <p:spPr>
          <a:xfrm>
            <a:off x="5983696" y="3378627"/>
            <a:ext cx="22098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Mobile App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3" name="Google Shape;1043;g12709bdffa8_0_2763"/>
          <p:cNvCxnSpPr>
            <a:stCxn id="1037" idx="3"/>
            <a:endCxn id="1042" idx="1"/>
          </p:cNvCxnSpPr>
          <p:nvPr/>
        </p:nvCxnSpPr>
        <p:spPr>
          <a:xfrm>
            <a:off x="5209324" y="2547086"/>
            <a:ext cx="774300" cy="10602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44" name="Google Shape;1044;g12709bdffa8_0_2763"/>
          <p:cNvSpPr/>
          <p:nvPr/>
        </p:nvSpPr>
        <p:spPr>
          <a:xfrm>
            <a:off x="8908196" y="1396539"/>
            <a:ext cx="2598000" cy="24039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796" lvl="0" marL="107999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5" name="Google Shape;1045;g12709bdffa8_0_2763"/>
          <p:cNvCxnSpPr>
            <a:stCxn id="1038" idx="3"/>
          </p:cNvCxnSpPr>
          <p:nvPr/>
        </p:nvCxnSpPr>
        <p:spPr>
          <a:xfrm>
            <a:off x="8193546" y="1558202"/>
            <a:ext cx="718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46" name="Google Shape;1046;g12709bdffa8_0_2763"/>
          <p:cNvCxnSpPr>
            <a:stCxn id="1047" idx="3"/>
          </p:cNvCxnSpPr>
          <p:nvPr/>
        </p:nvCxnSpPr>
        <p:spPr>
          <a:xfrm flipH="1" rot="10800000">
            <a:off x="8164375" y="2062250"/>
            <a:ext cx="751200" cy="285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48" name="Google Shape;1048;g12709bdffa8_0_2763"/>
          <p:cNvCxnSpPr>
            <a:stCxn id="1042" idx="3"/>
          </p:cNvCxnSpPr>
          <p:nvPr/>
        </p:nvCxnSpPr>
        <p:spPr>
          <a:xfrm>
            <a:off x="8193496" y="3607227"/>
            <a:ext cx="7158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49" name="Google Shape;1049;g12709bdffa8_0_2763"/>
          <p:cNvSpPr/>
          <p:nvPr/>
        </p:nvSpPr>
        <p:spPr>
          <a:xfrm>
            <a:off x="4691697" y="4646911"/>
            <a:ext cx="2209800" cy="6693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Quản lý đội xe (phương tiện, tài xế)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g12709bdffa8_0_2763"/>
          <p:cNvSpPr/>
          <p:nvPr/>
        </p:nvSpPr>
        <p:spPr>
          <a:xfrm>
            <a:off x="8135437" y="4646911"/>
            <a:ext cx="2598000" cy="4572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Quản lý CCDC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1" name="Google Shape;1051;g12709bdffa8_0_2763"/>
          <p:cNvCxnSpPr>
            <a:stCxn id="1049" idx="0"/>
          </p:cNvCxnSpPr>
          <p:nvPr/>
        </p:nvCxnSpPr>
        <p:spPr>
          <a:xfrm flipH="1" rot="10800000">
            <a:off x="5796597" y="4165411"/>
            <a:ext cx="2400" cy="4815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52" name="Google Shape;1052;g12709bdffa8_0_2763"/>
          <p:cNvCxnSpPr/>
          <p:nvPr/>
        </p:nvCxnSpPr>
        <p:spPr>
          <a:xfrm flipH="1" rot="10800000">
            <a:off x="9434465" y="4171457"/>
            <a:ext cx="2400" cy="4815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53" name="Google Shape;1053;g12709bdffa8_0_2763"/>
          <p:cNvSpPr txBox="1"/>
          <p:nvPr/>
        </p:nvSpPr>
        <p:spPr>
          <a:xfrm>
            <a:off x="1224616" y="4310474"/>
            <a:ext cx="1821600" cy="13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 1</a:t>
            </a:r>
            <a:endParaRPr b="0" i="1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 2</a:t>
            </a:r>
            <a:endParaRPr b="0" i="1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 3</a:t>
            </a:r>
            <a:endParaRPr b="0" i="1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g12709bdffa8_0_2763"/>
          <p:cNvSpPr/>
          <p:nvPr/>
        </p:nvSpPr>
        <p:spPr>
          <a:xfrm>
            <a:off x="781970" y="4380738"/>
            <a:ext cx="418500" cy="23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g12709bdffa8_0_2763"/>
          <p:cNvSpPr/>
          <p:nvPr/>
        </p:nvSpPr>
        <p:spPr>
          <a:xfrm>
            <a:off x="781970" y="4717408"/>
            <a:ext cx="418500" cy="234000"/>
          </a:xfrm>
          <a:prstGeom prst="rect">
            <a:avLst/>
          </a:prstGeom>
          <a:solidFill>
            <a:srgbClr val="001B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g12709bdffa8_0_2763"/>
          <p:cNvSpPr/>
          <p:nvPr/>
        </p:nvSpPr>
        <p:spPr>
          <a:xfrm rot="5400000">
            <a:off x="6264629" y="445103"/>
            <a:ext cx="526500" cy="10268700"/>
          </a:xfrm>
          <a:prstGeom prst="rightBracket">
            <a:avLst>
              <a:gd fmla="val 8333" name="adj"/>
            </a:avLst>
          </a:prstGeom>
          <a:noFill/>
          <a:ln cap="flat" cmpd="sng" w="28575">
            <a:solidFill>
              <a:srgbClr val="0F25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g12709bdffa8_0_2763"/>
          <p:cNvSpPr/>
          <p:nvPr/>
        </p:nvSpPr>
        <p:spPr>
          <a:xfrm>
            <a:off x="1393551" y="5597594"/>
            <a:ext cx="10268700" cy="53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Thiết lập quản lý master data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g12709bdffa8_0_2763"/>
          <p:cNvSpPr/>
          <p:nvPr/>
        </p:nvSpPr>
        <p:spPr>
          <a:xfrm>
            <a:off x="426275" y="1152023"/>
            <a:ext cx="616800" cy="304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Tích Hợp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9" name="Google Shape;1059;g12709bdffa8_0_2763"/>
          <p:cNvCxnSpPr/>
          <p:nvPr/>
        </p:nvCxnSpPr>
        <p:spPr>
          <a:xfrm>
            <a:off x="1109450" y="2505025"/>
            <a:ext cx="284100" cy="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47" name="Google Shape;1047;g12709bdffa8_0_2763"/>
          <p:cNvSpPr/>
          <p:nvPr/>
        </p:nvSpPr>
        <p:spPr>
          <a:xfrm>
            <a:off x="6281275" y="1883900"/>
            <a:ext cx="1883100" cy="41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Quản lý COD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g12709bdffa8_0_2763"/>
          <p:cNvSpPr/>
          <p:nvPr/>
        </p:nvSpPr>
        <p:spPr>
          <a:xfrm>
            <a:off x="3563575" y="2754025"/>
            <a:ext cx="715800" cy="292500"/>
          </a:xfrm>
          <a:prstGeom prst="rect">
            <a:avLst/>
          </a:prstGeom>
          <a:solidFill>
            <a:srgbClr val="B3B3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Manual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g12709bdffa8_0_2763"/>
          <p:cNvSpPr/>
          <p:nvPr/>
        </p:nvSpPr>
        <p:spPr>
          <a:xfrm>
            <a:off x="4493650" y="2754025"/>
            <a:ext cx="715800" cy="292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Auto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2" name="Google Shape;1062;g12709bdffa8_0_2763"/>
          <p:cNvCxnSpPr/>
          <p:nvPr/>
        </p:nvCxnSpPr>
        <p:spPr>
          <a:xfrm flipH="1" rot="10800000">
            <a:off x="8153713" y="2606145"/>
            <a:ext cx="751200" cy="285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63" name="Google Shape;1063;g12709bdffa8_0_2763"/>
          <p:cNvCxnSpPr/>
          <p:nvPr/>
        </p:nvCxnSpPr>
        <p:spPr>
          <a:xfrm flipH="1">
            <a:off x="6156750" y="1880625"/>
            <a:ext cx="25200" cy="1416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064" name="Google Shape;1064;g12709bdffa8_0_2763"/>
          <p:cNvSpPr/>
          <p:nvPr/>
        </p:nvSpPr>
        <p:spPr>
          <a:xfrm>
            <a:off x="6300174" y="2885146"/>
            <a:ext cx="1883100" cy="413700"/>
          </a:xfrm>
          <a:prstGeom prst="rect">
            <a:avLst/>
          </a:prstGeom>
          <a:solidFill>
            <a:srgbClr val="001B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Issues log(Claim)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5" name="Google Shape;1065;g12709bdffa8_0_2763"/>
          <p:cNvCxnSpPr/>
          <p:nvPr/>
        </p:nvCxnSpPr>
        <p:spPr>
          <a:xfrm flipH="1" rot="10800000">
            <a:off x="8153713" y="3099632"/>
            <a:ext cx="751200" cy="285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066" name="Google Shape;1066;g12709bdffa8_0_2763"/>
          <p:cNvGrpSpPr/>
          <p:nvPr/>
        </p:nvGrpSpPr>
        <p:grpSpPr>
          <a:xfrm>
            <a:off x="9200075" y="1520815"/>
            <a:ext cx="1993500" cy="2199170"/>
            <a:chOff x="9212600" y="1411953"/>
            <a:chExt cx="1993500" cy="2199170"/>
          </a:xfrm>
        </p:grpSpPr>
        <p:sp>
          <p:nvSpPr>
            <p:cNvPr id="1067" name="Google Shape;1067;g12709bdffa8_0_2763"/>
            <p:cNvSpPr/>
            <p:nvPr/>
          </p:nvSpPr>
          <p:spPr>
            <a:xfrm>
              <a:off x="9232275" y="2598623"/>
              <a:ext cx="1954200" cy="413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Báo cáo</a:t>
              </a:r>
              <a:endPara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g12709bdffa8_0_2763"/>
            <p:cNvSpPr/>
            <p:nvPr/>
          </p:nvSpPr>
          <p:spPr>
            <a:xfrm>
              <a:off x="9212600" y="1411953"/>
              <a:ext cx="1993500" cy="413700"/>
            </a:xfrm>
            <a:prstGeom prst="rect">
              <a:avLst/>
            </a:prstGeom>
            <a:solidFill>
              <a:srgbClr val="0F25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Billing</a:t>
              </a:r>
              <a:endPara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g12709bdffa8_0_2763"/>
            <p:cNvSpPr/>
            <p:nvPr/>
          </p:nvSpPr>
          <p:spPr>
            <a:xfrm>
              <a:off x="9212600" y="1999828"/>
              <a:ext cx="1993500" cy="4137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KPI</a:t>
              </a:r>
              <a:endPara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g12709bdffa8_0_2763"/>
            <p:cNvSpPr/>
            <p:nvPr/>
          </p:nvSpPr>
          <p:spPr>
            <a:xfrm>
              <a:off x="9232275" y="3197423"/>
              <a:ext cx="1954200" cy="4137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Dashboard</a:t>
              </a:r>
              <a:endPara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1" name="Google Shape;1071;g12709bdffa8_0_2763"/>
          <p:cNvSpPr/>
          <p:nvPr/>
        </p:nvSpPr>
        <p:spPr>
          <a:xfrm>
            <a:off x="781531" y="5070243"/>
            <a:ext cx="420900" cy="2274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12709bdffa8_0_2804"/>
          <p:cNvSpPr/>
          <p:nvPr/>
        </p:nvSpPr>
        <p:spPr>
          <a:xfrm>
            <a:off x="119832" y="872910"/>
            <a:ext cx="11879100" cy="1768200"/>
          </a:xfrm>
          <a:prstGeom prst="rect">
            <a:avLst/>
          </a:prstGeom>
          <a:noFill/>
          <a:ln cap="flat" cmpd="sng" w="38100">
            <a:solidFill>
              <a:srgbClr val="FF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798" lvl="0" marL="107999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g12709bdffa8_0_2804"/>
          <p:cNvSpPr txBox="1"/>
          <p:nvPr/>
        </p:nvSpPr>
        <p:spPr>
          <a:xfrm>
            <a:off x="126527" y="97021"/>
            <a:ext cx="109542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4"/>
                </a:solidFill>
              </a:rPr>
              <a:t>LỘ TRÌNH TRIỂN KHAI CHI TIẾT PHASE 1</a:t>
            </a:r>
            <a:endParaRPr b="0" i="0" sz="18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g12709bdffa8_0_2804"/>
          <p:cNvSpPr/>
          <p:nvPr/>
        </p:nvSpPr>
        <p:spPr>
          <a:xfrm>
            <a:off x="4286871" y="973463"/>
            <a:ext cx="4790700" cy="1111800"/>
          </a:xfrm>
          <a:prstGeom prst="chevron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Phase 2: TMS Module: Autoplanning, PoD, Issues log,Báo cáo, Billing.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g12709bdffa8_0_2804"/>
          <p:cNvSpPr/>
          <p:nvPr/>
        </p:nvSpPr>
        <p:spPr>
          <a:xfrm>
            <a:off x="8537980" y="963425"/>
            <a:ext cx="3399000" cy="1111800"/>
          </a:xfrm>
          <a:prstGeom prst="chevron">
            <a:avLst>
              <a:gd fmla="val 50000" name="adj"/>
            </a:avLst>
          </a:prstGeom>
          <a:solidFill>
            <a:schemeClr val="accent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Phase 3: TMS Module: KPI, Dashboard, CCDC, Quản lý đội xe.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g12709bdffa8_0_2804"/>
          <p:cNvSpPr/>
          <p:nvPr/>
        </p:nvSpPr>
        <p:spPr>
          <a:xfrm>
            <a:off x="330625" y="2204275"/>
            <a:ext cx="11679900" cy="107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EBDFC"/>
          </a:solidFill>
          <a:ln cap="flat" cmpd="sng" w="9525">
            <a:solidFill>
              <a:srgbClr val="7EBD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1" name="Google Shape;1081;g12709bdffa8_0_2804"/>
          <p:cNvCxnSpPr/>
          <p:nvPr/>
        </p:nvCxnSpPr>
        <p:spPr>
          <a:xfrm>
            <a:off x="4042275" y="2076175"/>
            <a:ext cx="4500" cy="1761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82" name="Google Shape;1082;g12709bdffa8_0_2804"/>
          <p:cNvCxnSpPr/>
          <p:nvPr/>
        </p:nvCxnSpPr>
        <p:spPr>
          <a:xfrm>
            <a:off x="8325595" y="2076176"/>
            <a:ext cx="7500" cy="1668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83" name="Google Shape;1083;g12709bdffa8_0_2804"/>
          <p:cNvCxnSpPr/>
          <p:nvPr/>
        </p:nvCxnSpPr>
        <p:spPr>
          <a:xfrm>
            <a:off x="9752269" y="2076175"/>
            <a:ext cx="600" cy="1761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84" name="Google Shape;1084;g12709bdffa8_0_2804"/>
          <p:cNvCxnSpPr/>
          <p:nvPr/>
        </p:nvCxnSpPr>
        <p:spPr>
          <a:xfrm>
            <a:off x="11209325" y="2076176"/>
            <a:ext cx="17100" cy="1806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085" name="Google Shape;1085;g12709bdffa8_0_2804"/>
          <p:cNvSpPr txBox="1"/>
          <p:nvPr/>
        </p:nvSpPr>
        <p:spPr>
          <a:xfrm>
            <a:off x="3343425" y="2329000"/>
            <a:ext cx="140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sngStrik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13/05-</a:t>
            </a:r>
            <a:r>
              <a:rPr b="1" i="0" lang="en-US" sz="1600" u="none" cap="none" strike="noStrik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="1" lang="en-US" sz="1600">
                <a:solidFill>
                  <a:srgbClr val="FF3300"/>
                </a:solidFill>
              </a:rPr>
              <a:t>1/8</a:t>
            </a:r>
            <a:r>
              <a:rPr b="1" i="0" lang="en-US" sz="16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FF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g12709bdffa8_0_2804"/>
          <p:cNvSpPr txBox="1"/>
          <p:nvPr/>
        </p:nvSpPr>
        <p:spPr>
          <a:xfrm>
            <a:off x="7629194" y="2296000"/>
            <a:ext cx="154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sngStrik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15/07-</a:t>
            </a:r>
            <a:r>
              <a:rPr b="1" i="0" lang="en-US" sz="1600" u="none" cap="none" strike="noStrik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="1" lang="en-US" sz="1600">
                <a:solidFill>
                  <a:srgbClr val="FF3300"/>
                </a:solidFill>
              </a:rPr>
              <a:t>TBU</a:t>
            </a:r>
            <a:endParaRPr b="1" i="0" sz="1600" u="none" cap="none" strike="noStrike">
              <a:solidFill>
                <a:srgbClr val="FF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g12709bdffa8_0_2804"/>
          <p:cNvSpPr/>
          <p:nvPr/>
        </p:nvSpPr>
        <p:spPr>
          <a:xfrm>
            <a:off x="265050" y="964525"/>
            <a:ext cx="4588800" cy="1111800"/>
          </a:xfrm>
          <a:prstGeom prst="homePlate">
            <a:avLst>
              <a:gd fmla="val 50000" name="adj"/>
            </a:avLst>
          </a:prstGeom>
          <a:solidFill>
            <a:srgbClr val="33845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Phase 1: TMS Module: OM, Planing Manual, T&amp;T, Mobile App, COD, Tích hợp</a:t>
            </a:r>
            <a:r>
              <a:rPr b="1" lang="en-US">
                <a:solidFill>
                  <a:schemeClr val="lt1"/>
                </a:solidFill>
              </a:rPr>
              <a:t>, Báo cáo vận hành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g12709bdffa8_0_2804"/>
          <p:cNvSpPr/>
          <p:nvPr/>
        </p:nvSpPr>
        <p:spPr>
          <a:xfrm>
            <a:off x="241450" y="4548825"/>
            <a:ext cx="1088400" cy="6126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g12709bdffa8_0_2804"/>
          <p:cNvSpPr/>
          <p:nvPr/>
        </p:nvSpPr>
        <p:spPr>
          <a:xfrm>
            <a:off x="271942" y="3806025"/>
            <a:ext cx="1027500" cy="573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g12709bdffa8_0_2804"/>
          <p:cNvSpPr/>
          <p:nvPr/>
        </p:nvSpPr>
        <p:spPr>
          <a:xfrm>
            <a:off x="2270263" y="2663534"/>
            <a:ext cx="2513700" cy="302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g12709bdffa8_0_2804"/>
          <p:cNvSpPr/>
          <p:nvPr/>
        </p:nvSpPr>
        <p:spPr>
          <a:xfrm>
            <a:off x="406825" y="3042475"/>
            <a:ext cx="11679900" cy="107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EBDFC"/>
          </a:solidFill>
          <a:ln cap="flat" cmpd="sng" w="9525">
            <a:solidFill>
              <a:srgbClr val="7EBD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2" name="Google Shape;1092;g12709bdffa8_0_2804"/>
          <p:cNvCxnSpPr/>
          <p:nvPr/>
        </p:nvCxnSpPr>
        <p:spPr>
          <a:xfrm>
            <a:off x="2213475" y="3142975"/>
            <a:ext cx="4500" cy="1761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93" name="Google Shape;1093;g12709bdffa8_0_2804"/>
          <p:cNvCxnSpPr/>
          <p:nvPr/>
        </p:nvCxnSpPr>
        <p:spPr>
          <a:xfrm>
            <a:off x="4513732" y="3142976"/>
            <a:ext cx="10500" cy="1806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94" name="Google Shape;1094;g12709bdffa8_0_2804"/>
          <p:cNvCxnSpPr/>
          <p:nvPr/>
        </p:nvCxnSpPr>
        <p:spPr>
          <a:xfrm>
            <a:off x="10210775" y="3121164"/>
            <a:ext cx="17100" cy="1806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095" name="Google Shape;1095;g12709bdffa8_0_2804"/>
          <p:cNvSpPr txBox="1"/>
          <p:nvPr/>
        </p:nvSpPr>
        <p:spPr>
          <a:xfrm>
            <a:off x="1505288" y="3333075"/>
            <a:ext cx="133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22/4 - </a:t>
            </a:r>
            <a:r>
              <a:rPr b="1" lang="en-US" sz="1600">
                <a:solidFill>
                  <a:schemeClr val="dk2"/>
                </a:solidFill>
              </a:rPr>
              <a:t>15/05</a:t>
            </a:r>
            <a:endParaRPr b="0" i="0" sz="1400" u="none" cap="none" strike="noStrike">
              <a:solidFill>
                <a:srgbClr val="FF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g12709bdffa8_0_2804"/>
          <p:cNvSpPr txBox="1"/>
          <p:nvPr/>
        </p:nvSpPr>
        <p:spPr>
          <a:xfrm>
            <a:off x="3992353" y="3310550"/>
            <a:ext cx="115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C000"/>
                </a:solidFill>
              </a:rPr>
              <a:t>25/5</a:t>
            </a:r>
            <a:r>
              <a:rPr b="1" i="0" lang="en-US" sz="16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lang="en-US" sz="1600">
                <a:solidFill>
                  <a:srgbClr val="FFC000"/>
                </a:solidFill>
              </a:rPr>
              <a:t>22</a:t>
            </a:r>
            <a:r>
              <a:rPr b="1" i="0" lang="en-US" sz="16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/0</a:t>
            </a:r>
            <a:r>
              <a:rPr b="1" lang="en-US" sz="1600">
                <a:solidFill>
                  <a:srgbClr val="FFC000"/>
                </a:solidFill>
              </a:rPr>
              <a:t>6</a:t>
            </a:r>
            <a:endParaRPr b="0" i="0" sz="1400" u="none" cap="none" strike="noStrike">
              <a:solidFill>
                <a:srgbClr val="FF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g12709bdffa8_0_2804"/>
          <p:cNvSpPr txBox="1"/>
          <p:nvPr/>
        </p:nvSpPr>
        <p:spPr>
          <a:xfrm>
            <a:off x="5437500" y="3299624"/>
            <a:ext cx="1879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C000"/>
                </a:solidFill>
              </a:rPr>
              <a:t>31/5 - 04/07</a:t>
            </a:r>
            <a:endParaRPr b="0" i="0" sz="1400" u="none" cap="none" strike="noStrike">
              <a:solidFill>
                <a:srgbClr val="FF33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8" name="Google Shape;1098;g12709bdffa8_0_2804"/>
          <p:cNvCxnSpPr/>
          <p:nvPr/>
        </p:nvCxnSpPr>
        <p:spPr>
          <a:xfrm>
            <a:off x="6246469" y="3126225"/>
            <a:ext cx="600" cy="1761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099" name="Google Shape;1099;g12709bdffa8_0_2804"/>
          <p:cNvSpPr txBox="1"/>
          <p:nvPr/>
        </p:nvSpPr>
        <p:spPr>
          <a:xfrm>
            <a:off x="9913925" y="3310550"/>
            <a:ext cx="84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C000"/>
                </a:solidFill>
              </a:rPr>
              <a:t>1/8</a:t>
            </a:r>
            <a:r>
              <a:rPr b="1" i="0" lang="en-US" sz="16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FF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0" name="Google Shape;1100;g12709bdffa8_0_2804"/>
          <p:cNvCxnSpPr/>
          <p:nvPr/>
        </p:nvCxnSpPr>
        <p:spPr>
          <a:xfrm>
            <a:off x="8138113" y="3121176"/>
            <a:ext cx="17100" cy="1806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101" name="Google Shape;1101;g12709bdffa8_0_2804"/>
          <p:cNvSpPr txBox="1"/>
          <p:nvPr/>
        </p:nvSpPr>
        <p:spPr>
          <a:xfrm>
            <a:off x="7676000" y="3310550"/>
            <a:ext cx="115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C000"/>
                </a:solidFill>
              </a:rPr>
              <a:t>22/6-17/7</a:t>
            </a:r>
            <a:r>
              <a:rPr b="1" i="0" lang="en-US" sz="16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FF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2" name="Google Shape;1102;g12709bdffa8_0_2804"/>
          <p:cNvCxnSpPr/>
          <p:nvPr/>
        </p:nvCxnSpPr>
        <p:spPr>
          <a:xfrm>
            <a:off x="11270275" y="3079976"/>
            <a:ext cx="17100" cy="1806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103" name="Google Shape;1103;g12709bdffa8_0_2804"/>
          <p:cNvSpPr txBox="1"/>
          <p:nvPr/>
        </p:nvSpPr>
        <p:spPr>
          <a:xfrm>
            <a:off x="10836750" y="3269375"/>
            <a:ext cx="115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1/</a:t>
            </a:r>
            <a:r>
              <a:rPr b="1" lang="en-US" sz="1600">
                <a:solidFill>
                  <a:srgbClr val="FFC000"/>
                </a:solidFill>
              </a:rPr>
              <a:t>8</a:t>
            </a:r>
            <a:r>
              <a:rPr b="1" i="0" lang="en-US" sz="16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lang="en-US" sz="1600">
                <a:solidFill>
                  <a:srgbClr val="FFC000"/>
                </a:solidFill>
              </a:rPr>
              <a:t>15</a:t>
            </a:r>
            <a:r>
              <a:rPr b="1" i="0" lang="en-US" sz="16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1" lang="en-US" sz="1600">
                <a:solidFill>
                  <a:srgbClr val="FFC000"/>
                </a:solidFill>
              </a:rPr>
              <a:t>8</a:t>
            </a:r>
            <a:endParaRPr b="0" i="0" sz="1400" u="none" cap="none" strike="noStrike">
              <a:solidFill>
                <a:srgbClr val="FF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g12709bdffa8_0_2804"/>
          <p:cNvSpPr/>
          <p:nvPr/>
        </p:nvSpPr>
        <p:spPr>
          <a:xfrm>
            <a:off x="241450" y="5372500"/>
            <a:ext cx="1088400" cy="573300"/>
          </a:xfrm>
          <a:prstGeom prst="rect">
            <a:avLst/>
          </a:prstGeom>
          <a:solidFill>
            <a:srgbClr val="7EBD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Pilot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g12709bdffa8_0_2804"/>
          <p:cNvSpPr/>
          <p:nvPr/>
        </p:nvSpPr>
        <p:spPr>
          <a:xfrm>
            <a:off x="1518925" y="3806025"/>
            <a:ext cx="1713300" cy="612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Đơn hàng, Điều phối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Tích hợp</a:t>
            </a:r>
            <a:endParaRPr/>
          </a:p>
        </p:txBody>
      </p:sp>
      <p:sp>
        <p:nvSpPr>
          <p:cNvPr id="1106" name="Google Shape;1106;g12709bdffa8_0_2804"/>
          <p:cNvSpPr/>
          <p:nvPr/>
        </p:nvSpPr>
        <p:spPr>
          <a:xfrm>
            <a:off x="3368500" y="3796213"/>
            <a:ext cx="1879200" cy="612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Mobile app,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Giám sát, COD</a:t>
            </a:r>
            <a:endParaRPr/>
          </a:p>
        </p:txBody>
      </p:sp>
      <p:sp>
        <p:nvSpPr>
          <p:cNvPr id="1107" name="Google Shape;1107;g12709bdffa8_0_2804"/>
          <p:cNvSpPr/>
          <p:nvPr/>
        </p:nvSpPr>
        <p:spPr>
          <a:xfrm>
            <a:off x="5383975" y="3787450"/>
            <a:ext cx="3988500" cy="612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Fix bug and test round</a:t>
            </a:r>
            <a:r>
              <a:rPr lang="en-US" sz="1200"/>
              <a:t>.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>
                <a:solidFill>
                  <a:schemeClr val="dk1"/>
                </a:solidFill>
              </a:rPr>
              <a:t>Phân Quyền, Báo cáo</a:t>
            </a:r>
            <a:endParaRPr sz="1200"/>
          </a:p>
        </p:txBody>
      </p:sp>
      <p:sp>
        <p:nvSpPr>
          <p:cNvPr id="1108" name="Google Shape;1108;g12709bdffa8_0_2804"/>
          <p:cNvSpPr/>
          <p:nvPr/>
        </p:nvSpPr>
        <p:spPr>
          <a:xfrm>
            <a:off x="10002325" y="3825325"/>
            <a:ext cx="699900" cy="2814600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Golive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g12709bdffa8_0_2804"/>
          <p:cNvSpPr/>
          <p:nvPr/>
        </p:nvSpPr>
        <p:spPr>
          <a:xfrm>
            <a:off x="10864050" y="3806025"/>
            <a:ext cx="1008600" cy="2814600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Onsite xử lý lỗi sau Golive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g12709bdffa8_0_2804"/>
          <p:cNvSpPr/>
          <p:nvPr/>
        </p:nvSpPr>
        <p:spPr>
          <a:xfrm>
            <a:off x="7062661" y="4528500"/>
            <a:ext cx="1777500" cy="6399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Điều phối, nhà thầu, </a:t>
            </a:r>
            <a:r>
              <a:rPr lang="en-US" sz="1200"/>
              <a:t>Data, Shipper, Tài xế</a:t>
            </a:r>
            <a:endParaRPr/>
          </a:p>
        </p:txBody>
      </p:sp>
      <p:sp>
        <p:nvSpPr>
          <p:cNvPr id="1111" name="Google Shape;1111;g12709bdffa8_0_2804"/>
          <p:cNvSpPr/>
          <p:nvPr/>
        </p:nvSpPr>
        <p:spPr>
          <a:xfrm>
            <a:off x="9105650" y="5306125"/>
            <a:ext cx="699900" cy="612600"/>
          </a:xfrm>
          <a:prstGeom prst="roundRect">
            <a:avLst>
              <a:gd fmla="val 16667" name="adj"/>
            </a:avLst>
          </a:prstGeom>
          <a:solidFill>
            <a:srgbClr val="7EBD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Pilot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g12709bdffa8_0_2804"/>
          <p:cNvSpPr/>
          <p:nvPr/>
        </p:nvSpPr>
        <p:spPr>
          <a:xfrm>
            <a:off x="241450" y="6121900"/>
            <a:ext cx="1088400" cy="573300"/>
          </a:xfrm>
          <a:prstGeom prst="rect">
            <a:avLst/>
          </a:prstGeom>
          <a:solidFill>
            <a:srgbClr val="B2DE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Golive preparation</a:t>
            </a:r>
            <a:endParaRPr/>
          </a:p>
        </p:txBody>
      </p:sp>
      <p:sp>
        <p:nvSpPr>
          <p:cNvPr id="1113" name="Google Shape;1113;g12709bdffa8_0_2804"/>
          <p:cNvSpPr/>
          <p:nvPr/>
        </p:nvSpPr>
        <p:spPr>
          <a:xfrm>
            <a:off x="5208200" y="6103525"/>
            <a:ext cx="1777500" cy="612600"/>
          </a:xfrm>
          <a:prstGeom prst="roundRect">
            <a:avLst>
              <a:gd fmla="val 16667" name="adj"/>
            </a:avLst>
          </a:prstGeom>
          <a:solidFill>
            <a:srgbClr val="B2DE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Collect master data, Setup  Account</a:t>
            </a:r>
            <a:endParaRPr/>
          </a:p>
        </p:txBody>
      </p:sp>
      <p:sp>
        <p:nvSpPr>
          <p:cNvPr id="1114" name="Google Shape;1114;g12709bdffa8_0_2804"/>
          <p:cNvSpPr/>
          <p:nvPr/>
        </p:nvSpPr>
        <p:spPr>
          <a:xfrm>
            <a:off x="7070575" y="6093500"/>
            <a:ext cx="1945500" cy="571800"/>
          </a:xfrm>
          <a:prstGeom prst="roundRect">
            <a:avLst>
              <a:gd fmla="val 16667" name="adj"/>
            </a:avLst>
          </a:prstGeom>
          <a:solidFill>
            <a:srgbClr val="B2DE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Production Preparation: Site, Security, Set up Data....</a:t>
            </a:r>
            <a:endParaRPr/>
          </a:p>
        </p:txBody>
      </p:sp>
      <p:sp>
        <p:nvSpPr>
          <p:cNvPr id="1115" name="Google Shape;1115;g12709bdffa8_0_2804"/>
          <p:cNvSpPr/>
          <p:nvPr/>
        </p:nvSpPr>
        <p:spPr>
          <a:xfrm>
            <a:off x="5669275" y="4512257"/>
            <a:ext cx="1155000" cy="6399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HDSD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g12709bdffa8_0_2804"/>
          <p:cNvSpPr txBox="1"/>
          <p:nvPr/>
        </p:nvSpPr>
        <p:spPr>
          <a:xfrm>
            <a:off x="10924800" y="2323975"/>
            <a:ext cx="88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3300"/>
                </a:solidFill>
              </a:rPr>
              <a:t>TBU</a:t>
            </a:r>
            <a:endParaRPr b="1" i="0" sz="1600" u="none" cap="none" strike="noStrike">
              <a:solidFill>
                <a:srgbClr val="FF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g12709bdffa8_0_2804"/>
          <p:cNvSpPr txBox="1"/>
          <p:nvPr/>
        </p:nvSpPr>
        <p:spPr>
          <a:xfrm>
            <a:off x="8872463" y="3310588"/>
            <a:ext cx="1088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C000"/>
                </a:solidFill>
              </a:rPr>
              <a:t>19/7-25/7</a:t>
            </a:r>
            <a:r>
              <a:rPr b="1" i="0" lang="en-US" sz="16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FF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8" name="Google Shape;1118;g12709bdffa8_0_2804"/>
          <p:cNvCxnSpPr/>
          <p:nvPr/>
        </p:nvCxnSpPr>
        <p:spPr>
          <a:xfrm>
            <a:off x="9372575" y="3121164"/>
            <a:ext cx="17100" cy="1806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1379eda3081_0_9"/>
          <p:cNvSpPr txBox="1"/>
          <p:nvPr/>
        </p:nvSpPr>
        <p:spPr>
          <a:xfrm>
            <a:off x="330634" y="97021"/>
            <a:ext cx="113487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accent4"/>
                </a:solidFill>
              </a:rPr>
              <a:t>CÁC CÔNG VIỆC ĐÃ THỰC HIỆN TRONG TUẦN 23</a:t>
            </a:r>
            <a:endParaRPr b="1" i="0" sz="20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24" name="Google Shape;1124;g1379eda3081_0_9"/>
          <p:cNvGraphicFramePr/>
          <p:nvPr/>
        </p:nvGraphicFramePr>
        <p:xfrm>
          <a:off x="143388" y="9132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{D422EC7D-AF41-4482-A6BA-B7239E43DE7C}</a:tableStyleId>
              </a:tblPr>
              <a:tblGrid>
                <a:gridCol w="810000"/>
                <a:gridCol w="2758750"/>
                <a:gridCol w="3153700"/>
                <a:gridCol w="1483050"/>
                <a:gridCol w="1172450"/>
                <a:gridCol w="1017600"/>
                <a:gridCol w="1342700"/>
              </a:tblGrid>
              <a:tr h="910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Thời gian</a:t>
                      </a:r>
                      <a:endParaRPr b="1"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Nội dung</a:t>
                      </a:r>
                      <a:endParaRPr b="1"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Kỳ vọng</a:t>
                      </a:r>
                      <a:endParaRPr b="1"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Smartlog PIC</a:t>
                      </a:r>
                      <a:endParaRPr b="1"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Foodlog PIC</a:t>
                      </a:r>
                      <a:endParaRPr b="1"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Tình trạng</a:t>
                      </a:r>
                      <a:endParaRPr b="1"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Tiến độ</a:t>
                      </a:r>
                      <a:endParaRPr b="1"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708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27/06-01/07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-US"/>
                        <a:t>Fix bug phần MA (R2), COD (R1)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Kết quả kỳ vọng: fix 100% bug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Mr. Dũng, Mr. Tín, Ms. Hợp, Mr. Hùng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-US"/>
                        <a:t>Done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Đúng tiến độ theo ngày 04/07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1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27/06-01/07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Test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 tính năng ảnh hưởng lên  COD của GS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Kết quả kỳ vọng: Module Except Case chạy được hoàn chỉnh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Mr. Dũng, Mr. Tín, Ms. Hợp, Mr. Hùng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Doing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Trễ tiến độ 10 ngày phần GS theo ngày 17/06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27/06-01/07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InDev Module báo cáo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-US"/>
                        <a:t>Hoàn chỉnh module báo cáo để UAT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Mr.Sơn + Team DEV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Doing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Đúng tiến độ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28/06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-US"/>
                        <a:t>Review lại list tính năng của phase 1 (round 1)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-US"/>
                        <a:t>Đã hoàn tất </a:t>
                      </a:r>
                      <a:r>
                        <a:rPr lang="en-US"/>
                        <a:t>review</a:t>
                      </a:r>
                      <a:r>
                        <a:rPr lang="en-US"/>
                        <a:t> nội dung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Mr. Sơn, Mr Thành, Team PDD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Ms. Tố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Doing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Phát sinh ngoài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28/06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-US"/>
                        <a:t>Chuẩn bị userguide và hướng dẫn sử dụng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-US"/>
                        <a:t>Kế hoạch training chi tiết các đối tượng END USER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-US"/>
                        <a:t>Hoàn tất tài liệu và chốt kế hoạch training END USER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-US"/>
                        <a:t>Cần làm: Lập danh sách user training + kế hoạch training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Mr. Dũng, Mr. Tín, Ms. Hợp, Mr. Hùng, Mr. Sơn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Ms. Tố, Mr Khánh, Ms.Trí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Doing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Đúng tiến độ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27/06-01/07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-US"/>
                        <a:t>Thảo luận ma trận phân quyền (R1)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-US"/>
                        <a:t>Thảo luận kế hoạch pilot + golive 01/08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-US"/>
                        <a:t>Chờ FL phản hồi và xác nhận lại ma trận phân quyền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-US"/>
                        <a:t>Kế hoạch chi tiết và khả thi để vận hành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Mr.Sơn, Mr Dũng, Ms Hợp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Ms. Tố, Mr Khánh, Ms.Trí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Doing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Phát sinh ngoài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13a2f2f8aa2_0_5"/>
          <p:cNvSpPr txBox="1"/>
          <p:nvPr/>
        </p:nvSpPr>
        <p:spPr>
          <a:xfrm>
            <a:off x="330634" y="97021"/>
            <a:ext cx="113487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accent4"/>
                </a:solidFill>
              </a:rPr>
              <a:t>Kế hoạch tuần 24</a:t>
            </a:r>
            <a:endParaRPr b="1" i="0" sz="20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30" name="Google Shape;1130;g13a2f2f8aa2_0_5"/>
          <p:cNvGraphicFramePr/>
          <p:nvPr/>
        </p:nvGraphicFramePr>
        <p:xfrm>
          <a:off x="71688" y="6023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{D422EC7D-AF41-4482-A6BA-B7239E43DE7C}</a:tableStyleId>
              </a:tblPr>
              <a:tblGrid>
                <a:gridCol w="831425"/>
                <a:gridCol w="2831700"/>
                <a:gridCol w="3237075"/>
                <a:gridCol w="1522250"/>
                <a:gridCol w="1203450"/>
                <a:gridCol w="1044500"/>
                <a:gridCol w="1378200"/>
              </a:tblGrid>
              <a:tr h="910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Thời gian</a:t>
                      </a:r>
                      <a:endParaRPr b="1"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Nội dung</a:t>
                      </a:r>
                      <a:endParaRPr b="1"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Kỳ vọng</a:t>
                      </a:r>
                      <a:endParaRPr b="1"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Smartlog PIC</a:t>
                      </a:r>
                      <a:endParaRPr b="1"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Foodlog PIC</a:t>
                      </a:r>
                      <a:endParaRPr b="1"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Tình trạng</a:t>
                      </a:r>
                      <a:endParaRPr b="1"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Tiến độ</a:t>
                      </a:r>
                      <a:endParaRPr b="1"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741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04/07-08/07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Test tính năng ảnh hưởng lên  COD của GS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Kết quả kỳ vọng: Module Except Case chạy được hoàn chỉnh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Mr. Dũng, Mr. Tín, Ms. Hợp, Mr. Hùng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Doing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Trễ tiến độ 17 ngày phần GS theo ngày 17/06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04/07-08/07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InDev Module báo cáo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-US"/>
                        <a:t>Hoàn chỉnh module báo cáo để UAT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Mr.Sơn + Team DEV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Doing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Đúng tiến độ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0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04/07-08/07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-US"/>
                        <a:t>Chuẩn bị userguide (GS) và hướng dẫn sử dụng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-US"/>
                        <a:t>Kế hoạch training chi tiết các đối tượng END USER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-US"/>
                        <a:t>Hoàn tất tài liệu và chốt kế hoạch training END USER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-US"/>
                        <a:t>Cần làm: Lập danh sách user training + kế hoạch training phù hợp với kế hoạch pilot 01/08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Mr. Dũng, Mr. Tín, Ms. Hợp, Mr. Hùng, Mr. Sơn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Ms. Tố, Mr Khánh, Ms.Trí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Doing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Đúng tiến độ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0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04/07-08/07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-US"/>
                        <a:t>Cấu hình + thiết lập site production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-US"/>
                        <a:t>Chuẩn bị cho pilot + golive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Mr. Dũng, Mr. Tín, Ms. Hợp, Mr. Hùng, Mr. Sơn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Doing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Đúng tiến độ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8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06/07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-US"/>
                        <a:t>Review lại list tính năng của phase 1 (round 2)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-US"/>
                        <a:t>Đã hoàn tất review nội dung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-US"/>
                        <a:t>Đang lên lại proposal hợp đồng theo phase 1,2,3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Mr. Sơn, Mr Thành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Ms. Tố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Doing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Phát sinh ngoài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05/07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-US"/>
                        <a:t>Thảo luận kế hoạch pilot + golive 01/08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-US"/>
                        <a:t>Checklist GOLIVE + Quản lý rủi ro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-US"/>
                        <a:t>Chốt k</a:t>
                      </a:r>
                      <a:r>
                        <a:rPr lang="en-US"/>
                        <a:t>ế hoạch chi tiết và khả thi để vận hành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Mr.Sơn, Mr Dũng, Ms Hợp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Ms. Tố, Mr Khánh, Ms.Trí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Doing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Phát sinh ngoài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122f0e6ea2f_2_7"/>
          <p:cNvSpPr txBox="1"/>
          <p:nvPr/>
        </p:nvSpPr>
        <p:spPr>
          <a:xfrm>
            <a:off x="330634" y="97021"/>
            <a:ext cx="113487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CÁC HOẠT ĐỘNG ĐÃ THỰC HIỆN TRONG TUẦN </a:t>
            </a:r>
            <a:r>
              <a:rPr b="1" lang="en-US" sz="2000">
                <a:solidFill>
                  <a:schemeClr val="accent4"/>
                </a:solidFill>
              </a:rPr>
              <a:t>23</a:t>
            </a:r>
            <a:r>
              <a:rPr b="1" i="0" lang="en-US" sz="20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 VÀ KẾ HOẠCH TUẦN </a:t>
            </a:r>
            <a:r>
              <a:rPr b="1" lang="en-US" sz="2000">
                <a:solidFill>
                  <a:schemeClr val="accent4"/>
                </a:solidFill>
              </a:rPr>
              <a:t>24</a:t>
            </a:r>
            <a:r>
              <a:rPr b="1" i="0" lang="en-US" sz="20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 - INTEGRATION</a:t>
            </a:r>
            <a:endParaRPr b="1" i="0" sz="20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36" name="Google Shape;1136;g122f0e6ea2f_2_7"/>
          <p:cNvGraphicFramePr/>
          <p:nvPr/>
        </p:nvGraphicFramePr>
        <p:xfrm>
          <a:off x="367600" y="9894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{D422EC7D-AF41-4482-A6BA-B7239E43DE7C}</a:tableStyleId>
              </a:tblPr>
              <a:tblGrid>
                <a:gridCol w="925750"/>
                <a:gridCol w="3267250"/>
                <a:gridCol w="3469000"/>
                <a:gridCol w="889400"/>
                <a:gridCol w="970500"/>
                <a:gridCol w="970500"/>
                <a:gridCol w="970500"/>
              </a:tblGrid>
              <a:tr h="635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</a:rPr>
                        <a:t>Thời gian</a:t>
                      </a:r>
                      <a:endParaRPr b="1" sz="1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</a:rPr>
                        <a:t>Nội dung</a:t>
                      </a:r>
                      <a:endParaRPr b="1" sz="1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</a:rPr>
                        <a:t>Kế</a:t>
                      </a: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</a:rPr>
                        <a:t>t Quả</a:t>
                      </a:r>
                      <a:endParaRPr b="1" sz="1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</a:rPr>
                        <a:t>Smartlog PIC</a:t>
                      </a:r>
                      <a:endParaRPr b="1" sz="1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</a:rPr>
                        <a:t>Foodlog PIC </a:t>
                      </a:r>
                      <a:endParaRPr b="1" sz="1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lt1"/>
                          </a:solidFill>
                        </a:rPr>
                        <a:t>Tình trạng</a:t>
                      </a:r>
                      <a:endParaRPr b="1" sz="1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lt1"/>
                          </a:solidFill>
                        </a:rPr>
                        <a:t>Tiến độ</a:t>
                      </a:r>
                      <a:endParaRPr b="1" sz="1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84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04/07-08/07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SIT token động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Kết quả: Test trên local DEV thì chạy nhưng đưa lên site chính vẫn bị lỗi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=&gt; Vẫn đang debug lỗi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Mr Dũng, Mr Thể, Ms Vân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Ms. Tố, team CMS team SAP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Char char="-"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Trễ tiến độ 17 ngày so với ngày 17/06 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04/07-08/07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Tích hợp đơn thu hồi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 (InDev)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Trong tuần này test + Dev excpt case của giám sát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Mr Dũng, Mr Thể, Ms Vân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Char char="-"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Doing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Đúng tiến độ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04/07-08/07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Tiếp tực thực hiện tích hợp GSP cho những sẽ mới phát sinh thêm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Mục tiêu: 100% các xe tích hợp đủ GPS và nhiệt độ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34 xe chưa kết nối (6 xe phát sinh mới, 28 xe chưa kết nối) =&gt; tổng là 83/117 xe đã kết nối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Mr. Thể, Ms Vân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Char char="-"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Doing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Trễ tiến độ 11 ngày so với ngày 17/06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04/07-08/07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Cấu hình tích hợp trên site production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28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Ms Vân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286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Đúng tiến độ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1148dada526_0_5"/>
          <p:cNvSpPr txBox="1"/>
          <p:nvPr/>
        </p:nvSpPr>
        <p:spPr>
          <a:xfrm>
            <a:off x="330634" y="97021"/>
            <a:ext cx="113487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CÁC HOẠT ĐỘNG ĐÃ THỰC HIỆN TRONG TUẦN </a:t>
            </a:r>
            <a:r>
              <a:rPr b="1" lang="en-US" sz="2000">
                <a:solidFill>
                  <a:schemeClr val="accent4"/>
                </a:solidFill>
              </a:rPr>
              <a:t>23</a:t>
            </a:r>
            <a:r>
              <a:rPr b="1" i="0" lang="en-US" sz="20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 VÀ KẾ HOẠCH TUẦN </a:t>
            </a:r>
            <a:r>
              <a:rPr b="1" lang="en-US" sz="2000">
                <a:solidFill>
                  <a:schemeClr val="accent4"/>
                </a:solidFill>
              </a:rPr>
              <a:t>24</a:t>
            </a:r>
            <a:r>
              <a:rPr b="1" i="0" lang="en-US" sz="20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br>
              <a:rPr b="1" i="0" lang="en-US" sz="20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0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AUTO PLANNING</a:t>
            </a:r>
            <a:endParaRPr b="1" i="0" sz="20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42" name="Google Shape;1142;g1148dada526_0_5"/>
          <p:cNvGraphicFramePr/>
          <p:nvPr/>
        </p:nvGraphicFramePr>
        <p:xfrm>
          <a:off x="287625" y="8057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{D422EC7D-AF41-4482-A6BA-B7239E43DE7C}</a:tableStyleId>
              </a:tblPr>
              <a:tblGrid>
                <a:gridCol w="1241925"/>
                <a:gridCol w="3025650"/>
                <a:gridCol w="2641850"/>
                <a:gridCol w="1173750"/>
                <a:gridCol w="1087875"/>
                <a:gridCol w="1222825"/>
                <a:gridCol w="1222825"/>
              </a:tblGrid>
              <a:tr h="1013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Thời gian</a:t>
                      </a:r>
                      <a:endParaRPr b="1"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Nội dung</a:t>
                      </a:r>
                      <a:endParaRPr b="1"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Kết Quả</a:t>
                      </a:r>
                      <a:endParaRPr b="1"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Smartlog PIC</a:t>
                      </a:r>
                      <a:endParaRPr b="1"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Foodlog PIC </a:t>
                      </a:r>
                      <a:endParaRPr b="1"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Trạng thái</a:t>
                      </a:r>
                      <a:endParaRPr b="1"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Tiến độ</a:t>
                      </a:r>
                      <a:endParaRPr b="1"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76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strike="sng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09/6</a:t>
                      </a:r>
                      <a:endParaRPr sz="1600" strike="sng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-US" strike="sngStrike">
                          <a:solidFill>
                            <a:schemeClr val="dk1"/>
                          </a:solidFill>
                        </a:rPr>
                        <a:t>Trình bày lại phần autoplanning (cụ thể hướng tiếp cận giải)</a:t>
                      </a:r>
                      <a:endParaRPr strike="sngStrike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-US" strike="sngStrike">
                          <a:solidFill>
                            <a:schemeClr val="dk1"/>
                          </a:solidFill>
                        </a:rPr>
                        <a:t>Thống nhất hướng giải để triển khai DEV</a:t>
                      </a:r>
                      <a:endParaRPr strike="sng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strike="sng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Mr. Sơn</a:t>
                      </a:r>
                      <a:endParaRPr sz="1600" strike="sng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strike="sng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Mr. Khánh, Ms. Tố, Ms. Trí</a:t>
                      </a:r>
                      <a:endParaRPr sz="1600" strike="sng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Font typeface="Calibri"/>
                        <a:buChar char="-"/>
                      </a:pPr>
                      <a:r>
                        <a:rPr lang="en-US" sz="1600" strike="sng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Doing</a:t>
                      </a:r>
                      <a:endParaRPr sz="1600" strike="sng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Font typeface="Calibri"/>
                        <a:buChar char="-"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=&gt;Cancel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286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strike="sng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phase 2</a:t>
                      </a:r>
                      <a:endParaRPr sz="1600" strike="sng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strike="sng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15/06 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=&gt; 21/06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Trình bày lại phần autoplanning (cụ thể hướng tiếp cận giải)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Thống nhất hướng giải để triển khai DEV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Mr. Sơn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Mr. Khánh, Ms. Tố, Ms. Trí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Font typeface="Calibri"/>
                        <a:buChar char="-"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Pending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286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phase 2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20"/>
          <p:cNvSpPr txBox="1"/>
          <p:nvPr>
            <p:ph type="title"/>
          </p:nvPr>
        </p:nvSpPr>
        <p:spPr>
          <a:xfrm>
            <a:off x="155786" y="1191528"/>
            <a:ext cx="5054601" cy="4887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20"/>
          <p:cNvSpPr txBox="1"/>
          <p:nvPr>
            <p:ph idx="1" type="body"/>
          </p:nvPr>
        </p:nvSpPr>
        <p:spPr>
          <a:xfrm>
            <a:off x="155786" y="6472155"/>
            <a:ext cx="5940214" cy="258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13a2f2f8aa2_0_16"/>
          <p:cNvSpPr txBox="1"/>
          <p:nvPr>
            <p:ph type="title"/>
          </p:nvPr>
        </p:nvSpPr>
        <p:spPr>
          <a:xfrm>
            <a:off x="119062" y="228127"/>
            <a:ext cx="12072900" cy="612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6" name="Google Shape;1156;g13a2f2f8aa2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0" y="0"/>
            <a:ext cx="12192000" cy="679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13a2f2f8aa2_0_22"/>
          <p:cNvSpPr txBox="1"/>
          <p:nvPr>
            <p:ph type="title"/>
          </p:nvPr>
        </p:nvSpPr>
        <p:spPr>
          <a:xfrm>
            <a:off x="119062" y="228127"/>
            <a:ext cx="12072900" cy="612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3" name="Google Shape;1163;g13a2f2f8aa2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martlog">
  <a:themeElements>
    <a:clrScheme name="Smartlog">
      <a:dk1>
        <a:srgbClr val="000000"/>
      </a:dk1>
      <a:lt1>
        <a:srgbClr val="FFFFFF"/>
      </a:lt1>
      <a:dk2>
        <a:srgbClr val="FFAE1D"/>
      </a:dk2>
      <a:lt2>
        <a:srgbClr val="E7E6E6"/>
      </a:lt2>
      <a:accent1>
        <a:srgbClr val="80CAFF"/>
      </a:accent1>
      <a:accent2>
        <a:srgbClr val="2A93FB"/>
      </a:accent2>
      <a:accent3>
        <a:srgbClr val="0070C0"/>
      </a:accent3>
      <a:accent4>
        <a:srgbClr val="1E4B7E"/>
      </a:accent4>
      <a:accent5>
        <a:srgbClr val="003860"/>
      </a:accent5>
      <a:accent6>
        <a:srgbClr val="012548"/>
      </a:accent6>
      <a:hlink>
        <a:srgbClr val="1E4B7E"/>
      </a:hlink>
      <a:folHlink>
        <a:srgbClr val="1E4B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martlog">
  <a:themeElements>
    <a:clrScheme name="Smartlog">
      <a:dk1>
        <a:srgbClr val="000000"/>
      </a:dk1>
      <a:lt1>
        <a:srgbClr val="FFFFFF"/>
      </a:lt1>
      <a:dk2>
        <a:srgbClr val="FFAE1D"/>
      </a:dk2>
      <a:lt2>
        <a:srgbClr val="E7E6E6"/>
      </a:lt2>
      <a:accent1>
        <a:srgbClr val="80CAFF"/>
      </a:accent1>
      <a:accent2>
        <a:srgbClr val="2A93FB"/>
      </a:accent2>
      <a:accent3>
        <a:srgbClr val="0070C0"/>
      </a:accent3>
      <a:accent4>
        <a:srgbClr val="1E4B7E"/>
      </a:accent4>
      <a:accent5>
        <a:srgbClr val="003860"/>
      </a:accent5>
      <a:accent6>
        <a:srgbClr val="012548"/>
      </a:accent6>
      <a:hlink>
        <a:srgbClr val="1E4B7E"/>
      </a:hlink>
      <a:folHlink>
        <a:srgbClr val="1E4B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2021-07-29T18:00:15Z</dcterms:created>
  <dc:creator>Quyen Thai</dc:creator>
</cp:coreProperties>
</file>